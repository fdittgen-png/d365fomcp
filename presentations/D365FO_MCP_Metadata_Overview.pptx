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ags/tag2.xml" ContentType="application/vnd.openxmlformats-officedocument.presentationml.tags+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155" r:id="rId4"/>
    <p:sldMasterId id="2147484156" r:id="rId5"/>
  </p:sldMasterIdLst>
  <p:notesMasterIdLst>
    <p:notesMasterId r:id="rId10"/>
  </p:notesMasterIdLst>
  <p:handoutMasterIdLst>
    <p:handoutMasterId r:id="rId11"/>
  </p:handoutMasterIdLst>
  <p:sldIdLst>
    <p:sldId id="300" r:id="rId100"/>
    <p:sldId id="301" r:id="rId101"/>
    <p:sldId id="302" r:id="rId102"/>
    <p:sldId id="303" r:id="rId103"/>
    <p:sldId id="304" r:id="rId104"/>
    <p:sldId id="305" r:id="rId105"/>
    <p:sldId id="306" r:id="rId106"/>
    <p:sldId id="307" r:id="rId107"/>
    <p:sldId id="308" r:id="rId108"/>
    <p:sldId id="309" r:id="rId109"/>
    <p:sldId id="310" r:id="rId110"/>
  </p:sldIdLst>
  <p:sldSz cx="12192000" cy="6858000"/>
  <p:notesSz cx="7315200" cy="96012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EA1C916-6EE0-F152-37D1-5D7186435031}" name="Criselda Olanday" initials="" userId="S::colanday@hsdyn.com::631923f0-de08-4c34-9b60-231f39a03558" providerId="AD"/>
  <p188:author id="{BD038BF0-4252-EFCA-73A1-1C06A7BFD751}" name="Rebecca Ziedén" initials="RZ" userId="S::rebecca.zieden@trelleborg.com::8e1a3bf3-e463-4fc2-ab7b-87cc8e7518b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0000"/>
    <a:srgbClr val="E1E1E1"/>
    <a:srgbClr val="F8CBAD"/>
    <a:srgbClr val="FFE699"/>
    <a:srgbClr val="BDD7EE"/>
    <a:srgbClr val="C6E0B4"/>
    <a:srgbClr val="002664"/>
    <a:srgbClr val="0070C0"/>
    <a:srgbClr val="191919"/>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DDB511-BBF4-4F67-9E07-019295306042}" v="15" dt="2026-03-03T13:45:03.8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074" y="30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customXml" Target="../customXml/item3.xml"/><Relationship Id="rId12" Type="http://schemas.openxmlformats.org/officeDocument/2006/relationships/tags" Target="tags/tag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11"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14" Type="http://schemas.openxmlformats.org/officeDocument/2006/relationships/viewProps" Target="viewProp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9A76584-D3F2-B57E-BF02-D7C999AA7B09}"/>
              </a:ext>
            </a:extLst>
          </p:cNvPr>
          <p:cNvSpPr>
            <a:spLocks noGrp="1"/>
          </p:cNvSpPr>
          <p:nvPr>
            <p:ph type="hdr" sz="quarter"/>
          </p:nvPr>
        </p:nvSpPr>
        <p:spPr>
          <a:xfrm>
            <a:off x="0" y="0"/>
            <a:ext cx="3169920" cy="353763"/>
          </a:xfrm>
          <a:prstGeom prst="rect">
            <a:avLst/>
          </a:prstGeom>
        </p:spPr>
        <p:txBody>
          <a:bodyPr vert="horz" lIns="76111" tIns="76111" rIns="76111" bIns="76111" rtlCol="0">
            <a:spAutoFit/>
          </a:bodyPr>
          <a:lstStyle>
            <a:lvl1pPr algn="l">
              <a:defRPr sz="1300"/>
            </a:lvl1pPr>
          </a:lstStyle>
          <a:p>
            <a:endParaRPr lang="en-US"/>
          </a:p>
        </p:txBody>
      </p:sp>
      <p:sp>
        <p:nvSpPr>
          <p:cNvPr id="3" name="Date Placeholder 2">
            <a:extLst>
              <a:ext uri="{FF2B5EF4-FFF2-40B4-BE49-F238E27FC236}">
                <a16:creationId xmlns:a16="http://schemas.microsoft.com/office/drawing/2014/main" id="{F2CC6F94-9BC4-3846-F58E-D1D68C191F4C}"/>
              </a:ext>
            </a:extLst>
          </p:cNvPr>
          <p:cNvSpPr>
            <a:spLocks noGrp="1"/>
          </p:cNvSpPr>
          <p:nvPr>
            <p:ph type="dt" sz="quarter" idx="1"/>
          </p:nvPr>
        </p:nvSpPr>
        <p:spPr>
          <a:xfrm>
            <a:off x="4143587" y="0"/>
            <a:ext cx="3169920" cy="353763"/>
          </a:xfrm>
          <a:prstGeom prst="rect">
            <a:avLst/>
          </a:prstGeom>
        </p:spPr>
        <p:txBody>
          <a:bodyPr vert="horz" lIns="76111" tIns="76111" rIns="76111" bIns="76111" rtlCol="0">
            <a:spAutoFit/>
          </a:bodyPr>
          <a:lstStyle>
            <a:lvl1pPr algn="r">
              <a:defRPr sz="1300"/>
            </a:lvl1pPr>
          </a:lstStyle>
          <a:p>
            <a:fld id="{CC0BB003-453D-49F4-9E2C-B0AABA0AB37D}" type="datetimeFigureOut">
              <a:rPr lang="en-US" smtClean="0"/>
              <a:t>3/3/2026</a:t>
            </a:fld>
            <a:endParaRPr lang="en-US"/>
          </a:p>
        </p:txBody>
      </p:sp>
      <p:sp>
        <p:nvSpPr>
          <p:cNvPr id="4" name="Footer Placeholder 3">
            <a:extLst>
              <a:ext uri="{FF2B5EF4-FFF2-40B4-BE49-F238E27FC236}">
                <a16:creationId xmlns:a16="http://schemas.microsoft.com/office/drawing/2014/main" id="{2F59171E-418A-FCC6-7291-647574BEF435}"/>
              </a:ext>
            </a:extLst>
          </p:cNvPr>
          <p:cNvSpPr>
            <a:spLocks noGrp="1"/>
          </p:cNvSpPr>
          <p:nvPr>
            <p:ph type="ftr" sz="quarter" idx="2"/>
          </p:nvPr>
        </p:nvSpPr>
        <p:spPr>
          <a:xfrm>
            <a:off x="0" y="9247437"/>
            <a:ext cx="3169920" cy="353763"/>
          </a:xfrm>
          <a:prstGeom prst="rect">
            <a:avLst/>
          </a:prstGeom>
        </p:spPr>
        <p:txBody>
          <a:bodyPr vert="horz" lIns="76111" tIns="76111" rIns="76111" bIns="76111" rtlCol="0" anchor="b">
            <a:spAutoFit/>
          </a:bodyPr>
          <a:lstStyle>
            <a:lvl1pPr algn="l">
              <a:defRPr sz="1300"/>
            </a:lvl1pPr>
          </a:lstStyle>
          <a:p>
            <a:endParaRPr lang="en-US"/>
          </a:p>
        </p:txBody>
      </p:sp>
      <p:sp>
        <p:nvSpPr>
          <p:cNvPr id="5" name="Slide Number Placeholder 4">
            <a:extLst>
              <a:ext uri="{FF2B5EF4-FFF2-40B4-BE49-F238E27FC236}">
                <a16:creationId xmlns:a16="http://schemas.microsoft.com/office/drawing/2014/main" id="{C28DF413-5A80-0E4B-FAC6-ED9C1B6AAD13}"/>
              </a:ext>
            </a:extLst>
          </p:cNvPr>
          <p:cNvSpPr>
            <a:spLocks noGrp="1"/>
          </p:cNvSpPr>
          <p:nvPr>
            <p:ph type="sldNum" sz="quarter" idx="3"/>
          </p:nvPr>
        </p:nvSpPr>
        <p:spPr>
          <a:xfrm>
            <a:off x="4143587" y="9247437"/>
            <a:ext cx="3169920" cy="353763"/>
          </a:xfrm>
          <a:prstGeom prst="rect">
            <a:avLst/>
          </a:prstGeom>
        </p:spPr>
        <p:txBody>
          <a:bodyPr vert="horz" lIns="76111" tIns="76111" rIns="76111" bIns="76111" rtlCol="0" anchor="b">
            <a:spAutoFit/>
          </a:bodyPr>
          <a:lstStyle>
            <a:lvl1pPr algn="r">
              <a:defRPr sz="1300"/>
            </a:lvl1pPr>
          </a:lstStyle>
          <a:p>
            <a:fld id="{5CEEF8C8-A39C-426A-A785-874186603B59}" type="slidenum">
              <a:rPr lang="en-US" smtClean="0"/>
              <a:t>‹#›</a:t>
            </a:fld>
            <a:endParaRPr lang="en-US"/>
          </a:p>
        </p:txBody>
      </p:sp>
    </p:spTree>
    <p:extLst>
      <p:ext uri="{BB962C8B-B14F-4D97-AF65-F5344CB8AC3E}">
        <p14:creationId xmlns:p14="http://schemas.microsoft.com/office/powerpoint/2010/main" val="4497637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024" userDrawn="1">
          <p15:clr>
            <a:srgbClr val="F26B43"/>
          </p15:clr>
        </p15:guide>
        <p15:guide id="2" pos="230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276910"/>
          </a:xfrm>
          <a:prstGeom prst="rect">
            <a:avLst/>
          </a:prstGeom>
        </p:spPr>
        <p:txBody>
          <a:bodyPr vert="horz" lIns="38056" tIns="38056" rIns="38056" bIns="38056" rtlCol="0">
            <a:spAutoFit/>
          </a:bodyPr>
          <a:lstStyle>
            <a:lvl1pPr algn="l">
              <a:defRPr sz="1300"/>
            </a:lvl1pPr>
          </a:lstStyle>
          <a:p>
            <a:endParaRPr lang="en-US"/>
          </a:p>
        </p:txBody>
      </p:sp>
      <p:sp>
        <p:nvSpPr>
          <p:cNvPr id="3" name="Date Placeholder 2"/>
          <p:cNvSpPr>
            <a:spLocks noGrp="1"/>
          </p:cNvSpPr>
          <p:nvPr>
            <p:ph type="dt" idx="1"/>
          </p:nvPr>
        </p:nvSpPr>
        <p:spPr>
          <a:xfrm>
            <a:off x="4143587" y="1"/>
            <a:ext cx="3169920" cy="276910"/>
          </a:xfrm>
          <a:prstGeom prst="rect">
            <a:avLst/>
          </a:prstGeom>
        </p:spPr>
        <p:txBody>
          <a:bodyPr vert="horz" lIns="38056" tIns="38056" rIns="38056" bIns="38056" rtlCol="0">
            <a:spAutoFit/>
          </a:bodyPr>
          <a:lstStyle>
            <a:lvl1pPr algn="r">
              <a:defRPr sz="1300"/>
            </a:lvl1pPr>
          </a:lstStyle>
          <a:p>
            <a:fld id="{17C9ACF2-9523-4E24-AB2A-AA40E013F93F}" type="datetimeFigureOut">
              <a:rPr lang="en-US" smtClean="0"/>
              <a:t>3/3/2026</a:t>
            </a:fld>
            <a:endParaRPr lang="en-US"/>
          </a:p>
        </p:txBody>
      </p:sp>
      <p:sp>
        <p:nvSpPr>
          <p:cNvPr id="4" name="Slide Image Placeholder 3"/>
          <p:cNvSpPr>
            <a:spLocks noGrp="1" noRot="1" noChangeAspect="1"/>
          </p:cNvSpPr>
          <p:nvPr>
            <p:ph type="sldImg" idx="2"/>
          </p:nvPr>
        </p:nvSpPr>
        <p:spPr>
          <a:xfrm>
            <a:off x="434975" y="377825"/>
            <a:ext cx="6443663" cy="3624263"/>
          </a:xfrm>
          <a:prstGeom prst="rect">
            <a:avLst/>
          </a:prstGeom>
          <a:noFill/>
          <a:ln w="3175">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708419" y="4376764"/>
            <a:ext cx="5852160" cy="4954198"/>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24290"/>
            <a:ext cx="3169920" cy="276910"/>
          </a:xfrm>
          <a:prstGeom prst="rect">
            <a:avLst/>
          </a:prstGeom>
        </p:spPr>
        <p:txBody>
          <a:bodyPr vert="horz" lIns="38056" tIns="38056" rIns="38056" bIns="38056" rtlCol="0" anchor="b">
            <a:spAutoFit/>
          </a:bodyPr>
          <a:lstStyle>
            <a:lvl1pPr algn="l">
              <a:defRPr sz="1300"/>
            </a:lvl1pPr>
          </a:lstStyle>
          <a:p>
            <a:endParaRPr lang="en-US"/>
          </a:p>
        </p:txBody>
      </p:sp>
      <p:sp>
        <p:nvSpPr>
          <p:cNvPr id="7" name="Slide Number Placeholder 6"/>
          <p:cNvSpPr>
            <a:spLocks noGrp="1"/>
          </p:cNvSpPr>
          <p:nvPr>
            <p:ph type="sldNum" sz="quarter" idx="5"/>
          </p:nvPr>
        </p:nvSpPr>
        <p:spPr>
          <a:xfrm>
            <a:off x="4143587" y="9324290"/>
            <a:ext cx="3169920" cy="276910"/>
          </a:xfrm>
          <a:prstGeom prst="rect">
            <a:avLst/>
          </a:prstGeom>
        </p:spPr>
        <p:txBody>
          <a:bodyPr vert="horz" lIns="38056" tIns="38056" rIns="38056" bIns="38056" rtlCol="0" anchor="b">
            <a:spAutoFit/>
          </a:bodyPr>
          <a:lstStyle>
            <a:lvl1pPr algn="r">
              <a:defRPr sz="1300"/>
            </a:lvl1pPr>
          </a:lstStyle>
          <a:p>
            <a:fld id="{79F5A480-A98C-4E91-8166-A054DD06EBA9}" type="slidenum">
              <a:rPr lang="en-US" smtClean="0"/>
              <a:t>‹#›</a:t>
            </a:fld>
            <a:endParaRPr lang="en-US"/>
          </a:p>
        </p:txBody>
      </p:sp>
      <p:sp>
        <p:nvSpPr>
          <p:cNvPr id="8" name="TextBox 30">
            <a:extLst>
              <a:ext uri="{FF2B5EF4-FFF2-40B4-BE49-F238E27FC236}">
                <a16:creationId xmlns:a16="http://schemas.microsoft.com/office/drawing/2014/main" id="{B5AB089E-4160-1789-5FB9-5606598D96E9}"/>
              </a:ext>
            </a:extLst>
          </p:cNvPr>
          <p:cNvSpPr txBox="1">
            <a:spLocks/>
          </p:cNvSpPr>
          <p:nvPr/>
        </p:nvSpPr>
        <p:spPr>
          <a:xfrm>
            <a:off x="7708419" y="4177085"/>
            <a:ext cx="4865963" cy="203004"/>
          </a:xfrm>
          <a:prstGeom prst="rect">
            <a:avLst/>
          </a:prstGeom>
        </p:spPr>
        <p:txBody>
          <a:bodyPr vert="horz" wrap="square" lIns="0" tIns="0" rIns="0" bIns="0" rtlCol="0">
            <a:spAutoFit/>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300">
                <a:solidFill>
                  <a:srgbClr val="FF0000"/>
                </a:solidFill>
              </a:rPr>
              <a:t>PLACEHOLDER FOR SPEAKER NOTES. </a:t>
            </a:r>
            <a:r>
              <a:rPr lang="en-US" sz="1300" b="1">
                <a:solidFill>
                  <a:srgbClr val="FF0000"/>
                </a:solidFill>
              </a:rPr>
              <a:t>DO NOT DELETE!</a:t>
            </a:r>
          </a:p>
        </p:txBody>
      </p:sp>
    </p:spTree>
    <p:extLst>
      <p:ext uri="{BB962C8B-B14F-4D97-AF65-F5344CB8AC3E}">
        <p14:creationId xmlns:p14="http://schemas.microsoft.com/office/powerpoint/2010/main" val="551558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180975" indent="-180975" algn="l" defTabSz="914400" rtl="0" eaLnBrk="1" latinLnBrk="0" hangingPunct="1">
      <a:defRPr sz="1200" kern="1200">
        <a:solidFill>
          <a:schemeClr val="tx1"/>
        </a:solidFill>
        <a:latin typeface="+mn-lt"/>
        <a:ea typeface="+mn-ea"/>
        <a:cs typeface="+mn-cs"/>
      </a:defRPr>
    </a:lvl2pPr>
    <a:lvl3pPr marL="361950" indent="-180975" algn="l" defTabSz="914400" rtl="0" eaLnBrk="1" latinLnBrk="0" hangingPunct="1">
      <a:defRPr sz="1200" kern="1200">
        <a:solidFill>
          <a:schemeClr val="tx1"/>
        </a:solidFill>
        <a:latin typeface="+mn-lt"/>
        <a:ea typeface="+mn-ea"/>
        <a:cs typeface="+mn-cs"/>
      </a:defRPr>
    </a:lvl3pPr>
    <a:lvl4pPr marL="542925" indent="-180975" algn="l" defTabSz="914400" rtl="0" eaLnBrk="1" latinLnBrk="0" hangingPunct="1">
      <a:defRPr sz="1200" kern="1200">
        <a:solidFill>
          <a:schemeClr val="tx1"/>
        </a:solidFill>
        <a:latin typeface="+mn-lt"/>
        <a:ea typeface="+mn-ea"/>
        <a:cs typeface="+mn-cs"/>
      </a:defRPr>
    </a:lvl4pPr>
    <a:lvl5pPr marL="714375" indent="-17145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755" userDrawn="1">
          <p15:clr>
            <a:srgbClr val="F26B43"/>
          </p15:clr>
        </p15:guide>
        <p15:guide id="2" pos="242" userDrawn="1">
          <p15:clr>
            <a:srgbClr val="F26B43"/>
          </p15:clr>
        </p15:guide>
        <p15:guide id="3" pos="4365"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Title</a:t>
            </a:r>
          </a:p>
        </p:txBody>
      </p:sp>
    </p:spTree>
    <p:extLst>
      <p:ext uri="{BB962C8B-B14F-4D97-AF65-F5344CB8AC3E}">
        <p14:creationId xmlns:p14="http://schemas.microsoft.com/office/powerpoint/2010/main" val="2081108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layout">
    <p:spTree>
      <p:nvGrpSpPr>
        <p:cNvPr id="1" name=""/>
        <p:cNvGrpSpPr/>
        <p:nvPr/>
      </p:nvGrpSpPr>
      <p:grpSpPr>
        <a:xfrm>
          <a:off x="0" y="0"/>
          <a:ext cx="0" cy="0"/>
          <a:chOff x="0" y="0"/>
          <a:chExt cx="0" cy="0"/>
        </a:xfrm>
      </p:grpSpPr>
      <p:pic>
        <p:nvPicPr>
          <p:cNvPr id="14" name="Picture 13" descr="A bridge over water with a city in the background&#10;&#10;Description automatically generated">
            <a:extLst>
              <a:ext uri="{FF2B5EF4-FFF2-40B4-BE49-F238E27FC236}">
                <a16:creationId xmlns:a16="http://schemas.microsoft.com/office/drawing/2014/main" id="{2FF56083-EF44-4D03-F22B-D8BF3915BE8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317999"/>
          </a:xfrm>
          <a:prstGeom prst="rect">
            <a:avLst/>
          </a:prstGeom>
        </p:spPr>
      </p:pic>
      <p:sp>
        <p:nvSpPr>
          <p:cNvPr id="17" name="Platshållare för text 5">
            <a:extLst>
              <a:ext uri="{FF2B5EF4-FFF2-40B4-BE49-F238E27FC236}">
                <a16:creationId xmlns:a16="http://schemas.microsoft.com/office/drawing/2014/main" id="{91D07A75-093C-CC29-0295-DD1A43DF9891}"/>
              </a:ext>
            </a:extLst>
          </p:cNvPr>
          <p:cNvSpPr txBox="1">
            <a:spLocks/>
          </p:cNvSpPr>
          <p:nvPr userDrawn="1"/>
        </p:nvSpPr>
        <p:spPr>
          <a:xfrm>
            <a:off x="4447548" y="2863373"/>
            <a:ext cx="5527988" cy="1123384"/>
          </a:xfrm>
          <a:prstGeom prst="rect">
            <a:avLst/>
          </a:prstGeom>
        </p:spPr>
        <p:txBody>
          <a:bodyPr wrap="none">
            <a:spAutoFit/>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200"/>
              </a:spcBef>
              <a:buSzPct val="120000"/>
              <a:buNone/>
            </a:pPr>
            <a:r>
              <a:rPr lang="en-US" sz="6700" b="1" kern="2400" spc="-550">
                <a:solidFill>
                  <a:schemeClr val="bg1">
                    <a:alpha val="65000"/>
                  </a:schemeClr>
                </a:solidFill>
                <a:latin typeface="Arial"/>
                <a:ea typeface="ＭＳ Ｐゴシック" charset="0"/>
                <a:cs typeface="Arial"/>
              </a:rPr>
              <a:t>Welcome to the</a:t>
            </a:r>
          </a:p>
        </p:txBody>
      </p:sp>
      <p:sp>
        <p:nvSpPr>
          <p:cNvPr id="18" name="Platshållare för text 6">
            <a:extLst>
              <a:ext uri="{FF2B5EF4-FFF2-40B4-BE49-F238E27FC236}">
                <a16:creationId xmlns:a16="http://schemas.microsoft.com/office/drawing/2014/main" id="{9CA49248-ADE0-5317-90A4-4884DA335D1E}"/>
              </a:ext>
            </a:extLst>
          </p:cNvPr>
          <p:cNvSpPr txBox="1">
            <a:spLocks/>
          </p:cNvSpPr>
          <p:nvPr userDrawn="1"/>
        </p:nvSpPr>
        <p:spPr>
          <a:xfrm>
            <a:off x="5080230" y="3327778"/>
            <a:ext cx="6702091" cy="1123384"/>
          </a:xfrm>
          <a:prstGeom prst="rect">
            <a:avLst/>
          </a:prstGeom>
        </p:spPr>
        <p:txBody>
          <a:bodyPr wrap="none">
            <a:spAutoFit/>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200"/>
              </a:spcBef>
              <a:buSzPct val="120000"/>
              <a:buNone/>
            </a:pPr>
            <a:r>
              <a:rPr lang="en-US" sz="6700" b="1" kern="2400" spc="-550">
                <a:solidFill>
                  <a:schemeClr val="bg1">
                    <a:alpha val="90000"/>
                  </a:schemeClr>
                </a:solidFill>
                <a:latin typeface="Arial"/>
                <a:ea typeface="ＭＳ Ｐゴシック" charset="0"/>
                <a:cs typeface="Arial"/>
              </a:rPr>
              <a:t>World of Trelleborg</a:t>
            </a:r>
          </a:p>
        </p:txBody>
      </p:sp>
      <p:sp>
        <p:nvSpPr>
          <p:cNvPr id="19" name="Title 5">
            <a:extLst>
              <a:ext uri="{FF2B5EF4-FFF2-40B4-BE49-F238E27FC236}">
                <a16:creationId xmlns:a16="http://schemas.microsoft.com/office/drawing/2014/main" id="{EE4E0A4E-F1A4-4C53-6FCB-78BDB21504AA}"/>
              </a:ext>
            </a:extLst>
          </p:cNvPr>
          <p:cNvSpPr>
            <a:spLocks noGrp="1"/>
          </p:cNvSpPr>
          <p:nvPr>
            <p:ph type="title" hasCustomPrompt="1"/>
          </p:nvPr>
        </p:nvSpPr>
        <p:spPr>
          <a:xfrm>
            <a:off x="5272201" y="4492547"/>
            <a:ext cx="6400800" cy="429348"/>
          </a:xfrm>
        </p:spPr>
        <p:txBody>
          <a:bodyPr wrap="square">
            <a:spAutoFit/>
          </a:bodyPr>
          <a:lstStyle>
            <a:lvl1pPr>
              <a:defRPr sz="3100">
                <a:solidFill>
                  <a:schemeClr val="bg1">
                    <a:alpha val="90000"/>
                  </a:schemeClr>
                </a:solidFill>
              </a:defRPr>
            </a:lvl1pPr>
          </a:lstStyle>
          <a:p>
            <a:r>
              <a:rPr lang="en-US"/>
              <a:t>Click to add presentation name</a:t>
            </a:r>
          </a:p>
        </p:txBody>
      </p:sp>
      <p:sp>
        <p:nvSpPr>
          <p:cNvPr id="20" name="Text Placeholder 14">
            <a:extLst>
              <a:ext uri="{FF2B5EF4-FFF2-40B4-BE49-F238E27FC236}">
                <a16:creationId xmlns:a16="http://schemas.microsoft.com/office/drawing/2014/main" id="{9A31CA47-65E2-612A-723D-E0638444D2DE}"/>
              </a:ext>
            </a:extLst>
          </p:cNvPr>
          <p:cNvSpPr>
            <a:spLocks noGrp="1"/>
          </p:cNvSpPr>
          <p:nvPr>
            <p:ph type="body" sz="quarter" idx="13" hasCustomPrompt="1"/>
          </p:nvPr>
        </p:nvSpPr>
        <p:spPr>
          <a:xfrm>
            <a:off x="5272201" y="4994504"/>
            <a:ext cx="6400800" cy="324000"/>
          </a:xfrm>
        </p:spPr>
        <p:txBody>
          <a:bodyPr wrap="square">
            <a:spAutoFit/>
          </a:bodyPr>
          <a:lstStyle>
            <a:lvl1pPr marL="0" indent="0">
              <a:buNone/>
              <a:defRPr sz="2400">
                <a:solidFill>
                  <a:schemeClr val="bg1">
                    <a:alpha val="90000"/>
                  </a:schemeClr>
                </a:solidFill>
              </a:defRPr>
            </a:lvl1pPr>
            <a:lvl2pPr marL="178775" indent="0">
              <a:buNone/>
              <a:defRPr>
                <a:solidFill>
                  <a:schemeClr val="bg1"/>
                </a:solidFill>
              </a:defRPr>
            </a:lvl2pPr>
            <a:lvl3pPr marL="360000" indent="0">
              <a:buNone/>
              <a:defRPr>
                <a:solidFill>
                  <a:schemeClr val="bg1"/>
                </a:solidFill>
              </a:defRPr>
            </a:lvl3pPr>
            <a:lvl4pPr marL="539138" indent="0">
              <a:buNone/>
              <a:defRPr>
                <a:solidFill>
                  <a:schemeClr val="bg1"/>
                </a:solidFill>
              </a:defRPr>
            </a:lvl4pPr>
            <a:lvl5pPr marL="720000" indent="0">
              <a:buNone/>
              <a:defRPr>
                <a:solidFill>
                  <a:schemeClr val="bg1"/>
                </a:solidFill>
              </a:defRPr>
            </a:lvl5pPr>
          </a:lstStyle>
          <a:p>
            <a:pPr lvl="0"/>
            <a:r>
              <a:rPr lang="en-US"/>
              <a:t>Click to add location and date</a:t>
            </a:r>
          </a:p>
        </p:txBody>
      </p:sp>
      <p:sp>
        <p:nvSpPr>
          <p:cNvPr id="21" name="Text Placeholder 14">
            <a:extLst>
              <a:ext uri="{FF2B5EF4-FFF2-40B4-BE49-F238E27FC236}">
                <a16:creationId xmlns:a16="http://schemas.microsoft.com/office/drawing/2014/main" id="{F30FA783-13B7-CC24-C426-21199798B860}"/>
              </a:ext>
            </a:extLst>
          </p:cNvPr>
          <p:cNvSpPr>
            <a:spLocks noGrp="1"/>
          </p:cNvSpPr>
          <p:nvPr>
            <p:ph type="body" sz="quarter" idx="14" hasCustomPrompt="1"/>
          </p:nvPr>
        </p:nvSpPr>
        <p:spPr>
          <a:xfrm>
            <a:off x="5272201" y="5338754"/>
            <a:ext cx="6400800" cy="324000"/>
          </a:xfrm>
        </p:spPr>
        <p:txBody>
          <a:bodyPr wrap="square">
            <a:spAutoFit/>
          </a:bodyPr>
          <a:lstStyle>
            <a:lvl1pPr marL="0" indent="0">
              <a:buNone/>
              <a:defRPr sz="2400">
                <a:solidFill>
                  <a:schemeClr val="bg1">
                    <a:alpha val="90000"/>
                  </a:schemeClr>
                </a:solidFill>
              </a:defRPr>
            </a:lvl1pPr>
            <a:lvl2pPr marL="178775" indent="0">
              <a:buNone/>
              <a:defRPr>
                <a:solidFill>
                  <a:schemeClr val="bg1"/>
                </a:solidFill>
              </a:defRPr>
            </a:lvl2pPr>
            <a:lvl3pPr marL="360000" indent="0">
              <a:buNone/>
              <a:defRPr>
                <a:solidFill>
                  <a:schemeClr val="bg1"/>
                </a:solidFill>
              </a:defRPr>
            </a:lvl3pPr>
            <a:lvl4pPr marL="539138" indent="0">
              <a:buNone/>
              <a:defRPr>
                <a:solidFill>
                  <a:schemeClr val="bg1"/>
                </a:solidFill>
              </a:defRPr>
            </a:lvl4pPr>
            <a:lvl5pPr marL="720000" indent="0">
              <a:buNone/>
              <a:defRPr>
                <a:solidFill>
                  <a:schemeClr val="bg1"/>
                </a:solidFill>
              </a:defRPr>
            </a:lvl5pPr>
          </a:lstStyle>
          <a:p>
            <a:pPr lvl="0"/>
            <a:r>
              <a:rPr lang="en-US"/>
              <a:t>Click to add name and title</a:t>
            </a:r>
          </a:p>
        </p:txBody>
      </p:sp>
    </p:spTree>
    <p:extLst>
      <p:ext uri="{BB962C8B-B14F-4D97-AF65-F5344CB8AC3E}">
        <p14:creationId xmlns:p14="http://schemas.microsoft.com/office/powerpoint/2010/main" val="4271837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Section divider</a:t>
            </a:r>
          </a:p>
        </p:txBody>
      </p:sp>
    </p:spTree>
    <p:extLst>
      <p:ext uri="{BB962C8B-B14F-4D97-AF65-F5344CB8AC3E}">
        <p14:creationId xmlns:p14="http://schemas.microsoft.com/office/powerpoint/2010/main" val="3087849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  Section divider  (option 1)">
    <p:spTree>
      <p:nvGrpSpPr>
        <p:cNvPr id="1" name=""/>
        <p:cNvGrpSpPr/>
        <p:nvPr/>
      </p:nvGrpSpPr>
      <p:grpSpPr>
        <a:xfrm>
          <a:off x="0" y="0"/>
          <a:ext cx="0" cy="0"/>
          <a:chOff x="0" y="0"/>
          <a:chExt cx="0" cy="0"/>
        </a:xfrm>
      </p:grpSpPr>
      <p:pic>
        <p:nvPicPr>
          <p:cNvPr id="14" name="Picture 13" descr="A pile of blue round objects&#10;&#10;Description automatically generated">
            <a:extLst>
              <a:ext uri="{FF2B5EF4-FFF2-40B4-BE49-F238E27FC236}">
                <a16:creationId xmlns:a16="http://schemas.microsoft.com/office/drawing/2014/main" id="{21039A13-5E24-01BD-7AE6-E21BAF2FF5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0" cy="6321600"/>
          </a:xfrm>
          <a:prstGeom prst="rect">
            <a:avLst/>
          </a:prstGeom>
        </p:spPr>
      </p:pic>
      <p:sp>
        <p:nvSpPr>
          <p:cNvPr id="3" name="Footer Placeholder 2">
            <a:extLst>
              <a:ext uri="{FF2B5EF4-FFF2-40B4-BE49-F238E27FC236}">
                <a16:creationId xmlns:a16="http://schemas.microsoft.com/office/drawing/2014/main" id="{CD2E82C4-E4C4-75F7-134D-532AAFEFE9C6}"/>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75BCA23C-5C32-5088-F69D-1334AF24ED3E}"/>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6F1A2ADD-C034-0CE2-60D7-A98BC33CC8C1}"/>
              </a:ext>
            </a:extLst>
          </p:cNvPr>
          <p:cNvSpPr>
            <a:spLocks noGrp="1"/>
          </p:cNvSpPr>
          <p:nvPr>
            <p:ph type="dt" sz="half" idx="12"/>
          </p:nvPr>
        </p:nvSpPr>
        <p:spPr/>
        <p:txBody>
          <a:bodyPr/>
          <a:lstStyle/>
          <a:p>
            <a:fld id="{343B7AF6-E61D-4D5E-AA5E-F0A0FEE57720}" type="datetime4">
              <a:rPr lang="en-US" smtClean="0"/>
              <a:t>March 3, 2026</a:t>
            </a:fld>
            <a:endParaRPr lang="en-US"/>
          </a:p>
        </p:txBody>
      </p:sp>
      <p:sp>
        <p:nvSpPr>
          <p:cNvPr id="13" name="Title 12">
            <a:extLst>
              <a:ext uri="{FF2B5EF4-FFF2-40B4-BE49-F238E27FC236}">
                <a16:creationId xmlns:a16="http://schemas.microsoft.com/office/drawing/2014/main" id="{09B5E219-96E4-B92D-AE36-E2D19DEBA32E}"/>
              </a:ext>
            </a:extLst>
          </p:cNvPr>
          <p:cNvSpPr>
            <a:spLocks noGrp="1"/>
          </p:cNvSpPr>
          <p:nvPr>
            <p:ph type="title" hasCustomPrompt="1"/>
          </p:nvPr>
        </p:nvSpPr>
        <p:spPr>
          <a:xfrm>
            <a:off x="793999" y="3717156"/>
            <a:ext cx="10859839" cy="927946"/>
          </a:xfrm>
        </p:spPr>
        <p:txBody>
          <a:bodyPr wrap="square" anchor="t">
            <a:spAutoFit/>
          </a:bodyPr>
          <a:lstStyle>
            <a:lvl1pPr>
              <a:defRPr sz="6700" kern="2400" spc="-550" baseline="0">
                <a:solidFill>
                  <a:schemeClr val="bg1">
                    <a:alpha val="65000"/>
                  </a:schemeClr>
                </a:solidFill>
              </a:defRPr>
            </a:lvl1pPr>
          </a:lstStyle>
          <a:p>
            <a:r>
              <a:rPr lang="en-US"/>
              <a:t>Click to add section divider text</a:t>
            </a:r>
          </a:p>
        </p:txBody>
      </p:sp>
      <p:sp>
        <p:nvSpPr>
          <p:cNvPr id="21" name="Text Placeholder 20">
            <a:extLst>
              <a:ext uri="{FF2B5EF4-FFF2-40B4-BE49-F238E27FC236}">
                <a16:creationId xmlns:a16="http://schemas.microsoft.com/office/drawing/2014/main" id="{9115E250-E415-ADB7-5CD0-E76009059116}"/>
              </a:ext>
            </a:extLst>
          </p:cNvPr>
          <p:cNvSpPr>
            <a:spLocks noGrp="1"/>
          </p:cNvSpPr>
          <p:nvPr>
            <p:ph type="body" sz="quarter" idx="14" hasCustomPrompt="1"/>
          </p:nvPr>
        </p:nvSpPr>
        <p:spPr>
          <a:xfrm>
            <a:off x="1417648" y="4058698"/>
            <a:ext cx="10236189" cy="1046184"/>
          </a:xfrm>
        </p:spPr>
        <p:txBody>
          <a:bodyPr wrap="square">
            <a:spAutoFit/>
          </a:bodyPr>
          <a:lstStyle>
            <a:lvl1pPr marL="0" indent="0">
              <a:buNone/>
              <a:defRPr sz="6700" b="1" kern="2400" spc="-550" baseline="0">
                <a:solidFill>
                  <a:schemeClr val="bg1">
                    <a:alpha val="90000"/>
                  </a:schemeClr>
                </a:solidFill>
              </a:defRPr>
            </a:lvl1pPr>
          </a:lstStyle>
          <a:p>
            <a:pPr lvl="0"/>
            <a:r>
              <a:rPr lang="en-US"/>
              <a:t>preferably two lines</a:t>
            </a:r>
          </a:p>
        </p:txBody>
      </p:sp>
      <p:sp>
        <p:nvSpPr>
          <p:cNvPr id="2" name="Rectangle 1">
            <a:extLst>
              <a:ext uri="{FF2B5EF4-FFF2-40B4-BE49-F238E27FC236}">
                <a16:creationId xmlns:a16="http://schemas.microsoft.com/office/drawing/2014/main" id="{0475A65D-43E7-43CB-B1DC-1AA3498557FA}"/>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1BF84820-31F1-B83D-4E26-E092B59B0357}"/>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8" name="Text Placeholder 14">
            <a:extLst>
              <a:ext uri="{FF2B5EF4-FFF2-40B4-BE49-F238E27FC236}">
                <a16:creationId xmlns:a16="http://schemas.microsoft.com/office/drawing/2014/main" id="{8279A15E-E54F-4DAA-5039-C13CF5FB75D7}"/>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dividing the presentation into sections.</a:t>
            </a:r>
          </a:p>
          <a:p>
            <a:pPr>
              <a:lnSpc>
                <a:spcPct val="100000"/>
              </a:lnSpc>
              <a:spcBef>
                <a:spcPts val="600"/>
              </a:spcBef>
              <a:spcAft>
                <a:spcPts val="600"/>
              </a:spcAft>
            </a:pPr>
            <a:r>
              <a:rPr lang="en-US" sz="1050">
                <a:solidFill>
                  <a:schemeClr val="tx1">
                    <a:alpha val="90000"/>
                  </a:schemeClr>
                </a:solidFill>
              </a:rPr>
              <a:t>This picture is </a:t>
            </a:r>
            <a:br>
              <a:rPr lang="en-US" sz="1050">
                <a:solidFill>
                  <a:schemeClr val="tx1">
                    <a:alpha val="90000"/>
                  </a:schemeClr>
                </a:solidFill>
              </a:rPr>
            </a:br>
            <a:r>
              <a:rPr lang="en-US" sz="1050">
                <a:solidFill>
                  <a:schemeClr val="tx1">
                    <a:alpha val="90000"/>
                  </a:schemeClr>
                </a:solidFill>
              </a:rPr>
              <a:t>one of two default options.</a:t>
            </a:r>
          </a:p>
          <a:p>
            <a:pPr>
              <a:lnSpc>
                <a:spcPct val="100000"/>
              </a:lnSpc>
              <a:spcBef>
                <a:spcPts val="600"/>
              </a:spcBef>
              <a:spcAft>
                <a:spcPts val="600"/>
              </a:spcAft>
            </a:pPr>
            <a:r>
              <a:rPr lang="en-US" sz="1050">
                <a:solidFill>
                  <a:schemeClr val="tx1">
                    <a:alpha val="90000"/>
                  </a:schemeClr>
                </a:solidFill>
              </a:rPr>
              <a:t>The picture may be exchanged. To do so, please use the next slides with either black or white text. Choose the option with the best legibility.</a:t>
            </a:r>
          </a:p>
          <a:p>
            <a:endParaRPr lang="en-US" sz="1050">
              <a:solidFill>
                <a:schemeClr val="tx1">
                  <a:alpha val="90000"/>
                </a:schemeClr>
              </a:solidFill>
            </a:endParaRPr>
          </a:p>
        </p:txBody>
      </p:sp>
      <p:sp>
        <p:nvSpPr>
          <p:cNvPr id="9" name="Text Placeholder 14">
            <a:extLst>
              <a:ext uri="{FF2B5EF4-FFF2-40B4-BE49-F238E27FC236}">
                <a16:creationId xmlns:a16="http://schemas.microsoft.com/office/drawing/2014/main" id="{04A4F2AD-5ADC-6997-65BD-83EACEA7E73E}"/>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Section divider (option 1)</a:t>
            </a:r>
          </a:p>
        </p:txBody>
      </p:sp>
      <p:cxnSp>
        <p:nvCxnSpPr>
          <p:cNvPr id="10" name="Straight Connector 9">
            <a:extLst>
              <a:ext uri="{FF2B5EF4-FFF2-40B4-BE49-F238E27FC236}">
                <a16:creationId xmlns:a16="http://schemas.microsoft.com/office/drawing/2014/main" id="{F698932B-31B6-5487-DFA4-E7A48CC3FFAD}"/>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9684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divider   (option 2)">
    <p:spTree>
      <p:nvGrpSpPr>
        <p:cNvPr id="1" name=""/>
        <p:cNvGrpSpPr/>
        <p:nvPr/>
      </p:nvGrpSpPr>
      <p:grpSpPr>
        <a:xfrm>
          <a:off x="0" y="0"/>
          <a:ext cx="0" cy="0"/>
          <a:chOff x="0" y="0"/>
          <a:chExt cx="0" cy="0"/>
        </a:xfrm>
      </p:grpSpPr>
      <p:pic>
        <p:nvPicPr>
          <p:cNvPr id="14" name="Picture 13" descr="Close-up of a molecule model&#10;&#10;Description automatically generated">
            <a:extLst>
              <a:ext uri="{FF2B5EF4-FFF2-40B4-BE49-F238E27FC236}">
                <a16:creationId xmlns:a16="http://schemas.microsoft.com/office/drawing/2014/main" id="{B59F7929-18C9-D935-8A79-ADDD408D3A5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323584"/>
          </a:xfrm>
          <a:prstGeom prst="rect">
            <a:avLst/>
          </a:prstGeom>
        </p:spPr>
      </p:pic>
      <p:sp>
        <p:nvSpPr>
          <p:cNvPr id="3" name="Footer Placeholder 2">
            <a:extLst>
              <a:ext uri="{FF2B5EF4-FFF2-40B4-BE49-F238E27FC236}">
                <a16:creationId xmlns:a16="http://schemas.microsoft.com/office/drawing/2014/main" id="{CD2E82C4-E4C4-75F7-134D-532AAFEFE9C6}"/>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75BCA23C-5C32-5088-F69D-1334AF24ED3E}"/>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6F1A2ADD-C034-0CE2-60D7-A98BC33CC8C1}"/>
              </a:ext>
            </a:extLst>
          </p:cNvPr>
          <p:cNvSpPr>
            <a:spLocks noGrp="1"/>
          </p:cNvSpPr>
          <p:nvPr>
            <p:ph type="dt" sz="half" idx="12"/>
          </p:nvPr>
        </p:nvSpPr>
        <p:spPr/>
        <p:txBody>
          <a:bodyPr/>
          <a:lstStyle/>
          <a:p>
            <a:fld id="{B1576624-D3C2-40D0-A3F0-D4FECC101AFD}" type="datetime4">
              <a:rPr lang="en-US" smtClean="0"/>
              <a:t>March 3, 2026</a:t>
            </a:fld>
            <a:endParaRPr lang="en-US"/>
          </a:p>
        </p:txBody>
      </p:sp>
      <p:sp>
        <p:nvSpPr>
          <p:cNvPr id="12" name="Title 12">
            <a:extLst>
              <a:ext uri="{FF2B5EF4-FFF2-40B4-BE49-F238E27FC236}">
                <a16:creationId xmlns:a16="http://schemas.microsoft.com/office/drawing/2014/main" id="{B631AC8A-C28B-2276-BBC2-E2094C1D954C}"/>
              </a:ext>
            </a:extLst>
          </p:cNvPr>
          <p:cNvSpPr>
            <a:spLocks noGrp="1"/>
          </p:cNvSpPr>
          <p:nvPr>
            <p:ph type="title" hasCustomPrompt="1"/>
          </p:nvPr>
        </p:nvSpPr>
        <p:spPr>
          <a:xfrm>
            <a:off x="793999" y="3717156"/>
            <a:ext cx="10859839" cy="927946"/>
          </a:xfrm>
        </p:spPr>
        <p:txBody>
          <a:bodyPr wrap="square" anchor="t">
            <a:spAutoFit/>
          </a:bodyPr>
          <a:lstStyle>
            <a:lvl1pPr>
              <a:defRPr sz="6700" kern="2400" spc="-550" baseline="0">
                <a:solidFill>
                  <a:schemeClr val="tx1">
                    <a:alpha val="65000"/>
                  </a:schemeClr>
                </a:solidFill>
              </a:defRPr>
            </a:lvl1pPr>
          </a:lstStyle>
          <a:p>
            <a:r>
              <a:rPr lang="en-US"/>
              <a:t>Click to add section divider text</a:t>
            </a:r>
          </a:p>
        </p:txBody>
      </p:sp>
      <p:sp>
        <p:nvSpPr>
          <p:cNvPr id="13" name="Text Placeholder 20">
            <a:extLst>
              <a:ext uri="{FF2B5EF4-FFF2-40B4-BE49-F238E27FC236}">
                <a16:creationId xmlns:a16="http://schemas.microsoft.com/office/drawing/2014/main" id="{BA87814B-D74C-7E13-0334-6544D472DDF6}"/>
              </a:ext>
            </a:extLst>
          </p:cNvPr>
          <p:cNvSpPr>
            <a:spLocks noGrp="1"/>
          </p:cNvSpPr>
          <p:nvPr>
            <p:ph type="body" sz="quarter" idx="14" hasCustomPrompt="1"/>
          </p:nvPr>
        </p:nvSpPr>
        <p:spPr>
          <a:xfrm>
            <a:off x="1417648" y="4058698"/>
            <a:ext cx="10236189" cy="1046184"/>
          </a:xfrm>
        </p:spPr>
        <p:txBody>
          <a:bodyPr wrap="square">
            <a:spAutoFit/>
          </a:bodyPr>
          <a:lstStyle>
            <a:lvl1pPr marL="0" indent="0">
              <a:buNone/>
              <a:defRPr sz="6700" b="1" kern="2400" spc="-550" baseline="0">
                <a:solidFill>
                  <a:schemeClr val="tx1">
                    <a:alpha val="90000"/>
                  </a:schemeClr>
                </a:solidFill>
              </a:defRPr>
            </a:lvl1pPr>
          </a:lstStyle>
          <a:p>
            <a:pPr lvl="0"/>
            <a:r>
              <a:rPr lang="en-US"/>
              <a:t>preferably two lines</a:t>
            </a:r>
          </a:p>
        </p:txBody>
      </p:sp>
      <p:sp>
        <p:nvSpPr>
          <p:cNvPr id="6" name="Rectangle 5">
            <a:extLst>
              <a:ext uri="{FF2B5EF4-FFF2-40B4-BE49-F238E27FC236}">
                <a16:creationId xmlns:a16="http://schemas.microsoft.com/office/drawing/2014/main" id="{5E701AB1-BA42-17D3-EADA-8CA27E06B625}"/>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9757374E-7FB7-5928-E71B-EE966B8CD30C}"/>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8" name="Text Placeholder 14">
            <a:extLst>
              <a:ext uri="{FF2B5EF4-FFF2-40B4-BE49-F238E27FC236}">
                <a16:creationId xmlns:a16="http://schemas.microsoft.com/office/drawing/2014/main" id="{91EFE4E1-E895-95A1-DA9C-6922E3FE13C9}"/>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dividing the presentation into sections.</a:t>
            </a:r>
          </a:p>
          <a:p>
            <a:pPr>
              <a:lnSpc>
                <a:spcPct val="100000"/>
              </a:lnSpc>
              <a:spcBef>
                <a:spcPts val="600"/>
              </a:spcBef>
              <a:spcAft>
                <a:spcPts val="600"/>
              </a:spcAft>
            </a:pPr>
            <a:r>
              <a:rPr lang="en-US" sz="1050">
                <a:solidFill>
                  <a:schemeClr val="tx1">
                    <a:alpha val="90000"/>
                  </a:schemeClr>
                </a:solidFill>
              </a:rPr>
              <a:t>This picture is </a:t>
            </a:r>
            <a:br>
              <a:rPr lang="en-US" sz="1050">
                <a:solidFill>
                  <a:schemeClr val="tx1">
                    <a:alpha val="90000"/>
                  </a:schemeClr>
                </a:solidFill>
              </a:rPr>
            </a:br>
            <a:r>
              <a:rPr lang="en-US" sz="1050">
                <a:solidFill>
                  <a:schemeClr val="tx1">
                    <a:alpha val="90000"/>
                  </a:schemeClr>
                </a:solidFill>
              </a:rPr>
              <a:t>one of two default options.</a:t>
            </a:r>
          </a:p>
          <a:p>
            <a:pPr>
              <a:lnSpc>
                <a:spcPct val="100000"/>
              </a:lnSpc>
              <a:spcBef>
                <a:spcPts val="600"/>
              </a:spcBef>
              <a:spcAft>
                <a:spcPts val="600"/>
              </a:spcAft>
            </a:pPr>
            <a:r>
              <a:rPr lang="en-US" sz="1050">
                <a:solidFill>
                  <a:schemeClr val="tx1">
                    <a:alpha val="90000"/>
                  </a:schemeClr>
                </a:solidFill>
              </a:rPr>
              <a:t>The picture may be exchanged. To do so, please use the next slides with either black or white text. Choose the option with the best legibility.</a:t>
            </a:r>
          </a:p>
        </p:txBody>
      </p:sp>
      <p:sp>
        <p:nvSpPr>
          <p:cNvPr id="9" name="Text Placeholder 14">
            <a:extLst>
              <a:ext uri="{FF2B5EF4-FFF2-40B4-BE49-F238E27FC236}">
                <a16:creationId xmlns:a16="http://schemas.microsoft.com/office/drawing/2014/main" id="{3659CBF1-350C-4D27-D419-177B583FEA0A}"/>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Section divider </a:t>
            </a:r>
            <a:br>
              <a:rPr lang="en-US" sz="1500" b="1">
                <a:solidFill>
                  <a:schemeClr val="tx1">
                    <a:alpha val="90000"/>
                  </a:schemeClr>
                </a:solidFill>
              </a:rPr>
            </a:br>
            <a:r>
              <a:rPr lang="en-US" sz="1500" b="1">
                <a:solidFill>
                  <a:schemeClr val="tx1">
                    <a:alpha val="90000"/>
                  </a:schemeClr>
                </a:solidFill>
              </a:rPr>
              <a:t>(option 2)</a:t>
            </a:r>
          </a:p>
        </p:txBody>
      </p:sp>
      <p:cxnSp>
        <p:nvCxnSpPr>
          <p:cNvPr id="11" name="Straight Connector 10">
            <a:extLst>
              <a:ext uri="{FF2B5EF4-FFF2-40B4-BE49-F238E27FC236}">
                <a16:creationId xmlns:a16="http://schemas.microsoft.com/office/drawing/2014/main" id="{4479317C-BA14-2104-07A5-C5447AE5FEAE}"/>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1193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  Section divider    (white text)">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6A3F4F4-7BBD-6943-C498-8A7432F35526}"/>
              </a:ext>
            </a:extLst>
          </p:cNvPr>
          <p:cNvSpPr>
            <a:spLocks noGrp="1"/>
          </p:cNvSpPr>
          <p:nvPr>
            <p:ph type="pic" sz="quarter" idx="30"/>
          </p:nvPr>
        </p:nvSpPr>
        <p:spPr>
          <a:xfrm>
            <a:off x="0" y="0"/>
            <a:ext cx="12192000" cy="6319838"/>
          </a:xfrm>
          <a:solidFill>
            <a:schemeClr val="bg2"/>
          </a:solidFill>
        </p:spPr>
        <p:txBody>
          <a:bodyPr tIns="2628000"/>
          <a:lstStyle>
            <a:lvl1pPr marL="0" indent="0" algn="ctr">
              <a:buNone/>
              <a:defRPr i="1">
                <a:solidFill>
                  <a:schemeClr val="tx1"/>
                </a:solidFill>
              </a:defRPr>
            </a:lvl1pPr>
          </a:lstStyle>
          <a:p>
            <a:r>
              <a:rPr lang="en-US"/>
              <a:t>Click icon to add picture</a:t>
            </a:r>
          </a:p>
        </p:txBody>
      </p:sp>
      <p:sp>
        <p:nvSpPr>
          <p:cNvPr id="3" name="Footer Placeholder 2">
            <a:extLst>
              <a:ext uri="{FF2B5EF4-FFF2-40B4-BE49-F238E27FC236}">
                <a16:creationId xmlns:a16="http://schemas.microsoft.com/office/drawing/2014/main" id="{CD2E82C4-E4C4-75F7-134D-532AAFEFE9C6}"/>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75BCA23C-5C32-5088-F69D-1334AF24ED3E}"/>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6F1A2ADD-C034-0CE2-60D7-A98BC33CC8C1}"/>
              </a:ext>
            </a:extLst>
          </p:cNvPr>
          <p:cNvSpPr>
            <a:spLocks noGrp="1"/>
          </p:cNvSpPr>
          <p:nvPr>
            <p:ph type="dt" sz="half" idx="12"/>
          </p:nvPr>
        </p:nvSpPr>
        <p:spPr/>
        <p:txBody>
          <a:bodyPr/>
          <a:lstStyle/>
          <a:p>
            <a:fld id="{B1576624-D3C2-40D0-A3F0-D4FECC101AFD}" type="datetime4">
              <a:rPr lang="en-US" smtClean="0"/>
              <a:t>March 3, 2026</a:t>
            </a:fld>
            <a:endParaRPr lang="en-US"/>
          </a:p>
        </p:txBody>
      </p:sp>
      <p:sp>
        <p:nvSpPr>
          <p:cNvPr id="12" name="Title 12">
            <a:extLst>
              <a:ext uri="{FF2B5EF4-FFF2-40B4-BE49-F238E27FC236}">
                <a16:creationId xmlns:a16="http://schemas.microsoft.com/office/drawing/2014/main" id="{B631AC8A-C28B-2276-BBC2-E2094C1D954C}"/>
              </a:ext>
            </a:extLst>
          </p:cNvPr>
          <p:cNvSpPr>
            <a:spLocks noGrp="1"/>
          </p:cNvSpPr>
          <p:nvPr>
            <p:ph type="title" hasCustomPrompt="1"/>
          </p:nvPr>
        </p:nvSpPr>
        <p:spPr>
          <a:xfrm>
            <a:off x="793999" y="3717156"/>
            <a:ext cx="10859839" cy="927946"/>
          </a:xfrm>
        </p:spPr>
        <p:txBody>
          <a:bodyPr wrap="square" anchor="t">
            <a:spAutoFit/>
          </a:bodyPr>
          <a:lstStyle>
            <a:lvl1pPr>
              <a:defRPr sz="6700" kern="2400" spc="-550" baseline="0">
                <a:solidFill>
                  <a:schemeClr val="bg1">
                    <a:alpha val="65000"/>
                  </a:schemeClr>
                </a:solidFill>
              </a:defRPr>
            </a:lvl1pPr>
          </a:lstStyle>
          <a:p>
            <a:r>
              <a:rPr lang="en-US"/>
              <a:t>Click to add section divider text</a:t>
            </a:r>
          </a:p>
        </p:txBody>
      </p:sp>
      <p:sp>
        <p:nvSpPr>
          <p:cNvPr id="13" name="Text Placeholder 20">
            <a:extLst>
              <a:ext uri="{FF2B5EF4-FFF2-40B4-BE49-F238E27FC236}">
                <a16:creationId xmlns:a16="http://schemas.microsoft.com/office/drawing/2014/main" id="{BA87814B-D74C-7E13-0334-6544D472DDF6}"/>
              </a:ext>
            </a:extLst>
          </p:cNvPr>
          <p:cNvSpPr>
            <a:spLocks noGrp="1"/>
          </p:cNvSpPr>
          <p:nvPr>
            <p:ph type="body" sz="quarter" idx="14" hasCustomPrompt="1"/>
          </p:nvPr>
        </p:nvSpPr>
        <p:spPr>
          <a:xfrm>
            <a:off x="1417648" y="4058698"/>
            <a:ext cx="10236189" cy="1046184"/>
          </a:xfrm>
        </p:spPr>
        <p:txBody>
          <a:bodyPr wrap="square">
            <a:spAutoFit/>
          </a:bodyPr>
          <a:lstStyle>
            <a:lvl1pPr marL="0" indent="0">
              <a:buNone/>
              <a:defRPr sz="6700" b="1" kern="2400" spc="-550" baseline="0">
                <a:solidFill>
                  <a:schemeClr val="bg1">
                    <a:alpha val="90000"/>
                  </a:schemeClr>
                </a:solidFill>
              </a:defRPr>
            </a:lvl1pPr>
          </a:lstStyle>
          <a:p>
            <a:pPr lvl="0"/>
            <a:r>
              <a:rPr lang="en-US"/>
              <a:t>preferably two lines</a:t>
            </a:r>
          </a:p>
        </p:txBody>
      </p:sp>
      <p:sp>
        <p:nvSpPr>
          <p:cNvPr id="6" name="Rectangle 5">
            <a:extLst>
              <a:ext uri="{FF2B5EF4-FFF2-40B4-BE49-F238E27FC236}">
                <a16:creationId xmlns:a16="http://schemas.microsoft.com/office/drawing/2014/main" id="{E0584D7D-FC54-134E-D60E-77615076D298}"/>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86B4D6DF-C38B-8BF5-6884-66C97524E190}"/>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8" name="Text Placeholder 14">
            <a:extLst>
              <a:ext uri="{FF2B5EF4-FFF2-40B4-BE49-F238E27FC236}">
                <a16:creationId xmlns:a16="http://schemas.microsoft.com/office/drawing/2014/main" id="{EA28B8FE-7831-4D03-F7FB-DD767237FA18}"/>
              </a:ext>
            </a:extLst>
          </p:cNvPr>
          <p:cNvSpPr txBox="1">
            <a:spLocks/>
          </p:cNvSpPr>
          <p:nvPr userDrawn="1"/>
        </p:nvSpPr>
        <p:spPr>
          <a:xfrm>
            <a:off x="-1584000" y="1105200"/>
            <a:ext cx="1476000" cy="5333772"/>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dividing the presentation into sections.</a:t>
            </a:r>
          </a:p>
          <a:p>
            <a:pPr>
              <a:lnSpc>
                <a:spcPct val="100000"/>
              </a:lnSpc>
              <a:spcBef>
                <a:spcPts val="600"/>
              </a:spcBef>
              <a:spcAft>
                <a:spcPts val="600"/>
              </a:spcAft>
            </a:pPr>
            <a:r>
              <a:rPr lang="en-US" sz="1050">
                <a:solidFill>
                  <a:schemeClr val="tx1">
                    <a:alpha val="90000"/>
                  </a:schemeClr>
                </a:solidFill>
              </a:rPr>
              <a:t>Use this slide to insert a picture. To do so, click the icon on the slide. If possible, select a picture that picks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The picture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b="1">
                <a:solidFill>
                  <a:schemeClr val="tx1">
                    <a:alpha val="90000"/>
                  </a:schemeClr>
                </a:solidFill>
              </a:rPr>
              <a:t>Check the legibility </a:t>
            </a:r>
            <a:r>
              <a:rPr lang="en-US" sz="1050">
                <a:solidFill>
                  <a:schemeClr val="tx1">
                    <a:alpha val="90000"/>
                  </a:schemeClr>
                </a:solidFill>
              </a:rPr>
              <a:t>of the text and consider if this text color works the best, or if the layout option with black text is better. </a:t>
            </a:r>
          </a:p>
        </p:txBody>
      </p:sp>
      <p:sp>
        <p:nvSpPr>
          <p:cNvPr id="9" name="Text Placeholder 14">
            <a:extLst>
              <a:ext uri="{FF2B5EF4-FFF2-40B4-BE49-F238E27FC236}">
                <a16:creationId xmlns:a16="http://schemas.microsoft.com/office/drawing/2014/main" id="{DE62AA2A-3974-9045-FBE4-6193CD40BBBF}"/>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Section divider </a:t>
            </a:r>
            <a:br>
              <a:rPr lang="en-US" sz="1500" b="1">
                <a:solidFill>
                  <a:schemeClr val="tx1">
                    <a:alpha val="90000"/>
                  </a:schemeClr>
                </a:solidFill>
              </a:rPr>
            </a:br>
            <a:r>
              <a:rPr lang="en-US" sz="1500" b="1">
                <a:solidFill>
                  <a:schemeClr val="tx1">
                    <a:alpha val="90000"/>
                  </a:schemeClr>
                </a:solidFill>
              </a:rPr>
              <a:t>(white text)</a:t>
            </a:r>
          </a:p>
        </p:txBody>
      </p:sp>
      <p:cxnSp>
        <p:nvCxnSpPr>
          <p:cNvPr id="11" name="Straight Connector 10">
            <a:extLst>
              <a:ext uri="{FF2B5EF4-FFF2-40B4-BE49-F238E27FC236}">
                <a16:creationId xmlns:a16="http://schemas.microsoft.com/office/drawing/2014/main" id="{5FA65224-5F6E-8C17-CF93-017355C6E88F}"/>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4216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  Section divider    (black text)">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EC9CC24-D5A1-293B-9B6C-F6B05C74A45B}"/>
              </a:ext>
            </a:extLst>
          </p:cNvPr>
          <p:cNvSpPr>
            <a:spLocks noGrp="1"/>
          </p:cNvSpPr>
          <p:nvPr>
            <p:ph type="pic" sz="quarter" idx="30"/>
          </p:nvPr>
        </p:nvSpPr>
        <p:spPr>
          <a:xfrm>
            <a:off x="0" y="0"/>
            <a:ext cx="12192000" cy="6319838"/>
          </a:xfrm>
          <a:solidFill>
            <a:schemeClr val="bg2"/>
          </a:solidFill>
        </p:spPr>
        <p:txBody>
          <a:bodyPr tIns="2628000"/>
          <a:lstStyle>
            <a:lvl1pPr marL="0" indent="0" algn="ctr">
              <a:buNone/>
              <a:defRPr i="1">
                <a:solidFill>
                  <a:schemeClr val="tx1"/>
                </a:solidFill>
              </a:defRPr>
            </a:lvl1pPr>
          </a:lstStyle>
          <a:p>
            <a:r>
              <a:rPr lang="en-US"/>
              <a:t>Click icon to add picture</a:t>
            </a:r>
          </a:p>
        </p:txBody>
      </p:sp>
      <p:sp>
        <p:nvSpPr>
          <p:cNvPr id="3" name="Footer Placeholder 2">
            <a:extLst>
              <a:ext uri="{FF2B5EF4-FFF2-40B4-BE49-F238E27FC236}">
                <a16:creationId xmlns:a16="http://schemas.microsoft.com/office/drawing/2014/main" id="{CD2E82C4-E4C4-75F7-134D-532AAFEFE9C6}"/>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75BCA23C-5C32-5088-F69D-1334AF24ED3E}"/>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6F1A2ADD-C034-0CE2-60D7-A98BC33CC8C1}"/>
              </a:ext>
            </a:extLst>
          </p:cNvPr>
          <p:cNvSpPr>
            <a:spLocks noGrp="1"/>
          </p:cNvSpPr>
          <p:nvPr>
            <p:ph type="dt" sz="half" idx="12"/>
          </p:nvPr>
        </p:nvSpPr>
        <p:spPr/>
        <p:txBody>
          <a:bodyPr/>
          <a:lstStyle/>
          <a:p>
            <a:fld id="{B1576624-D3C2-40D0-A3F0-D4FECC101AFD}" type="datetime4">
              <a:rPr lang="en-US" smtClean="0"/>
              <a:t>March 3, 2026</a:t>
            </a:fld>
            <a:endParaRPr lang="en-US"/>
          </a:p>
        </p:txBody>
      </p:sp>
      <p:sp>
        <p:nvSpPr>
          <p:cNvPr id="12" name="Title 12">
            <a:extLst>
              <a:ext uri="{FF2B5EF4-FFF2-40B4-BE49-F238E27FC236}">
                <a16:creationId xmlns:a16="http://schemas.microsoft.com/office/drawing/2014/main" id="{B631AC8A-C28B-2276-BBC2-E2094C1D954C}"/>
              </a:ext>
            </a:extLst>
          </p:cNvPr>
          <p:cNvSpPr>
            <a:spLocks noGrp="1"/>
          </p:cNvSpPr>
          <p:nvPr>
            <p:ph type="title" hasCustomPrompt="1"/>
          </p:nvPr>
        </p:nvSpPr>
        <p:spPr>
          <a:xfrm>
            <a:off x="793999" y="3717156"/>
            <a:ext cx="10859839" cy="927946"/>
          </a:xfrm>
        </p:spPr>
        <p:txBody>
          <a:bodyPr wrap="square" anchor="t">
            <a:spAutoFit/>
          </a:bodyPr>
          <a:lstStyle>
            <a:lvl1pPr>
              <a:defRPr sz="6700" kern="2400" spc="-550" baseline="0">
                <a:solidFill>
                  <a:schemeClr val="tx1">
                    <a:alpha val="65000"/>
                  </a:schemeClr>
                </a:solidFill>
              </a:defRPr>
            </a:lvl1pPr>
          </a:lstStyle>
          <a:p>
            <a:r>
              <a:rPr lang="en-US"/>
              <a:t>Click to add section divider text</a:t>
            </a:r>
          </a:p>
        </p:txBody>
      </p:sp>
      <p:sp>
        <p:nvSpPr>
          <p:cNvPr id="13" name="Text Placeholder 20">
            <a:extLst>
              <a:ext uri="{FF2B5EF4-FFF2-40B4-BE49-F238E27FC236}">
                <a16:creationId xmlns:a16="http://schemas.microsoft.com/office/drawing/2014/main" id="{BA87814B-D74C-7E13-0334-6544D472DDF6}"/>
              </a:ext>
            </a:extLst>
          </p:cNvPr>
          <p:cNvSpPr>
            <a:spLocks noGrp="1"/>
          </p:cNvSpPr>
          <p:nvPr>
            <p:ph type="body" sz="quarter" idx="14" hasCustomPrompt="1"/>
          </p:nvPr>
        </p:nvSpPr>
        <p:spPr>
          <a:xfrm>
            <a:off x="1417648" y="4058698"/>
            <a:ext cx="10236189" cy="1046184"/>
          </a:xfrm>
        </p:spPr>
        <p:txBody>
          <a:bodyPr wrap="square">
            <a:spAutoFit/>
          </a:bodyPr>
          <a:lstStyle>
            <a:lvl1pPr marL="0" indent="0">
              <a:buNone/>
              <a:defRPr sz="6700" b="1" kern="2400" spc="-550" baseline="0">
                <a:solidFill>
                  <a:schemeClr val="tx1">
                    <a:alpha val="90000"/>
                  </a:schemeClr>
                </a:solidFill>
              </a:defRPr>
            </a:lvl1pPr>
          </a:lstStyle>
          <a:p>
            <a:pPr lvl="0"/>
            <a:r>
              <a:rPr lang="en-US"/>
              <a:t>preferably two lines</a:t>
            </a:r>
          </a:p>
        </p:txBody>
      </p:sp>
      <p:sp>
        <p:nvSpPr>
          <p:cNvPr id="6" name="Rectangle 5">
            <a:extLst>
              <a:ext uri="{FF2B5EF4-FFF2-40B4-BE49-F238E27FC236}">
                <a16:creationId xmlns:a16="http://schemas.microsoft.com/office/drawing/2014/main" id="{5E701AB1-BA42-17D3-EADA-8CA27E06B625}"/>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9757374E-7FB7-5928-E71B-EE966B8CD30C}"/>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8" name="Text Placeholder 14">
            <a:extLst>
              <a:ext uri="{FF2B5EF4-FFF2-40B4-BE49-F238E27FC236}">
                <a16:creationId xmlns:a16="http://schemas.microsoft.com/office/drawing/2014/main" id="{91EFE4E1-E895-95A1-DA9C-6922E3FE13C9}"/>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dividing the presentation into sections.</a:t>
            </a:r>
          </a:p>
          <a:p>
            <a:pPr>
              <a:lnSpc>
                <a:spcPct val="100000"/>
              </a:lnSpc>
              <a:spcBef>
                <a:spcPts val="600"/>
              </a:spcBef>
              <a:spcAft>
                <a:spcPts val="600"/>
              </a:spcAft>
            </a:pPr>
            <a:r>
              <a:rPr lang="en-US" sz="1050">
                <a:solidFill>
                  <a:schemeClr val="tx1">
                    <a:alpha val="90000"/>
                  </a:schemeClr>
                </a:solidFill>
              </a:rPr>
              <a:t>Use this slide to insert a picture. To do so, click the icon on the slide. If possible, select a picture that picks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The picture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b="1">
                <a:solidFill>
                  <a:schemeClr val="tx1">
                    <a:alpha val="90000"/>
                  </a:schemeClr>
                </a:solidFill>
              </a:rPr>
              <a:t>Check the legibility </a:t>
            </a:r>
            <a:r>
              <a:rPr lang="en-US" sz="1050">
                <a:solidFill>
                  <a:schemeClr val="tx1">
                    <a:alpha val="90000"/>
                  </a:schemeClr>
                </a:solidFill>
              </a:rPr>
              <a:t>of the text and consider if this text color works the best, or if the layout option with white text is better. </a:t>
            </a:r>
          </a:p>
        </p:txBody>
      </p:sp>
      <p:sp>
        <p:nvSpPr>
          <p:cNvPr id="9" name="Text Placeholder 14">
            <a:extLst>
              <a:ext uri="{FF2B5EF4-FFF2-40B4-BE49-F238E27FC236}">
                <a16:creationId xmlns:a16="http://schemas.microsoft.com/office/drawing/2014/main" id="{3659CBF1-350C-4D27-D419-177B583FEA0A}"/>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Section divider </a:t>
            </a:r>
            <a:br>
              <a:rPr lang="en-US" sz="1500" b="1">
                <a:solidFill>
                  <a:schemeClr val="tx1">
                    <a:alpha val="90000"/>
                  </a:schemeClr>
                </a:solidFill>
              </a:rPr>
            </a:br>
            <a:r>
              <a:rPr lang="en-US" sz="1500" b="1">
                <a:solidFill>
                  <a:schemeClr val="tx1">
                    <a:alpha val="90000"/>
                  </a:schemeClr>
                </a:solidFill>
              </a:rPr>
              <a:t>(black text)</a:t>
            </a:r>
          </a:p>
        </p:txBody>
      </p:sp>
      <p:cxnSp>
        <p:nvCxnSpPr>
          <p:cNvPr id="11" name="Straight Connector 10">
            <a:extLst>
              <a:ext uri="{FF2B5EF4-FFF2-40B4-BE49-F238E27FC236}">
                <a16:creationId xmlns:a16="http://schemas.microsoft.com/office/drawing/2014/main" id="{4479317C-BA14-2104-07A5-C5447AE5FEAE}"/>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6643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Agenda</a:t>
            </a:r>
          </a:p>
        </p:txBody>
      </p:sp>
    </p:spTree>
    <p:extLst>
      <p:ext uri="{BB962C8B-B14F-4D97-AF65-F5344CB8AC3E}">
        <p14:creationId xmlns:p14="http://schemas.microsoft.com/office/powerpoint/2010/main" val="1349467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           Title +           agenda (option 1)">
    <p:spTree>
      <p:nvGrpSpPr>
        <p:cNvPr id="1" name=""/>
        <p:cNvGrpSpPr/>
        <p:nvPr/>
      </p:nvGrpSpPr>
      <p:grpSpPr>
        <a:xfrm>
          <a:off x="0" y="0"/>
          <a:ext cx="0" cy="0"/>
          <a:chOff x="0" y="0"/>
          <a:chExt cx="0" cy="0"/>
        </a:xfrm>
      </p:grpSpPr>
      <p:pic>
        <p:nvPicPr>
          <p:cNvPr id="13" name="Picture 12" descr="A white flag with black text on a pole&#10;&#10;Description automatically generated">
            <a:extLst>
              <a:ext uri="{FF2B5EF4-FFF2-40B4-BE49-F238E27FC236}">
                <a16:creationId xmlns:a16="http://schemas.microsoft.com/office/drawing/2014/main" id="{E3F97B24-C0D7-5D5D-E8C3-A41B24560DC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4168" cy="6317996"/>
          </a:xfrm>
          <a:prstGeom prst="rect">
            <a:avLst/>
          </a:prstGeom>
        </p:spPr>
      </p:pic>
      <p:sp>
        <p:nvSpPr>
          <p:cNvPr id="3" name="Footer Placeholder 2">
            <a:extLst>
              <a:ext uri="{FF2B5EF4-FFF2-40B4-BE49-F238E27FC236}">
                <a16:creationId xmlns:a16="http://schemas.microsoft.com/office/drawing/2014/main" id="{E538266D-6CBF-98C2-53D8-F9EF63586C0C}"/>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A78FA822-9C83-46E0-11C2-02F0F885C81F}"/>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C9C05BFD-D292-2868-9CDC-E2C672DB1BAF}"/>
              </a:ext>
            </a:extLst>
          </p:cNvPr>
          <p:cNvSpPr>
            <a:spLocks noGrp="1"/>
          </p:cNvSpPr>
          <p:nvPr>
            <p:ph type="dt" sz="half" idx="12"/>
          </p:nvPr>
        </p:nvSpPr>
        <p:spPr/>
        <p:txBody>
          <a:bodyPr/>
          <a:lstStyle/>
          <a:p>
            <a:fld id="{5DCD17DF-27AC-4A99-9425-A3094F9CB30D}" type="datetime4">
              <a:rPr lang="en-US" smtClean="0"/>
              <a:t>March 3, 2026</a:t>
            </a:fld>
            <a:endParaRPr lang="en-US"/>
          </a:p>
        </p:txBody>
      </p:sp>
      <p:sp>
        <p:nvSpPr>
          <p:cNvPr id="32" name="Rectangle 31">
            <a:extLst>
              <a:ext uri="{FF2B5EF4-FFF2-40B4-BE49-F238E27FC236}">
                <a16:creationId xmlns:a16="http://schemas.microsoft.com/office/drawing/2014/main" id="{9DFFF09D-081B-AB3E-4B44-FA17D925AA76}"/>
              </a:ext>
            </a:extLst>
          </p:cNvPr>
          <p:cNvSpPr>
            <a:spLocks/>
          </p:cNvSpPr>
          <p:nvPr userDrawn="1"/>
        </p:nvSpPr>
        <p:spPr>
          <a:xfrm>
            <a:off x="-1" y="-1"/>
            <a:ext cx="6365876" cy="6317997"/>
          </a:xfrm>
          <a:prstGeom prst="rect">
            <a:avLst/>
          </a:prstGeom>
          <a:solidFill>
            <a:schemeClr val="bg1">
              <a:alpha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algn="l">
              <a:lnSpc>
                <a:spcPct val="110000"/>
              </a:lnSpc>
              <a:spcBef>
                <a:spcPts val="800"/>
              </a:spcBef>
            </a:pPr>
            <a:endParaRPr lang="en-US">
              <a:solidFill>
                <a:schemeClr val="bg1"/>
              </a:solidFill>
            </a:endParaRPr>
          </a:p>
        </p:txBody>
      </p:sp>
      <p:sp>
        <p:nvSpPr>
          <p:cNvPr id="6" name="Title 5">
            <a:extLst>
              <a:ext uri="{FF2B5EF4-FFF2-40B4-BE49-F238E27FC236}">
                <a16:creationId xmlns:a16="http://schemas.microsoft.com/office/drawing/2014/main" id="{737E0588-03FC-58A5-2D48-A55679FDE5AE}"/>
              </a:ext>
            </a:extLst>
          </p:cNvPr>
          <p:cNvSpPr>
            <a:spLocks noGrp="1"/>
          </p:cNvSpPr>
          <p:nvPr>
            <p:ph type="title" hasCustomPrompt="1"/>
          </p:nvPr>
        </p:nvSpPr>
        <p:spPr>
          <a:xfrm>
            <a:off x="539999" y="262800"/>
            <a:ext cx="5285999" cy="664797"/>
          </a:xfrm>
        </p:spPr>
        <p:txBody>
          <a:bodyPr/>
          <a:lstStyle>
            <a:lvl1pPr>
              <a:defRPr/>
            </a:lvl1pPr>
          </a:lstStyle>
          <a:p>
            <a:r>
              <a:rPr lang="en-US"/>
              <a:t>Click to add title – max 2 lines</a:t>
            </a:r>
          </a:p>
        </p:txBody>
      </p:sp>
      <p:sp>
        <p:nvSpPr>
          <p:cNvPr id="15" name="Text Placeholder 14">
            <a:extLst>
              <a:ext uri="{FF2B5EF4-FFF2-40B4-BE49-F238E27FC236}">
                <a16:creationId xmlns:a16="http://schemas.microsoft.com/office/drawing/2014/main" id="{E1259B1A-1C82-5DEF-6A4D-B7BBE17DADEE}"/>
              </a:ext>
            </a:extLst>
          </p:cNvPr>
          <p:cNvSpPr>
            <a:spLocks noGrp="1"/>
          </p:cNvSpPr>
          <p:nvPr>
            <p:ph type="body" sz="quarter" idx="13"/>
          </p:nvPr>
        </p:nvSpPr>
        <p:spPr>
          <a:xfrm>
            <a:off x="937260" y="120491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6" name="Text Placeholder 14">
            <a:extLst>
              <a:ext uri="{FF2B5EF4-FFF2-40B4-BE49-F238E27FC236}">
                <a16:creationId xmlns:a16="http://schemas.microsoft.com/office/drawing/2014/main" id="{0F0E6B4F-3095-4BD0-7EE3-63266938F506}"/>
              </a:ext>
            </a:extLst>
          </p:cNvPr>
          <p:cNvSpPr>
            <a:spLocks noGrp="1"/>
          </p:cNvSpPr>
          <p:nvPr>
            <p:ph type="body" sz="quarter" idx="14" hasCustomPrompt="1"/>
          </p:nvPr>
        </p:nvSpPr>
        <p:spPr>
          <a:xfrm>
            <a:off x="539999" y="120491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7" name="Text Placeholder 14">
            <a:extLst>
              <a:ext uri="{FF2B5EF4-FFF2-40B4-BE49-F238E27FC236}">
                <a16:creationId xmlns:a16="http://schemas.microsoft.com/office/drawing/2014/main" id="{A5BC62B4-6EA7-3164-7EB4-A7C7090AF2B2}"/>
              </a:ext>
            </a:extLst>
          </p:cNvPr>
          <p:cNvSpPr>
            <a:spLocks noGrp="1"/>
          </p:cNvSpPr>
          <p:nvPr>
            <p:ph type="body" sz="quarter" idx="15"/>
          </p:nvPr>
        </p:nvSpPr>
        <p:spPr>
          <a:xfrm>
            <a:off x="937260" y="176924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8" name="Text Placeholder 14">
            <a:extLst>
              <a:ext uri="{FF2B5EF4-FFF2-40B4-BE49-F238E27FC236}">
                <a16:creationId xmlns:a16="http://schemas.microsoft.com/office/drawing/2014/main" id="{F96CAD89-7CBE-6878-2AD0-186D8E1C1B52}"/>
              </a:ext>
            </a:extLst>
          </p:cNvPr>
          <p:cNvSpPr>
            <a:spLocks noGrp="1"/>
          </p:cNvSpPr>
          <p:nvPr>
            <p:ph type="body" sz="quarter" idx="16" hasCustomPrompt="1"/>
          </p:nvPr>
        </p:nvSpPr>
        <p:spPr>
          <a:xfrm>
            <a:off x="539999" y="176924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0" name="Text Placeholder 14">
            <a:extLst>
              <a:ext uri="{FF2B5EF4-FFF2-40B4-BE49-F238E27FC236}">
                <a16:creationId xmlns:a16="http://schemas.microsoft.com/office/drawing/2014/main" id="{23F0DF00-E256-BE3F-0522-B7F48B692DB8}"/>
              </a:ext>
            </a:extLst>
          </p:cNvPr>
          <p:cNvSpPr>
            <a:spLocks noGrp="1"/>
          </p:cNvSpPr>
          <p:nvPr>
            <p:ph type="body" sz="quarter" idx="17"/>
          </p:nvPr>
        </p:nvSpPr>
        <p:spPr>
          <a:xfrm>
            <a:off x="937260" y="233357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1" name="Text Placeholder 14">
            <a:extLst>
              <a:ext uri="{FF2B5EF4-FFF2-40B4-BE49-F238E27FC236}">
                <a16:creationId xmlns:a16="http://schemas.microsoft.com/office/drawing/2014/main" id="{BE62DA0B-D26E-4273-30E9-40A74A4F9822}"/>
              </a:ext>
            </a:extLst>
          </p:cNvPr>
          <p:cNvSpPr>
            <a:spLocks noGrp="1"/>
          </p:cNvSpPr>
          <p:nvPr>
            <p:ph type="body" sz="quarter" idx="18" hasCustomPrompt="1"/>
          </p:nvPr>
        </p:nvSpPr>
        <p:spPr>
          <a:xfrm>
            <a:off x="539999" y="233357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2" name="Text Placeholder 14">
            <a:extLst>
              <a:ext uri="{FF2B5EF4-FFF2-40B4-BE49-F238E27FC236}">
                <a16:creationId xmlns:a16="http://schemas.microsoft.com/office/drawing/2014/main" id="{D098AC2E-7F34-9C23-662B-15AE620CE989}"/>
              </a:ext>
            </a:extLst>
          </p:cNvPr>
          <p:cNvSpPr>
            <a:spLocks noGrp="1"/>
          </p:cNvSpPr>
          <p:nvPr>
            <p:ph type="body" sz="quarter" idx="19"/>
          </p:nvPr>
        </p:nvSpPr>
        <p:spPr>
          <a:xfrm>
            <a:off x="937260" y="289790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3" name="Text Placeholder 14">
            <a:extLst>
              <a:ext uri="{FF2B5EF4-FFF2-40B4-BE49-F238E27FC236}">
                <a16:creationId xmlns:a16="http://schemas.microsoft.com/office/drawing/2014/main" id="{83EC1EFB-0A10-6CF7-B8D9-A527427E1BFA}"/>
              </a:ext>
            </a:extLst>
          </p:cNvPr>
          <p:cNvSpPr>
            <a:spLocks noGrp="1"/>
          </p:cNvSpPr>
          <p:nvPr>
            <p:ph type="body" sz="quarter" idx="20" hasCustomPrompt="1"/>
          </p:nvPr>
        </p:nvSpPr>
        <p:spPr>
          <a:xfrm>
            <a:off x="539999" y="289790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4" name="Text Placeholder 14">
            <a:extLst>
              <a:ext uri="{FF2B5EF4-FFF2-40B4-BE49-F238E27FC236}">
                <a16:creationId xmlns:a16="http://schemas.microsoft.com/office/drawing/2014/main" id="{E2744B1B-C4AF-383B-FA2B-42B096861E84}"/>
              </a:ext>
            </a:extLst>
          </p:cNvPr>
          <p:cNvSpPr>
            <a:spLocks noGrp="1"/>
          </p:cNvSpPr>
          <p:nvPr>
            <p:ph type="body" sz="quarter" idx="21"/>
          </p:nvPr>
        </p:nvSpPr>
        <p:spPr>
          <a:xfrm>
            <a:off x="937260" y="346223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5" name="Text Placeholder 14">
            <a:extLst>
              <a:ext uri="{FF2B5EF4-FFF2-40B4-BE49-F238E27FC236}">
                <a16:creationId xmlns:a16="http://schemas.microsoft.com/office/drawing/2014/main" id="{C1D8073D-E809-4AFD-F13D-A31DEC46ED94}"/>
              </a:ext>
            </a:extLst>
          </p:cNvPr>
          <p:cNvSpPr>
            <a:spLocks noGrp="1"/>
          </p:cNvSpPr>
          <p:nvPr>
            <p:ph type="body" sz="quarter" idx="22" hasCustomPrompt="1"/>
          </p:nvPr>
        </p:nvSpPr>
        <p:spPr>
          <a:xfrm>
            <a:off x="539999" y="346223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6" name="Text Placeholder 14">
            <a:extLst>
              <a:ext uri="{FF2B5EF4-FFF2-40B4-BE49-F238E27FC236}">
                <a16:creationId xmlns:a16="http://schemas.microsoft.com/office/drawing/2014/main" id="{058C5436-90C0-B14F-E462-114AF5C1DF4E}"/>
              </a:ext>
            </a:extLst>
          </p:cNvPr>
          <p:cNvSpPr>
            <a:spLocks noGrp="1"/>
          </p:cNvSpPr>
          <p:nvPr>
            <p:ph type="body" sz="quarter" idx="23"/>
          </p:nvPr>
        </p:nvSpPr>
        <p:spPr>
          <a:xfrm>
            <a:off x="937260" y="402656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7" name="Text Placeholder 14">
            <a:extLst>
              <a:ext uri="{FF2B5EF4-FFF2-40B4-BE49-F238E27FC236}">
                <a16:creationId xmlns:a16="http://schemas.microsoft.com/office/drawing/2014/main" id="{030AF1BD-F4F7-6587-C38F-58AEEB8C6EBB}"/>
              </a:ext>
            </a:extLst>
          </p:cNvPr>
          <p:cNvSpPr>
            <a:spLocks noGrp="1"/>
          </p:cNvSpPr>
          <p:nvPr>
            <p:ph type="body" sz="quarter" idx="24" hasCustomPrompt="1"/>
          </p:nvPr>
        </p:nvSpPr>
        <p:spPr>
          <a:xfrm>
            <a:off x="539999" y="402656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8" name="Text Placeholder 14">
            <a:extLst>
              <a:ext uri="{FF2B5EF4-FFF2-40B4-BE49-F238E27FC236}">
                <a16:creationId xmlns:a16="http://schemas.microsoft.com/office/drawing/2014/main" id="{7AA62A2D-66F0-2046-5500-5D3A2A0E9056}"/>
              </a:ext>
            </a:extLst>
          </p:cNvPr>
          <p:cNvSpPr>
            <a:spLocks noGrp="1"/>
          </p:cNvSpPr>
          <p:nvPr>
            <p:ph type="body" sz="quarter" idx="25"/>
          </p:nvPr>
        </p:nvSpPr>
        <p:spPr>
          <a:xfrm>
            <a:off x="937260" y="459089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9" name="Text Placeholder 14">
            <a:extLst>
              <a:ext uri="{FF2B5EF4-FFF2-40B4-BE49-F238E27FC236}">
                <a16:creationId xmlns:a16="http://schemas.microsoft.com/office/drawing/2014/main" id="{06A33176-BF33-67B1-DB48-F6C24814E7C1}"/>
              </a:ext>
            </a:extLst>
          </p:cNvPr>
          <p:cNvSpPr>
            <a:spLocks noGrp="1"/>
          </p:cNvSpPr>
          <p:nvPr>
            <p:ph type="body" sz="quarter" idx="26" hasCustomPrompt="1"/>
          </p:nvPr>
        </p:nvSpPr>
        <p:spPr>
          <a:xfrm>
            <a:off x="539999" y="459089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30" name="Text Placeholder 14">
            <a:extLst>
              <a:ext uri="{FF2B5EF4-FFF2-40B4-BE49-F238E27FC236}">
                <a16:creationId xmlns:a16="http://schemas.microsoft.com/office/drawing/2014/main" id="{DA646A20-84EB-6BFA-E2E3-2F143D5D7B95}"/>
              </a:ext>
            </a:extLst>
          </p:cNvPr>
          <p:cNvSpPr>
            <a:spLocks noGrp="1"/>
          </p:cNvSpPr>
          <p:nvPr>
            <p:ph type="body" sz="quarter" idx="27"/>
          </p:nvPr>
        </p:nvSpPr>
        <p:spPr>
          <a:xfrm>
            <a:off x="937260" y="515522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31" name="Text Placeholder 14">
            <a:extLst>
              <a:ext uri="{FF2B5EF4-FFF2-40B4-BE49-F238E27FC236}">
                <a16:creationId xmlns:a16="http://schemas.microsoft.com/office/drawing/2014/main" id="{0AE8C673-852C-6607-245E-0D62351058DB}"/>
              </a:ext>
            </a:extLst>
          </p:cNvPr>
          <p:cNvSpPr>
            <a:spLocks noGrp="1"/>
          </p:cNvSpPr>
          <p:nvPr>
            <p:ph type="body" sz="quarter" idx="28" hasCustomPrompt="1"/>
          </p:nvPr>
        </p:nvSpPr>
        <p:spPr>
          <a:xfrm>
            <a:off x="539999" y="515522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 name="Rectangle 1">
            <a:extLst>
              <a:ext uri="{FF2B5EF4-FFF2-40B4-BE49-F238E27FC236}">
                <a16:creationId xmlns:a16="http://schemas.microsoft.com/office/drawing/2014/main" id="{30160124-8D64-6220-6389-959C12744C91}"/>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A3CC72B2-92A7-59D9-F3F6-82B5ABD0D430}"/>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E2208CF7-50A2-E4FE-AE38-DB96E4C83826}"/>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the presentation’s  agenda.</a:t>
            </a:r>
          </a:p>
          <a:p>
            <a:pPr>
              <a:lnSpc>
                <a:spcPct val="100000"/>
              </a:lnSpc>
              <a:spcBef>
                <a:spcPts val="600"/>
              </a:spcBef>
              <a:spcAft>
                <a:spcPts val="600"/>
              </a:spcAft>
            </a:pPr>
            <a:r>
              <a:rPr lang="en-US" sz="1050">
                <a:solidFill>
                  <a:schemeClr val="tx1">
                    <a:alpha val="90000"/>
                  </a:schemeClr>
                </a:solidFill>
              </a:rPr>
              <a:t>This picture is </a:t>
            </a:r>
            <a:br>
              <a:rPr lang="en-US" sz="1050">
                <a:solidFill>
                  <a:schemeClr val="tx1">
                    <a:alpha val="90000"/>
                  </a:schemeClr>
                </a:solidFill>
              </a:rPr>
            </a:br>
            <a:r>
              <a:rPr lang="en-US" sz="1050">
                <a:solidFill>
                  <a:schemeClr val="tx1">
                    <a:alpha val="90000"/>
                  </a:schemeClr>
                </a:solidFill>
              </a:rPr>
              <a:t>one of two default options.</a:t>
            </a:r>
          </a:p>
          <a:p>
            <a:pPr>
              <a:lnSpc>
                <a:spcPct val="100000"/>
              </a:lnSpc>
              <a:spcBef>
                <a:spcPts val="600"/>
              </a:spcBef>
              <a:spcAft>
                <a:spcPts val="600"/>
              </a:spcAft>
            </a:pPr>
            <a:r>
              <a:rPr lang="en-US" sz="1050">
                <a:solidFill>
                  <a:schemeClr val="tx1">
                    <a:alpha val="90000"/>
                  </a:schemeClr>
                </a:solidFill>
              </a:rPr>
              <a:t>The picture may be exchanged. To do so, please use the layout “Title + agenda (option 3)”.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sp>
        <p:nvSpPr>
          <p:cNvPr id="10" name="Text Placeholder 14">
            <a:extLst>
              <a:ext uri="{FF2B5EF4-FFF2-40B4-BE49-F238E27FC236}">
                <a16:creationId xmlns:a16="http://schemas.microsoft.com/office/drawing/2014/main" id="{64F3EE16-62FB-8179-7BDB-E2B2DC839829}"/>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agenda (option 1)</a:t>
            </a:r>
          </a:p>
        </p:txBody>
      </p:sp>
      <p:cxnSp>
        <p:nvCxnSpPr>
          <p:cNvPr id="11" name="Straight Connector 10">
            <a:extLst>
              <a:ext uri="{FF2B5EF4-FFF2-40B4-BE49-F238E27FC236}">
                <a16:creationId xmlns:a16="http://schemas.microsoft.com/office/drawing/2014/main" id="{EA1520DB-DC79-88D2-AB36-0E1D14D9C8BF}"/>
              </a:ext>
            </a:extLst>
          </p:cNvPr>
          <p:cNvCxnSpPr>
            <a:cxnSpLocks/>
          </p:cNvCxnSpPr>
          <p:nvPr userDrawn="1"/>
        </p:nvCxnSpPr>
        <p:spPr>
          <a:xfrm>
            <a:off x="-1466969" y="1006831"/>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7" name="Line">
            <a:extLst>
              <a:ext uri="{FF2B5EF4-FFF2-40B4-BE49-F238E27FC236}">
                <a16:creationId xmlns:a16="http://schemas.microsoft.com/office/drawing/2014/main" id="{699564C9-E5C3-E632-EC13-0F0571598E9D}"/>
              </a:ext>
            </a:extLst>
          </p:cNvPr>
          <p:cNvSpPr>
            <a:spLocks/>
          </p:cNvSpPr>
          <p:nvPr userDrawn="1"/>
        </p:nvSpPr>
        <p:spPr>
          <a:xfrm flipH="1" flipV="1">
            <a:off x="540000" y="1006831"/>
            <a:ext cx="5289549" cy="0"/>
          </a:xfrm>
          <a:prstGeom prst="line">
            <a:avLst/>
          </a:prstGeom>
          <a:ln w="12700">
            <a:solidFill>
              <a:schemeClr val="tx1"/>
            </a:solidFill>
            <a:miter/>
          </a:ln>
        </p:spPr>
        <p:txBody>
          <a:bodyPr lIns="45719" rIns="45719"/>
          <a:lstStyle/>
          <a:p>
            <a:endParaRPr lang="en-US"/>
          </a:p>
        </p:txBody>
      </p:sp>
    </p:spTree>
    <p:extLst>
      <p:ext uri="{BB962C8B-B14F-4D97-AF65-F5344CB8AC3E}">
        <p14:creationId xmlns:p14="http://schemas.microsoft.com/office/powerpoint/2010/main" val="2131483265"/>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             Title +          agenda (option 2)">
    <p:spTree>
      <p:nvGrpSpPr>
        <p:cNvPr id="1" name=""/>
        <p:cNvGrpSpPr/>
        <p:nvPr/>
      </p:nvGrpSpPr>
      <p:grpSpPr>
        <a:xfrm>
          <a:off x="0" y="0"/>
          <a:ext cx="0" cy="0"/>
          <a:chOff x="0" y="0"/>
          <a:chExt cx="0" cy="0"/>
        </a:xfrm>
      </p:grpSpPr>
      <p:pic>
        <p:nvPicPr>
          <p:cNvPr id="30" name="Picture 29" descr="A close up of a fabric&#10;&#10;Description automatically generated">
            <a:extLst>
              <a:ext uri="{FF2B5EF4-FFF2-40B4-BE49-F238E27FC236}">
                <a16:creationId xmlns:a16="http://schemas.microsoft.com/office/drawing/2014/main" id="{9DF86BC4-59F0-2637-65E0-55A5A0194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318000"/>
          </a:xfrm>
          <a:prstGeom prst="rect">
            <a:avLst/>
          </a:prstGeom>
        </p:spPr>
      </p:pic>
      <p:sp>
        <p:nvSpPr>
          <p:cNvPr id="9" name="Rectangle 8">
            <a:extLst>
              <a:ext uri="{FF2B5EF4-FFF2-40B4-BE49-F238E27FC236}">
                <a16:creationId xmlns:a16="http://schemas.microsoft.com/office/drawing/2014/main" id="{A8F97CC1-C8F3-57AD-6461-1870B0EDC7FC}"/>
              </a:ext>
            </a:extLst>
          </p:cNvPr>
          <p:cNvSpPr>
            <a:spLocks/>
          </p:cNvSpPr>
          <p:nvPr userDrawn="1"/>
        </p:nvSpPr>
        <p:spPr>
          <a:xfrm>
            <a:off x="-1" y="-1"/>
            <a:ext cx="6365876" cy="6317997"/>
          </a:xfrm>
          <a:prstGeom prst="rect">
            <a:avLst/>
          </a:prstGeom>
          <a:solidFill>
            <a:schemeClr val="bg1">
              <a:alpha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algn="l">
              <a:lnSpc>
                <a:spcPct val="110000"/>
              </a:lnSpc>
              <a:spcBef>
                <a:spcPts val="800"/>
              </a:spcBef>
            </a:pPr>
            <a:endParaRPr lang="en-US">
              <a:solidFill>
                <a:schemeClr val="bg1"/>
              </a:solidFill>
            </a:endParaRPr>
          </a:p>
        </p:txBody>
      </p:sp>
      <p:sp>
        <p:nvSpPr>
          <p:cNvPr id="3" name="Footer Placeholder 2">
            <a:extLst>
              <a:ext uri="{FF2B5EF4-FFF2-40B4-BE49-F238E27FC236}">
                <a16:creationId xmlns:a16="http://schemas.microsoft.com/office/drawing/2014/main" id="{E538266D-6CBF-98C2-53D8-F9EF63586C0C}"/>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A78FA822-9C83-46E0-11C2-02F0F885C81F}"/>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C9C05BFD-D292-2868-9CDC-E2C672DB1BAF}"/>
              </a:ext>
            </a:extLst>
          </p:cNvPr>
          <p:cNvSpPr>
            <a:spLocks noGrp="1"/>
          </p:cNvSpPr>
          <p:nvPr>
            <p:ph type="dt" sz="half" idx="12"/>
          </p:nvPr>
        </p:nvSpPr>
        <p:spPr/>
        <p:txBody>
          <a:bodyPr/>
          <a:lstStyle/>
          <a:p>
            <a:fld id="{9D8D5793-8DAA-4E66-BEA3-B39FF0FAAA6C}" type="datetime4">
              <a:rPr lang="en-US" smtClean="0"/>
              <a:t>March 3, 2026</a:t>
            </a:fld>
            <a:endParaRPr lang="en-US"/>
          </a:p>
        </p:txBody>
      </p:sp>
      <p:sp>
        <p:nvSpPr>
          <p:cNvPr id="11" name="Text Placeholder 14">
            <a:extLst>
              <a:ext uri="{FF2B5EF4-FFF2-40B4-BE49-F238E27FC236}">
                <a16:creationId xmlns:a16="http://schemas.microsoft.com/office/drawing/2014/main" id="{04998956-E43A-F3AB-7595-667FEA1CE224}"/>
              </a:ext>
            </a:extLst>
          </p:cNvPr>
          <p:cNvSpPr>
            <a:spLocks noGrp="1"/>
          </p:cNvSpPr>
          <p:nvPr>
            <p:ph type="body" sz="quarter" idx="13"/>
          </p:nvPr>
        </p:nvSpPr>
        <p:spPr>
          <a:xfrm>
            <a:off x="937260" y="120491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2" name="Text Placeholder 14">
            <a:extLst>
              <a:ext uri="{FF2B5EF4-FFF2-40B4-BE49-F238E27FC236}">
                <a16:creationId xmlns:a16="http://schemas.microsoft.com/office/drawing/2014/main" id="{7D8B2A71-1E91-052E-05E9-2052BBDCC0CF}"/>
              </a:ext>
            </a:extLst>
          </p:cNvPr>
          <p:cNvSpPr>
            <a:spLocks noGrp="1"/>
          </p:cNvSpPr>
          <p:nvPr>
            <p:ph type="body" sz="quarter" idx="15" hasCustomPrompt="1"/>
          </p:nvPr>
        </p:nvSpPr>
        <p:spPr>
          <a:xfrm>
            <a:off x="539999" y="120491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3" name="Text Placeholder 14">
            <a:extLst>
              <a:ext uri="{FF2B5EF4-FFF2-40B4-BE49-F238E27FC236}">
                <a16:creationId xmlns:a16="http://schemas.microsoft.com/office/drawing/2014/main" id="{879E254E-98D5-5A9E-ADF4-B8405E3A4233}"/>
              </a:ext>
            </a:extLst>
          </p:cNvPr>
          <p:cNvSpPr>
            <a:spLocks noGrp="1"/>
          </p:cNvSpPr>
          <p:nvPr>
            <p:ph type="body" sz="quarter" idx="16"/>
          </p:nvPr>
        </p:nvSpPr>
        <p:spPr>
          <a:xfrm>
            <a:off x="937260" y="176924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4" name="Text Placeholder 14">
            <a:extLst>
              <a:ext uri="{FF2B5EF4-FFF2-40B4-BE49-F238E27FC236}">
                <a16:creationId xmlns:a16="http://schemas.microsoft.com/office/drawing/2014/main" id="{ACC4BAA2-6BCC-4828-A794-FA95A0A63065}"/>
              </a:ext>
            </a:extLst>
          </p:cNvPr>
          <p:cNvSpPr>
            <a:spLocks noGrp="1"/>
          </p:cNvSpPr>
          <p:nvPr>
            <p:ph type="body" sz="quarter" idx="17" hasCustomPrompt="1"/>
          </p:nvPr>
        </p:nvSpPr>
        <p:spPr>
          <a:xfrm>
            <a:off x="539999" y="176924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5" name="Text Placeholder 14">
            <a:extLst>
              <a:ext uri="{FF2B5EF4-FFF2-40B4-BE49-F238E27FC236}">
                <a16:creationId xmlns:a16="http://schemas.microsoft.com/office/drawing/2014/main" id="{4EA26915-F7BB-55EF-0F30-6ADA6B979869}"/>
              </a:ext>
            </a:extLst>
          </p:cNvPr>
          <p:cNvSpPr>
            <a:spLocks noGrp="1"/>
          </p:cNvSpPr>
          <p:nvPr>
            <p:ph type="body" sz="quarter" idx="18"/>
          </p:nvPr>
        </p:nvSpPr>
        <p:spPr>
          <a:xfrm>
            <a:off x="937260" y="233357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6" name="Text Placeholder 14">
            <a:extLst>
              <a:ext uri="{FF2B5EF4-FFF2-40B4-BE49-F238E27FC236}">
                <a16:creationId xmlns:a16="http://schemas.microsoft.com/office/drawing/2014/main" id="{257CB600-F9B0-1864-97F6-1D774ECF80A5}"/>
              </a:ext>
            </a:extLst>
          </p:cNvPr>
          <p:cNvSpPr>
            <a:spLocks noGrp="1"/>
          </p:cNvSpPr>
          <p:nvPr>
            <p:ph type="body" sz="quarter" idx="19" hasCustomPrompt="1"/>
          </p:nvPr>
        </p:nvSpPr>
        <p:spPr>
          <a:xfrm>
            <a:off x="539999" y="233357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7" name="Text Placeholder 14">
            <a:extLst>
              <a:ext uri="{FF2B5EF4-FFF2-40B4-BE49-F238E27FC236}">
                <a16:creationId xmlns:a16="http://schemas.microsoft.com/office/drawing/2014/main" id="{0560897C-1AD8-3377-6871-4272FF90094B}"/>
              </a:ext>
            </a:extLst>
          </p:cNvPr>
          <p:cNvSpPr>
            <a:spLocks noGrp="1"/>
          </p:cNvSpPr>
          <p:nvPr>
            <p:ph type="body" sz="quarter" idx="20"/>
          </p:nvPr>
        </p:nvSpPr>
        <p:spPr>
          <a:xfrm>
            <a:off x="937260" y="289790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8" name="Text Placeholder 14">
            <a:extLst>
              <a:ext uri="{FF2B5EF4-FFF2-40B4-BE49-F238E27FC236}">
                <a16:creationId xmlns:a16="http://schemas.microsoft.com/office/drawing/2014/main" id="{D301C9E1-08CE-BFB6-4698-D0156087E1F6}"/>
              </a:ext>
            </a:extLst>
          </p:cNvPr>
          <p:cNvSpPr>
            <a:spLocks noGrp="1"/>
          </p:cNvSpPr>
          <p:nvPr>
            <p:ph type="body" sz="quarter" idx="21" hasCustomPrompt="1"/>
          </p:nvPr>
        </p:nvSpPr>
        <p:spPr>
          <a:xfrm>
            <a:off x="539999" y="289790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9" name="Text Placeholder 14">
            <a:extLst>
              <a:ext uri="{FF2B5EF4-FFF2-40B4-BE49-F238E27FC236}">
                <a16:creationId xmlns:a16="http://schemas.microsoft.com/office/drawing/2014/main" id="{0CC2E283-D3BF-9260-EB0C-1FC89129E5D5}"/>
              </a:ext>
            </a:extLst>
          </p:cNvPr>
          <p:cNvSpPr>
            <a:spLocks noGrp="1"/>
          </p:cNvSpPr>
          <p:nvPr>
            <p:ph type="body" sz="quarter" idx="22"/>
          </p:nvPr>
        </p:nvSpPr>
        <p:spPr>
          <a:xfrm>
            <a:off x="937260" y="346223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0" name="Text Placeholder 14">
            <a:extLst>
              <a:ext uri="{FF2B5EF4-FFF2-40B4-BE49-F238E27FC236}">
                <a16:creationId xmlns:a16="http://schemas.microsoft.com/office/drawing/2014/main" id="{CCA538C9-A95B-B77A-306A-0A21B6167A67}"/>
              </a:ext>
            </a:extLst>
          </p:cNvPr>
          <p:cNvSpPr>
            <a:spLocks noGrp="1"/>
          </p:cNvSpPr>
          <p:nvPr>
            <p:ph type="body" sz="quarter" idx="23" hasCustomPrompt="1"/>
          </p:nvPr>
        </p:nvSpPr>
        <p:spPr>
          <a:xfrm>
            <a:off x="539999" y="346223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1" name="Text Placeholder 14">
            <a:extLst>
              <a:ext uri="{FF2B5EF4-FFF2-40B4-BE49-F238E27FC236}">
                <a16:creationId xmlns:a16="http://schemas.microsoft.com/office/drawing/2014/main" id="{8BC031F2-00E6-BD42-A50A-E5BBBCC20963}"/>
              </a:ext>
            </a:extLst>
          </p:cNvPr>
          <p:cNvSpPr>
            <a:spLocks noGrp="1"/>
          </p:cNvSpPr>
          <p:nvPr>
            <p:ph type="body" sz="quarter" idx="24"/>
          </p:nvPr>
        </p:nvSpPr>
        <p:spPr>
          <a:xfrm>
            <a:off x="937260" y="402656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2" name="Text Placeholder 14">
            <a:extLst>
              <a:ext uri="{FF2B5EF4-FFF2-40B4-BE49-F238E27FC236}">
                <a16:creationId xmlns:a16="http://schemas.microsoft.com/office/drawing/2014/main" id="{C29D2051-2F3E-4FBB-9F68-5F10EC4053CF}"/>
              </a:ext>
            </a:extLst>
          </p:cNvPr>
          <p:cNvSpPr>
            <a:spLocks noGrp="1"/>
          </p:cNvSpPr>
          <p:nvPr>
            <p:ph type="body" sz="quarter" idx="25" hasCustomPrompt="1"/>
          </p:nvPr>
        </p:nvSpPr>
        <p:spPr>
          <a:xfrm>
            <a:off x="539999" y="402656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3" name="Text Placeholder 14">
            <a:extLst>
              <a:ext uri="{FF2B5EF4-FFF2-40B4-BE49-F238E27FC236}">
                <a16:creationId xmlns:a16="http://schemas.microsoft.com/office/drawing/2014/main" id="{E98DD467-EFE2-B4DA-351E-F3F2A4FBAA42}"/>
              </a:ext>
            </a:extLst>
          </p:cNvPr>
          <p:cNvSpPr>
            <a:spLocks noGrp="1"/>
          </p:cNvSpPr>
          <p:nvPr>
            <p:ph type="body" sz="quarter" idx="26"/>
          </p:nvPr>
        </p:nvSpPr>
        <p:spPr>
          <a:xfrm>
            <a:off x="937260" y="459089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4" name="Text Placeholder 14">
            <a:extLst>
              <a:ext uri="{FF2B5EF4-FFF2-40B4-BE49-F238E27FC236}">
                <a16:creationId xmlns:a16="http://schemas.microsoft.com/office/drawing/2014/main" id="{80D3DEFE-783C-331B-AB1D-E81C1C98013C}"/>
              </a:ext>
            </a:extLst>
          </p:cNvPr>
          <p:cNvSpPr>
            <a:spLocks noGrp="1"/>
          </p:cNvSpPr>
          <p:nvPr>
            <p:ph type="body" sz="quarter" idx="27" hasCustomPrompt="1"/>
          </p:nvPr>
        </p:nvSpPr>
        <p:spPr>
          <a:xfrm>
            <a:off x="539999" y="459089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5" name="Text Placeholder 14">
            <a:extLst>
              <a:ext uri="{FF2B5EF4-FFF2-40B4-BE49-F238E27FC236}">
                <a16:creationId xmlns:a16="http://schemas.microsoft.com/office/drawing/2014/main" id="{1901CA78-DF83-4732-0646-9DC429F8C719}"/>
              </a:ext>
            </a:extLst>
          </p:cNvPr>
          <p:cNvSpPr>
            <a:spLocks noGrp="1"/>
          </p:cNvSpPr>
          <p:nvPr>
            <p:ph type="body" sz="quarter" idx="28"/>
          </p:nvPr>
        </p:nvSpPr>
        <p:spPr>
          <a:xfrm>
            <a:off x="937260" y="515522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6" name="Text Placeholder 14">
            <a:extLst>
              <a:ext uri="{FF2B5EF4-FFF2-40B4-BE49-F238E27FC236}">
                <a16:creationId xmlns:a16="http://schemas.microsoft.com/office/drawing/2014/main" id="{BF171B47-BB86-A5AF-6D5C-5D271E9A052C}"/>
              </a:ext>
            </a:extLst>
          </p:cNvPr>
          <p:cNvSpPr>
            <a:spLocks noGrp="1"/>
          </p:cNvSpPr>
          <p:nvPr>
            <p:ph type="body" sz="quarter" idx="29" hasCustomPrompt="1"/>
          </p:nvPr>
        </p:nvSpPr>
        <p:spPr>
          <a:xfrm>
            <a:off x="539999" y="515522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6" name="Title 5">
            <a:extLst>
              <a:ext uri="{FF2B5EF4-FFF2-40B4-BE49-F238E27FC236}">
                <a16:creationId xmlns:a16="http://schemas.microsoft.com/office/drawing/2014/main" id="{38614FAC-4F99-A018-085D-423B44F4C3A3}"/>
              </a:ext>
            </a:extLst>
          </p:cNvPr>
          <p:cNvSpPr>
            <a:spLocks noGrp="1"/>
          </p:cNvSpPr>
          <p:nvPr>
            <p:ph type="title" hasCustomPrompt="1"/>
          </p:nvPr>
        </p:nvSpPr>
        <p:spPr>
          <a:xfrm>
            <a:off x="539999" y="262800"/>
            <a:ext cx="5285999" cy="664797"/>
          </a:xfrm>
        </p:spPr>
        <p:txBody>
          <a:bodyPr/>
          <a:lstStyle/>
          <a:p>
            <a:r>
              <a:rPr lang="en-US"/>
              <a:t>Click to add title – max 2 lines</a:t>
            </a:r>
          </a:p>
        </p:txBody>
      </p:sp>
      <p:sp>
        <p:nvSpPr>
          <p:cNvPr id="2" name="Rectangle 1">
            <a:extLst>
              <a:ext uri="{FF2B5EF4-FFF2-40B4-BE49-F238E27FC236}">
                <a16:creationId xmlns:a16="http://schemas.microsoft.com/office/drawing/2014/main" id="{C669A388-0668-E3BA-040D-26643B2F644D}"/>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2433AB0E-C022-E9C1-55AA-2D0DBFDF3DFE}"/>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8" name="Text Placeholder 14">
            <a:extLst>
              <a:ext uri="{FF2B5EF4-FFF2-40B4-BE49-F238E27FC236}">
                <a16:creationId xmlns:a16="http://schemas.microsoft.com/office/drawing/2014/main" id="{481460C1-772B-9650-0D54-38F0353A5EFF}"/>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the presentation’s  agenda.</a:t>
            </a:r>
          </a:p>
          <a:p>
            <a:pPr>
              <a:lnSpc>
                <a:spcPct val="100000"/>
              </a:lnSpc>
              <a:spcBef>
                <a:spcPts val="600"/>
              </a:spcBef>
              <a:spcAft>
                <a:spcPts val="600"/>
              </a:spcAft>
            </a:pPr>
            <a:r>
              <a:rPr lang="en-US" sz="1050">
                <a:solidFill>
                  <a:schemeClr val="tx1">
                    <a:alpha val="90000"/>
                  </a:schemeClr>
                </a:solidFill>
              </a:rPr>
              <a:t>This picture is </a:t>
            </a:r>
            <a:br>
              <a:rPr lang="en-US" sz="1050">
                <a:solidFill>
                  <a:schemeClr val="tx1">
                    <a:alpha val="90000"/>
                  </a:schemeClr>
                </a:solidFill>
              </a:rPr>
            </a:br>
            <a:r>
              <a:rPr lang="en-US" sz="1050">
                <a:solidFill>
                  <a:schemeClr val="tx1">
                    <a:alpha val="90000"/>
                  </a:schemeClr>
                </a:solidFill>
              </a:rPr>
              <a:t>one of two default options.</a:t>
            </a:r>
          </a:p>
          <a:p>
            <a:pPr>
              <a:lnSpc>
                <a:spcPct val="100000"/>
              </a:lnSpc>
              <a:spcBef>
                <a:spcPts val="600"/>
              </a:spcBef>
              <a:spcAft>
                <a:spcPts val="600"/>
              </a:spcAft>
            </a:pPr>
            <a:r>
              <a:rPr lang="en-US" sz="1050">
                <a:solidFill>
                  <a:schemeClr val="tx1">
                    <a:alpha val="90000"/>
                  </a:schemeClr>
                </a:solidFill>
              </a:rPr>
              <a:t>The picture may be exchanged. To do so, please use the layout “Title + agenda (option 3)”.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sp>
        <p:nvSpPr>
          <p:cNvPr id="27" name="Text Placeholder 14">
            <a:extLst>
              <a:ext uri="{FF2B5EF4-FFF2-40B4-BE49-F238E27FC236}">
                <a16:creationId xmlns:a16="http://schemas.microsoft.com/office/drawing/2014/main" id="{A0C8BC95-CB59-C133-CB6F-0E2DB1F54533}"/>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agenda (option 2)</a:t>
            </a:r>
          </a:p>
        </p:txBody>
      </p:sp>
      <p:cxnSp>
        <p:nvCxnSpPr>
          <p:cNvPr id="28" name="Straight Connector 27">
            <a:extLst>
              <a:ext uri="{FF2B5EF4-FFF2-40B4-BE49-F238E27FC236}">
                <a16:creationId xmlns:a16="http://schemas.microsoft.com/office/drawing/2014/main" id="{40D426C4-B5F6-7542-1D6C-193286A8371B}"/>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Line">
            <a:extLst>
              <a:ext uri="{FF2B5EF4-FFF2-40B4-BE49-F238E27FC236}">
                <a16:creationId xmlns:a16="http://schemas.microsoft.com/office/drawing/2014/main" id="{835D7BB8-9942-24B6-C9B9-9A47D011B095}"/>
              </a:ext>
            </a:extLst>
          </p:cNvPr>
          <p:cNvSpPr>
            <a:spLocks/>
          </p:cNvSpPr>
          <p:nvPr userDrawn="1"/>
        </p:nvSpPr>
        <p:spPr>
          <a:xfrm flipH="1" flipV="1">
            <a:off x="540000" y="1006831"/>
            <a:ext cx="5289549" cy="0"/>
          </a:xfrm>
          <a:prstGeom prst="line">
            <a:avLst/>
          </a:prstGeom>
          <a:ln w="12700">
            <a:solidFill>
              <a:schemeClr val="tx1"/>
            </a:solidFill>
            <a:miter/>
          </a:ln>
        </p:spPr>
        <p:txBody>
          <a:bodyPr lIns="45719" rIns="45719"/>
          <a:lstStyle/>
          <a:p>
            <a:endParaRPr lang="en-US"/>
          </a:p>
        </p:txBody>
      </p:sp>
    </p:spTree>
    <p:extLst>
      <p:ext uri="{BB962C8B-B14F-4D97-AF65-F5344CB8AC3E}">
        <p14:creationId xmlns:p14="http://schemas.microsoft.com/office/powerpoint/2010/main" val="2045576809"/>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           Title +          agenda (option 3)">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57101AF5-F148-9768-1958-2E366CE82412}"/>
              </a:ext>
            </a:extLst>
          </p:cNvPr>
          <p:cNvSpPr>
            <a:spLocks noGrp="1"/>
          </p:cNvSpPr>
          <p:nvPr>
            <p:ph type="pic" sz="quarter" idx="30" hasCustomPrompt="1"/>
          </p:nvPr>
        </p:nvSpPr>
        <p:spPr>
          <a:xfrm>
            <a:off x="0" y="0"/>
            <a:ext cx="12192000" cy="6319838"/>
          </a:xfrm>
          <a:solidFill>
            <a:schemeClr val="bg2"/>
          </a:solidFill>
        </p:spPr>
        <p:txBody>
          <a:bodyPr lIns="6552000" tIns="3024000" rIns="0"/>
          <a:lstStyle>
            <a:lvl1pPr marL="0" indent="0" algn="l">
              <a:buNone/>
              <a:defRPr i="1">
                <a:solidFill>
                  <a:schemeClr val="tx1"/>
                </a:solidFill>
              </a:defRPr>
            </a:lvl1pPr>
          </a:lstStyle>
          <a:p>
            <a:r>
              <a:rPr lang="en-US"/>
              <a:t> </a:t>
            </a:r>
          </a:p>
        </p:txBody>
      </p:sp>
      <p:sp>
        <p:nvSpPr>
          <p:cNvPr id="46" name="Pladsholder til tekst 45">
            <a:extLst>
              <a:ext uri="{FF2B5EF4-FFF2-40B4-BE49-F238E27FC236}">
                <a16:creationId xmlns:a16="http://schemas.microsoft.com/office/drawing/2014/main" id="{89B9DE34-8ABF-BA64-1E5A-2C22615BEE66}"/>
              </a:ext>
            </a:extLst>
          </p:cNvPr>
          <p:cNvSpPr>
            <a:spLocks noGrp="1"/>
          </p:cNvSpPr>
          <p:nvPr>
            <p:ph type="body" sz="quarter" idx="34" hasCustomPrompt="1"/>
          </p:nvPr>
        </p:nvSpPr>
        <p:spPr>
          <a:xfrm>
            <a:off x="-1" y="-1"/>
            <a:ext cx="6365876" cy="6317997"/>
          </a:xfrm>
          <a:solidFill>
            <a:schemeClr val="bg1">
              <a:alpha val="80000"/>
            </a:schemeClr>
          </a:solidFill>
        </p:spPr>
        <p:txBody>
          <a:bodyPr/>
          <a:lstStyle>
            <a:lvl1pPr marL="0" indent="0">
              <a:buNone/>
              <a:defRPr/>
            </a:lvl1pPr>
          </a:lstStyle>
          <a:p>
            <a:pPr lvl="0"/>
            <a:r>
              <a:rPr lang="en-US"/>
              <a:t> </a:t>
            </a:r>
            <a:endParaRPr lang="en-GB"/>
          </a:p>
        </p:txBody>
      </p:sp>
      <p:sp>
        <p:nvSpPr>
          <p:cNvPr id="3" name="Footer Placeholder 2">
            <a:extLst>
              <a:ext uri="{FF2B5EF4-FFF2-40B4-BE49-F238E27FC236}">
                <a16:creationId xmlns:a16="http://schemas.microsoft.com/office/drawing/2014/main" id="{E538266D-6CBF-98C2-53D8-F9EF63586C0C}"/>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A78FA822-9C83-46E0-11C2-02F0F885C81F}"/>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C9C05BFD-D292-2868-9CDC-E2C672DB1BAF}"/>
              </a:ext>
            </a:extLst>
          </p:cNvPr>
          <p:cNvSpPr>
            <a:spLocks noGrp="1"/>
          </p:cNvSpPr>
          <p:nvPr>
            <p:ph type="dt" sz="half" idx="12"/>
          </p:nvPr>
        </p:nvSpPr>
        <p:spPr/>
        <p:txBody>
          <a:bodyPr/>
          <a:lstStyle/>
          <a:p>
            <a:fld id="{9D8D5793-8DAA-4E66-BEA3-B39FF0FAAA6C}" type="datetime4">
              <a:rPr lang="en-US" smtClean="0"/>
              <a:t>March 3, 2026</a:t>
            </a:fld>
            <a:endParaRPr lang="en-US"/>
          </a:p>
        </p:txBody>
      </p:sp>
      <p:sp>
        <p:nvSpPr>
          <p:cNvPr id="11" name="Text Placeholder 14">
            <a:extLst>
              <a:ext uri="{FF2B5EF4-FFF2-40B4-BE49-F238E27FC236}">
                <a16:creationId xmlns:a16="http://schemas.microsoft.com/office/drawing/2014/main" id="{04998956-E43A-F3AB-7595-667FEA1CE224}"/>
              </a:ext>
            </a:extLst>
          </p:cNvPr>
          <p:cNvSpPr>
            <a:spLocks noGrp="1"/>
          </p:cNvSpPr>
          <p:nvPr>
            <p:ph type="body" sz="quarter" idx="13"/>
          </p:nvPr>
        </p:nvSpPr>
        <p:spPr>
          <a:xfrm>
            <a:off x="937260" y="120491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2" name="Text Placeholder 14">
            <a:extLst>
              <a:ext uri="{FF2B5EF4-FFF2-40B4-BE49-F238E27FC236}">
                <a16:creationId xmlns:a16="http://schemas.microsoft.com/office/drawing/2014/main" id="{7D8B2A71-1E91-052E-05E9-2052BBDCC0CF}"/>
              </a:ext>
            </a:extLst>
          </p:cNvPr>
          <p:cNvSpPr>
            <a:spLocks noGrp="1"/>
          </p:cNvSpPr>
          <p:nvPr>
            <p:ph type="body" sz="quarter" idx="15" hasCustomPrompt="1"/>
          </p:nvPr>
        </p:nvSpPr>
        <p:spPr>
          <a:xfrm>
            <a:off x="539999" y="120491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3" name="Text Placeholder 14">
            <a:extLst>
              <a:ext uri="{FF2B5EF4-FFF2-40B4-BE49-F238E27FC236}">
                <a16:creationId xmlns:a16="http://schemas.microsoft.com/office/drawing/2014/main" id="{879E254E-98D5-5A9E-ADF4-B8405E3A4233}"/>
              </a:ext>
            </a:extLst>
          </p:cNvPr>
          <p:cNvSpPr>
            <a:spLocks noGrp="1"/>
          </p:cNvSpPr>
          <p:nvPr>
            <p:ph type="body" sz="quarter" idx="16"/>
          </p:nvPr>
        </p:nvSpPr>
        <p:spPr>
          <a:xfrm>
            <a:off x="937260" y="176924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4" name="Text Placeholder 14">
            <a:extLst>
              <a:ext uri="{FF2B5EF4-FFF2-40B4-BE49-F238E27FC236}">
                <a16:creationId xmlns:a16="http://schemas.microsoft.com/office/drawing/2014/main" id="{ACC4BAA2-6BCC-4828-A794-FA95A0A63065}"/>
              </a:ext>
            </a:extLst>
          </p:cNvPr>
          <p:cNvSpPr>
            <a:spLocks noGrp="1"/>
          </p:cNvSpPr>
          <p:nvPr>
            <p:ph type="body" sz="quarter" idx="17" hasCustomPrompt="1"/>
          </p:nvPr>
        </p:nvSpPr>
        <p:spPr>
          <a:xfrm>
            <a:off x="539999" y="176924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5" name="Text Placeholder 14">
            <a:extLst>
              <a:ext uri="{FF2B5EF4-FFF2-40B4-BE49-F238E27FC236}">
                <a16:creationId xmlns:a16="http://schemas.microsoft.com/office/drawing/2014/main" id="{4EA26915-F7BB-55EF-0F30-6ADA6B979869}"/>
              </a:ext>
            </a:extLst>
          </p:cNvPr>
          <p:cNvSpPr>
            <a:spLocks noGrp="1"/>
          </p:cNvSpPr>
          <p:nvPr>
            <p:ph type="body" sz="quarter" idx="18"/>
          </p:nvPr>
        </p:nvSpPr>
        <p:spPr>
          <a:xfrm>
            <a:off x="937260" y="233357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6" name="Text Placeholder 14">
            <a:extLst>
              <a:ext uri="{FF2B5EF4-FFF2-40B4-BE49-F238E27FC236}">
                <a16:creationId xmlns:a16="http://schemas.microsoft.com/office/drawing/2014/main" id="{257CB600-F9B0-1864-97F6-1D774ECF80A5}"/>
              </a:ext>
            </a:extLst>
          </p:cNvPr>
          <p:cNvSpPr>
            <a:spLocks noGrp="1"/>
          </p:cNvSpPr>
          <p:nvPr>
            <p:ph type="body" sz="quarter" idx="19" hasCustomPrompt="1"/>
          </p:nvPr>
        </p:nvSpPr>
        <p:spPr>
          <a:xfrm>
            <a:off x="539999" y="233357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7" name="Text Placeholder 14">
            <a:extLst>
              <a:ext uri="{FF2B5EF4-FFF2-40B4-BE49-F238E27FC236}">
                <a16:creationId xmlns:a16="http://schemas.microsoft.com/office/drawing/2014/main" id="{0560897C-1AD8-3377-6871-4272FF90094B}"/>
              </a:ext>
            </a:extLst>
          </p:cNvPr>
          <p:cNvSpPr>
            <a:spLocks noGrp="1"/>
          </p:cNvSpPr>
          <p:nvPr>
            <p:ph type="body" sz="quarter" idx="20"/>
          </p:nvPr>
        </p:nvSpPr>
        <p:spPr>
          <a:xfrm>
            <a:off x="937260" y="289790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8" name="Text Placeholder 14">
            <a:extLst>
              <a:ext uri="{FF2B5EF4-FFF2-40B4-BE49-F238E27FC236}">
                <a16:creationId xmlns:a16="http://schemas.microsoft.com/office/drawing/2014/main" id="{D301C9E1-08CE-BFB6-4698-D0156087E1F6}"/>
              </a:ext>
            </a:extLst>
          </p:cNvPr>
          <p:cNvSpPr>
            <a:spLocks noGrp="1"/>
          </p:cNvSpPr>
          <p:nvPr>
            <p:ph type="body" sz="quarter" idx="21" hasCustomPrompt="1"/>
          </p:nvPr>
        </p:nvSpPr>
        <p:spPr>
          <a:xfrm>
            <a:off x="539999" y="289790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9" name="Text Placeholder 14">
            <a:extLst>
              <a:ext uri="{FF2B5EF4-FFF2-40B4-BE49-F238E27FC236}">
                <a16:creationId xmlns:a16="http://schemas.microsoft.com/office/drawing/2014/main" id="{0CC2E283-D3BF-9260-EB0C-1FC89129E5D5}"/>
              </a:ext>
            </a:extLst>
          </p:cNvPr>
          <p:cNvSpPr>
            <a:spLocks noGrp="1"/>
          </p:cNvSpPr>
          <p:nvPr>
            <p:ph type="body" sz="quarter" idx="22"/>
          </p:nvPr>
        </p:nvSpPr>
        <p:spPr>
          <a:xfrm>
            <a:off x="937260" y="346223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0" name="Text Placeholder 14">
            <a:extLst>
              <a:ext uri="{FF2B5EF4-FFF2-40B4-BE49-F238E27FC236}">
                <a16:creationId xmlns:a16="http://schemas.microsoft.com/office/drawing/2014/main" id="{CCA538C9-A95B-B77A-306A-0A21B6167A67}"/>
              </a:ext>
            </a:extLst>
          </p:cNvPr>
          <p:cNvSpPr>
            <a:spLocks noGrp="1"/>
          </p:cNvSpPr>
          <p:nvPr>
            <p:ph type="body" sz="quarter" idx="23" hasCustomPrompt="1"/>
          </p:nvPr>
        </p:nvSpPr>
        <p:spPr>
          <a:xfrm>
            <a:off x="539999" y="346223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1" name="Text Placeholder 14">
            <a:extLst>
              <a:ext uri="{FF2B5EF4-FFF2-40B4-BE49-F238E27FC236}">
                <a16:creationId xmlns:a16="http://schemas.microsoft.com/office/drawing/2014/main" id="{8BC031F2-00E6-BD42-A50A-E5BBBCC20963}"/>
              </a:ext>
            </a:extLst>
          </p:cNvPr>
          <p:cNvSpPr>
            <a:spLocks noGrp="1"/>
          </p:cNvSpPr>
          <p:nvPr>
            <p:ph type="body" sz="quarter" idx="24"/>
          </p:nvPr>
        </p:nvSpPr>
        <p:spPr>
          <a:xfrm>
            <a:off x="937260" y="402656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2" name="Text Placeholder 14">
            <a:extLst>
              <a:ext uri="{FF2B5EF4-FFF2-40B4-BE49-F238E27FC236}">
                <a16:creationId xmlns:a16="http://schemas.microsoft.com/office/drawing/2014/main" id="{C29D2051-2F3E-4FBB-9F68-5F10EC4053CF}"/>
              </a:ext>
            </a:extLst>
          </p:cNvPr>
          <p:cNvSpPr>
            <a:spLocks noGrp="1"/>
          </p:cNvSpPr>
          <p:nvPr>
            <p:ph type="body" sz="quarter" idx="25" hasCustomPrompt="1"/>
          </p:nvPr>
        </p:nvSpPr>
        <p:spPr>
          <a:xfrm>
            <a:off x="539999" y="402656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3" name="Text Placeholder 14">
            <a:extLst>
              <a:ext uri="{FF2B5EF4-FFF2-40B4-BE49-F238E27FC236}">
                <a16:creationId xmlns:a16="http://schemas.microsoft.com/office/drawing/2014/main" id="{E98DD467-EFE2-B4DA-351E-F3F2A4FBAA42}"/>
              </a:ext>
            </a:extLst>
          </p:cNvPr>
          <p:cNvSpPr>
            <a:spLocks noGrp="1"/>
          </p:cNvSpPr>
          <p:nvPr>
            <p:ph type="body" sz="quarter" idx="26"/>
          </p:nvPr>
        </p:nvSpPr>
        <p:spPr>
          <a:xfrm>
            <a:off x="937260" y="459089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4" name="Text Placeholder 14">
            <a:extLst>
              <a:ext uri="{FF2B5EF4-FFF2-40B4-BE49-F238E27FC236}">
                <a16:creationId xmlns:a16="http://schemas.microsoft.com/office/drawing/2014/main" id="{80D3DEFE-783C-331B-AB1D-E81C1C98013C}"/>
              </a:ext>
            </a:extLst>
          </p:cNvPr>
          <p:cNvSpPr>
            <a:spLocks noGrp="1"/>
          </p:cNvSpPr>
          <p:nvPr>
            <p:ph type="body" sz="quarter" idx="27" hasCustomPrompt="1"/>
          </p:nvPr>
        </p:nvSpPr>
        <p:spPr>
          <a:xfrm>
            <a:off x="539999" y="459089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5" name="Text Placeholder 14">
            <a:extLst>
              <a:ext uri="{FF2B5EF4-FFF2-40B4-BE49-F238E27FC236}">
                <a16:creationId xmlns:a16="http://schemas.microsoft.com/office/drawing/2014/main" id="{1901CA78-DF83-4732-0646-9DC429F8C719}"/>
              </a:ext>
            </a:extLst>
          </p:cNvPr>
          <p:cNvSpPr>
            <a:spLocks noGrp="1"/>
          </p:cNvSpPr>
          <p:nvPr>
            <p:ph type="body" sz="quarter" idx="28"/>
          </p:nvPr>
        </p:nvSpPr>
        <p:spPr>
          <a:xfrm>
            <a:off x="937260" y="515522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6" name="Text Placeholder 14">
            <a:extLst>
              <a:ext uri="{FF2B5EF4-FFF2-40B4-BE49-F238E27FC236}">
                <a16:creationId xmlns:a16="http://schemas.microsoft.com/office/drawing/2014/main" id="{BF171B47-BB86-A5AF-6D5C-5D271E9A052C}"/>
              </a:ext>
            </a:extLst>
          </p:cNvPr>
          <p:cNvSpPr>
            <a:spLocks noGrp="1"/>
          </p:cNvSpPr>
          <p:nvPr>
            <p:ph type="body" sz="quarter" idx="29" hasCustomPrompt="1"/>
          </p:nvPr>
        </p:nvSpPr>
        <p:spPr>
          <a:xfrm>
            <a:off x="539999" y="515522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6" name="Title 5">
            <a:extLst>
              <a:ext uri="{FF2B5EF4-FFF2-40B4-BE49-F238E27FC236}">
                <a16:creationId xmlns:a16="http://schemas.microsoft.com/office/drawing/2014/main" id="{38614FAC-4F99-A018-085D-423B44F4C3A3}"/>
              </a:ext>
            </a:extLst>
          </p:cNvPr>
          <p:cNvSpPr>
            <a:spLocks noGrp="1"/>
          </p:cNvSpPr>
          <p:nvPr>
            <p:ph type="title" hasCustomPrompt="1"/>
          </p:nvPr>
        </p:nvSpPr>
        <p:spPr>
          <a:xfrm>
            <a:off x="539999" y="262800"/>
            <a:ext cx="5285999" cy="664797"/>
          </a:xfrm>
        </p:spPr>
        <p:txBody>
          <a:bodyPr/>
          <a:lstStyle>
            <a:lvl1pPr>
              <a:defRPr/>
            </a:lvl1pPr>
          </a:lstStyle>
          <a:p>
            <a:r>
              <a:rPr lang="en-US"/>
              <a:t>Click to add title – max 2 lines</a:t>
            </a:r>
          </a:p>
        </p:txBody>
      </p:sp>
      <p:sp>
        <p:nvSpPr>
          <p:cNvPr id="7" name="Rectangle 6">
            <a:extLst>
              <a:ext uri="{FF2B5EF4-FFF2-40B4-BE49-F238E27FC236}">
                <a16:creationId xmlns:a16="http://schemas.microsoft.com/office/drawing/2014/main" id="{47C2B682-98E6-349C-0176-8A4810E0A2F8}"/>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5D22CA28-A0C9-3E35-9ECC-AB5396971096}"/>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971AB745-404C-4D44-A15A-03EA16B1A0D1}"/>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the presentation’s  agenda.</a:t>
            </a:r>
          </a:p>
          <a:p>
            <a:pPr>
              <a:lnSpc>
                <a:spcPct val="100000"/>
              </a:lnSpc>
              <a:spcBef>
                <a:spcPts val="600"/>
              </a:spcBef>
              <a:spcAft>
                <a:spcPts val="600"/>
              </a:spcAft>
            </a:pPr>
            <a:r>
              <a:rPr lang="en-US" sz="1050">
                <a:solidFill>
                  <a:schemeClr val="tx1">
                    <a:alpha val="90000"/>
                  </a:schemeClr>
                </a:solidFill>
              </a:rPr>
              <a:t>Use this slide to insert a picture, by following the slide’s  instructions. If possible, select a picture that picks up our brand colors. </a:t>
            </a:r>
          </a:p>
          <a:p>
            <a:pPr>
              <a:lnSpc>
                <a:spcPct val="100000"/>
              </a:lnSpc>
              <a:spcBef>
                <a:spcPts val="600"/>
              </a:spcBef>
              <a:spcAft>
                <a:spcPts val="600"/>
              </a:spcAft>
            </a:pPr>
            <a:r>
              <a:rPr lang="en-US" sz="1050">
                <a:solidFill>
                  <a:schemeClr val="tx1">
                    <a:alpha val="90000"/>
                  </a:schemeClr>
                </a:solidFill>
              </a:rPr>
              <a:t>The picture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Please </a:t>
            </a:r>
            <a:r>
              <a:rPr lang="en-US" sz="1050" b="1">
                <a:solidFill>
                  <a:schemeClr val="tx1">
                    <a:alpha val="90000"/>
                  </a:schemeClr>
                </a:solidFill>
              </a:rPr>
              <a:t>consider the legibility</a:t>
            </a:r>
            <a:r>
              <a:rPr lang="en-US" sz="1050">
                <a:solidFill>
                  <a:schemeClr val="tx1">
                    <a:alpha val="90000"/>
                  </a:schemeClr>
                </a:solidFill>
              </a:rPr>
              <a:t> of the text when selecting a picture. If needed, crop the picture differently or select another picture.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a:p>
            <a:pPr>
              <a:lnSpc>
                <a:spcPct val="100000"/>
              </a:lnSpc>
              <a:spcBef>
                <a:spcPts val="600"/>
              </a:spcBef>
              <a:spcAft>
                <a:spcPts val="600"/>
              </a:spcAft>
            </a:pPr>
            <a:endParaRPr lang="en-US" sz="1050">
              <a:solidFill>
                <a:schemeClr val="tx1">
                  <a:alpha val="90000"/>
                </a:schemeClr>
              </a:solidFill>
            </a:endParaRPr>
          </a:p>
          <a:p>
            <a:pPr>
              <a:lnSpc>
                <a:spcPct val="100000"/>
              </a:lnSpc>
              <a:spcBef>
                <a:spcPts val="600"/>
              </a:spcBef>
              <a:spcAft>
                <a:spcPts val="600"/>
              </a:spcAft>
            </a:pPr>
            <a:endParaRPr lang="en-US" sz="1050">
              <a:solidFill>
                <a:schemeClr val="tx1">
                  <a:alpha val="90000"/>
                </a:schemeClr>
              </a:solidFill>
            </a:endParaRPr>
          </a:p>
        </p:txBody>
      </p:sp>
      <p:sp>
        <p:nvSpPr>
          <p:cNvPr id="27" name="Text Placeholder 14">
            <a:extLst>
              <a:ext uri="{FF2B5EF4-FFF2-40B4-BE49-F238E27FC236}">
                <a16:creationId xmlns:a16="http://schemas.microsoft.com/office/drawing/2014/main" id="{7D0368A2-1F36-B909-3639-2BA06FFB13E3}"/>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agenda (option 3)</a:t>
            </a:r>
          </a:p>
        </p:txBody>
      </p:sp>
      <p:cxnSp>
        <p:nvCxnSpPr>
          <p:cNvPr id="28" name="Straight Connector 27">
            <a:extLst>
              <a:ext uri="{FF2B5EF4-FFF2-40B4-BE49-F238E27FC236}">
                <a16:creationId xmlns:a16="http://schemas.microsoft.com/office/drawing/2014/main" id="{6FFCB287-AAC8-88F3-6E22-96915914F138}"/>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2" name="Text Placeholder 30">
            <a:extLst>
              <a:ext uri="{FF2B5EF4-FFF2-40B4-BE49-F238E27FC236}">
                <a16:creationId xmlns:a16="http://schemas.microsoft.com/office/drawing/2014/main" id="{AACEA48E-2A50-3CDE-DDC8-0FEC307BD222}"/>
              </a:ext>
            </a:extLst>
          </p:cNvPr>
          <p:cNvSpPr>
            <a:spLocks noGrp="1"/>
          </p:cNvSpPr>
          <p:nvPr>
            <p:ph type="body" sz="quarter" idx="32" hasCustomPrompt="1"/>
          </p:nvPr>
        </p:nvSpPr>
        <p:spPr>
          <a:xfrm>
            <a:off x="6654801" y="2184917"/>
            <a:ext cx="5248274" cy="1950003"/>
          </a:xfrm>
          <a:solidFill>
            <a:schemeClr val="accent1"/>
          </a:solidFill>
        </p:spPr>
        <p:txBody>
          <a:bodyPr wrap="square" lIns="72000" tIns="72000" rIns="72000" bIns="72000">
            <a:spAutoFit/>
          </a:bodyPr>
          <a:lstStyle>
            <a:lvl1pPr marL="0" indent="0">
              <a:buFont typeface="+mj-lt"/>
              <a:buNone/>
              <a:defRPr i="1">
                <a:solidFill>
                  <a:schemeClr val="bg1"/>
                </a:solidFill>
              </a:defRPr>
            </a:lvl1pPr>
            <a:lvl2pPr marL="178775" indent="0">
              <a:buNone/>
              <a:defRPr/>
            </a:lvl2pPr>
            <a:lvl3pPr marL="360000" indent="0">
              <a:buNone/>
              <a:defRPr/>
            </a:lvl3pPr>
            <a:lvl4pPr marL="539138" indent="0">
              <a:buNone/>
              <a:defRPr/>
            </a:lvl4pPr>
            <a:lvl5pPr marL="720000" indent="0">
              <a:buNone/>
              <a:defRPr/>
            </a:lvl5pPr>
          </a:lstStyle>
          <a:p>
            <a:pPr lvl="0"/>
            <a:r>
              <a:rPr lang="en-GB"/>
              <a:t>To insert a picture:                                                1. Delete the transparent box on the left-hand side                                                        2. Click the picture icon to add a picture               3. Go to Home &gt;&gt; Reset (to bring the box back)  4. Type your text                                                   5. Delete this instruction</a:t>
            </a:r>
            <a:endParaRPr lang="en-US"/>
          </a:p>
        </p:txBody>
      </p:sp>
      <p:sp>
        <p:nvSpPr>
          <p:cNvPr id="38" name="Pladsholder til tekst 13">
            <a:extLst>
              <a:ext uri="{FF2B5EF4-FFF2-40B4-BE49-F238E27FC236}">
                <a16:creationId xmlns:a16="http://schemas.microsoft.com/office/drawing/2014/main" id="{ABD63393-A27E-64F9-FAC9-D0BD2A57020E}"/>
              </a:ext>
            </a:extLst>
          </p:cNvPr>
          <p:cNvSpPr>
            <a:spLocks noGrp="1"/>
          </p:cNvSpPr>
          <p:nvPr>
            <p:ph type="body" sz="quarter" idx="33" hasCustomPrompt="1"/>
          </p:nvPr>
        </p:nvSpPr>
        <p:spPr>
          <a:xfrm>
            <a:off x="540000" y="1000850"/>
            <a:ext cx="5289549" cy="10800"/>
          </a:xfrm>
          <a:solidFill>
            <a:schemeClr val="tx1"/>
          </a:solidFill>
          <a:ln w="3175">
            <a:solidFill>
              <a:schemeClr val="tx1"/>
            </a:solidFill>
            <a:miter lim="800000"/>
          </a:ln>
        </p:spPr>
        <p:txBody>
          <a:bodyPr/>
          <a:lstStyle>
            <a:lvl1pPr marL="0" indent="0">
              <a:buNone/>
              <a:defRPr sz="100"/>
            </a:lvl1pPr>
            <a:lvl2pPr marL="178775" indent="0">
              <a:buNone/>
              <a:defRPr/>
            </a:lvl2pPr>
            <a:lvl3pPr marL="360000" indent="0">
              <a:buNone/>
              <a:defRPr/>
            </a:lvl3pPr>
            <a:lvl4pPr marL="539138" indent="0">
              <a:buNone/>
              <a:defRPr/>
            </a:lvl4pPr>
            <a:lvl5pPr marL="720000" indent="0">
              <a:buNone/>
              <a:defRPr/>
            </a:lvl5pPr>
          </a:lstStyle>
          <a:p>
            <a:pPr lvl="0"/>
            <a:r>
              <a:rPr lang="da-DK"/>
              <a:t> </a:t>
            </a:r>
            <a:endParaRPr lang="en-GB"/>
          </a:p>
        </p:txBody>
      </p:sp>
    </p:spTree>
    <p:extLst>
      <p:ext uri="{BB962C8B-B14F-4D97-AF65-F5344CB8AC3E}">
        <p14:creationId xmlns:p14="http://schemas.microsoft.com/office/powerpoint/2010/main" val="601801277"/>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Text and content</a:t>
            </a:r>
          </a:p>
        </p:txBody>
      </p:sp>
    </p:spTree>
    <p:extLst>
      <p:ext uri="{BB962C8B-B14F-4D97-AF65-F5344CB8AC3E}">
        <p14:creationId xmlns:p14="http://schemas.microsoft.com/office/powerpoint/2010/main" val="40834982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           Title +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4C493F5B-4B0B-4F35-B137-C73DCBEFE06E}"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hasCustomPrompt="1"/>
          </p:nvPr>
        </p:nvSpPr>
        <p:spPr>
          <a:xfrm>
            <a:off x="540000" y="1204914"/>
            <a:ext cx="11111997" cy="4840286"/>
          </a:xfrm>
          <a:ln w="12700">
            <a:noFill/>
          </a:ln>
        </p:spPr>
        <p:txBody>
          <a:bodyPr/>
          <a:lstStyle>
            <a:lvl1pPr>
              <a:defRPr/>
            </a:lvl1pPr>
          </a:lstStyle>
          <a:p>
            <a:pPr lvl="0"/>
            <a:r>
              <a:rPr lang="en-US"/>
              <a:t>Click to add text or use the icons to insert content</a:t>
            </a:r>
          </a:p>
          <a:p>
            <a:pPr lvl="1"/>
            <a:r>
              <a:rPr lang="en-US"/>
              <a:t>Second level</a:t>
            </a:r>
          </a:p>
          <a:p>
            <a:pPr lvl="2"/>
            <a:r>
              <a:rPr lang="en-US"/>
              <a:t>Third level</a:t>
            </a:r>
          </a:p>
          <a:p>
            <a:pPr lvl="3"/>
            <a:r>
              <a:rPr lang="en-US"/>
              <a:t>Fourth level</a:t>
            </a:r>
          </a:p>
          <a:p>
            <a:pPr lvl="4"/>
            <a:r>
              <a:rPr lang="en-US"/>
              <a:t>Fifth level</a:t>
            </a:r>
          </a:p>
        </p:txBody>
      </p:sp>
      <p:sp>
        <p:nvSpPr>
          <p:cNvPr id="22" name="Title 21">
            <a:extLst>
              <a:ext uri="{FF2B5EF4-FFF2-40B4-BE49-F238E27FC236}">
                <a16:creationId xmlns:a16="http://schemas.microsoft.com/office/drawing/2014/main" id="{70F760CC-EB81-1B52-CB77-0751D3F2DC26}"/>
              </a:ext>
            </a:extLst>
          </p:cNvPr>
          <p:cNvSpPr>
            <a:spLocks noGrp="1"/>
          </p:cNvSpPr>
          <p:nvPr>
            <p:ph type="title" hasCustomPrompt="1"/>
          </p:nvPr>
        </p:nvSpPr>
        <p:spPr/>
        <p:txBody>
          <a:bodyPr/>
          <a:lstStyle>
            <a:lvl1pPr>
              <a:defRPr/>
            </a:lvl1pPr>
          </a:lstStyle>
          <a:p>
            <a:r>
              <a:rPr lang="en-US"/>
              <a:t>Click to add title – max 2 lines</a:t>
            </a:r>
          </a:p>
        </p:txBody>
      </p:sp>
      <p:sp>
        <p:nvSpPr>
          <p:cNvPr id="2" name="Line">
            <a:extLst>
              <a:ext uri="{FF2B5EF4-FFF2-40B4-BE49-F238E27FC236}">
                <a16:creationId xmlns:a16="http://schemas.microsoft.com/office/drawing/2014/main" id="{81C618C2-76F3-7029-7C9E-17893EDB0F2B}"/>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Tree>
    <p:extLst>
      <p:ext uri="{BB962C8B-B14F-4D97-AF65-F5344CB8AC3E}">
        <p14:creationId xmlns:p14="http://schemas.microsoft.com/office/powerpoint/2010/main" val="3525087827"/>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           Title +           2 x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335016B0-873B-4D63-9325-924D4CDC686E}"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6">
            <a:extLst>
              <a:ext uri="{FF2B5EF4-FFF2-40B4-BE49-F238E27FC236}">
                <a16:creationId xmlns:a16="http://schemas.microsoft.com/office/drawing/2014/main" id="{E832CD91-0663-5EA7-69DC-090BBDE27B26}"/>
              </a:ext>
            </a:extLst>
          </p:cNvPr>
          <p:cNvSpPr>
            <a:spLocks noGrp="1"/>
          </p:cNvSpPr>
          <p:nvPr>
            <p:ph type="title" hasCustomPrompt="1"/>
          </p:nvPr>
        </p:nvSpPr>
        <p:spPr/>
        <p:txBody>
          <a:bodyPr/>
          <a:lstStyle>
            <a:lvl1pPr>
              <a:defRPr/>
            </a:lvl1pPr>
          </a:lstStyle>
          <a:p>
            <a:r>
              <a:rPr lang="en-US"/>
              <a:t>Click to add title – max 2 lines</a:t>
            </a:r>
          </a:p>
        </p:txBody>
      </p:sp>
      <p:sp>
        <p:nvSpPr>
          <p:cNvPr id="9" name="Text Placeholder 6">
            <a:extLst>
              <a:ext uri="{FF2B5EF4-FFF2-40B4-BE49-F238E27FC236}">
                <a16:creationId xmlns:a16="http://schemas.microsoft.com/office/drawing/2014/main" id="{ADB30E45-6F87-8E48-B964-3FA12CA949F6}"/>
              </a:ext>
            </a:extLst>
          </p:cNvPr>
          <p:cNvSpPr>
            <a:spLocks noGrp="1"/>
          </p:cNvSpPr>
          <p:nvPr>
            <p:ph type="body" sz="quarter" idx="28"/>
          </p:nvPr>
        </p:nvSpPr>
        <p:spPr>
          <a:xfrm>
            <a:off x="540000" y="1204913"/>
            <a:ext cx="5285998" cy="281103"/>
          </a:xfrm>
        </p:spPr>
        <p:txBody>
          <a:bodyPr anchor="b">
            <a:spAutoFit/>
          </a:bodyPr>
          <a:lstStyle>
            <a:lvl1pPr marL="0" indent="0">
              <a:buNone/>
              <a:defRPr b="1"/>
            </a:lvl1pPr>
          </a:lstStyle>
          <a:p>
            <a:pPr lvl="0"/>
            <a:r>
              <a:rPr lang="en-US"/>
              <a:t>Click to edit Master text styles</a:t>
            </a:r>
          </a:p>
        </p:txBody>
      </p:sp>
      <p:sp>
        <p:nvSpPr>
          <p:cNvPr id="10" name="Content Placeholder 8">
            <a:extLst>
              <a:ext uri="{FF2B5EF4-FFF2-40B4-BE49-F238E27FC236}">
                <a16:creationId xmlns:a16="http://schemas.microsoft.com/office/drawing/2014/main" id="{A2DA405C-8706-D6A0-A804-4E31612EBBEC}"/>
              </a:ext>
            </a:extLst>
          </p:cNvPr>
          <p:cNvSpPr>
            <a:spLocks noGrp="1"/>
          </p:cNvSpPr>
          <p:nvPr>
            <p:ph sz="quarter" idx="29"/>
          </p:nvPr>
        </p:nvSpPr>
        <p:spPr>
          <a:xfrm>
            <a:off x="540000" y="1666015"/>
            <a:ext cx="5285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6">
            <a:extLst>
              <a:ext uri="{FF2B5EF4-FFF2-40B4-BE49-F238E27FC236}">
                <a16:creationId xmlns:a16="http://schemas.microsoft.com/office/drawing/2014/main" id="{38082699-78CA-E7E5-2C78-99B124A10932}"/>
              </a:ext>
            </a:extLst>
          </p:cNvPr>
          <p:cNvSpPr>
            <a:spLocks noGrp="1"/>
          </p:cNvSpPr>
          <p:nvPr>
            <p:ph type="body" sz="quarter" idx="34"/>
          </p:nvPr>
        </p:nvSpPr>
        <p:spPr>
          <a:xfrm>
            <a:off x="6365999" y="1204913"/>
            <a:ext cx="5285998" cy="281103"/>
          </a:xfrm>
        </p:spPr>
        <p:txBody>
          <a:bodyPr anchor="b">
            <a:spAutoFit/>
          </a:bodyPr>
          <a:lstStyle>
            <a:lvl1pPr marL="0" indent="0">
              <a:buNone/>
              <a:defRPr b="1"/>
            </a:lvl1pPr>
          </a:lstStyle>
          <a:p>
            <a:pPr lvl="0"/>
            <a:r>
              <a:rPr lang="en-US"/>
              <a:t>Click to edit Master text styles</a:t>
            </a:r>
          </a:p>
        </p:txBody>
      </p:sp>
      <p:sp>
        <p:nvSpPr>
          <p:cNvPr id="15" name="Content Placeholder 8">
            <a:extLst>
              <a:ext uri="{FF2B5EF4-FFF2-40B4-BE49-F238E27FC236}">
                <a16:creationId xmlns:a16="http://schemas.microsoft.com/office/drawing/2014/main" id="{DBC5536A-7708-7318-4D3F-51D16B72F692}"/>
              </a:ext>
            </a:extLst>
          </p:cNvPr>
          <p:cNvSpPr>
            <a:spLocks noGrp="1"/>
          </p:cNvSpPr>
          <p:nvPr>
            <p:ph sz="quarter" idx="35"/>
          </p:nvPr>
        </p:nvSpPr>
        <p:spPr>
          <a:xfrm>
            <a:off x="6365998" y="1666015"/>
            <a:ext cx="5285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Line">
            <a:extLst>
              <a:ext uri="{FF2B5EF4-FFF2-40B4-BE49-F238E27FC236}">
                <a16:creationId xmlns:a16="http://schemas.microsoft.com/office/drawing/2014/main" id="{73787096-17DE-D6C6-85AD-12E004FF8769}"/>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6" name="Rectangle 5">
            <a:extLst>
              <a:ext uri="{FF2B5EF4-FFF2-40B4-BE49-F238E27FC236}">
                <a16:creationId xmlns:a16="http://schemas.microsoft.com/office/drawing/2014/main" id="{888903B7-457A-31FB-D4AD-99B8A68D5C5B}"/>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4BBDED1D-B412-AD16-FA88-2C6FB91BC215}"/>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1" name="Text Placeholder 14">
            <a:extLst>
              <a:ext uri="{FF2B5EF4-FFF2-40B4-BE49-F238E27FC236}">
                <a16:creationId xmlns:a16="http://schemas.microsoft.com/office/drawing/2014/main" id="{D5B26F13-8D04-19B3-9A99-75C06691D18E}"/>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two sections of content with headers. </a:t>
            </a:r>
          </a:p>
          <a:p>
            <a:pPr>
              <a:lnSpc>
                <a:spcPct val="100000"/>
              </a:lnSpc>
              <a:spcBef>
                <a:spcPts val="600"/>
              </a:spcBef>
              <a:spcAft>
                <a:spcPts val="600"/>
              </a:spcAft>
            </a:pPr>
            <a:r>
              <a:rPr lang="en-US" sz="1050">
                <a:solidFill>
                  <a:schemeClr val="tx1">
                    <a:alpha val="90000"/>
                  </a:schemeClr>
                </a:solidFill>
              </a:rPr>
              <a:t>In this layout, pictures remain in ratio while the place-holder size adjusts. Pictures seem “centered”. </a:t>
            </a:r>
          </a:p>
          <a:p>
            <a:pPr>
              <a:lnSpc>
                <a:spcPct val="100000"/>
              </a:lnSpc>
              <a:spcBef>
                <a:spcPts val="600"/>
              </a:spcBef>
              <a:spcAft>
                <a:spcPts val="600"/>
              </a:spcAft>
            </a:pPr>
            <a:r>
              <a:rPr lang="en-US" sz="1050" b="1">
                <a:solidFill>
                  <a:schemeClr val="tx1">
                    <a:alpha val="90000"/>
                  </a:schemeClr>
                </a:solidFill>
              </a:rPr>
              <a:t>For pictures to instead resize to the placeholder, </a:t>
            </a:r>
            <a:r>
              <a:rPr lang="en-US" sz="1050">
                <a:solidFill>
                  <a:schemeClr val="tx1">
                    <a:alpha val="90000"/>
                  </a:schemeClr>
                </a:solidFill>
              </a:rPr>
              <a:t>use the “text and picture layouts” in the next section.</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sp>
        <p:nvSpPr>
          <p:cNvPr id="12" name="Text Placeholder 14">
            <a:extLst>
              <a:ext uri="{FF2B5EF4-FFF2-40B4-BE49-F238E27FC236}">
                <a16:creationId xmlns:a16="http://schemas.microsoft.com/office/drawing/2014/main" id="{B8D5E408-CD80-103B-C407-9CC505DD1BD0}"/>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2 x content</a:t>
            </a:r>
          </a:p>
        </p:txBody>
      </p:sp>
      <p:cxnSp>
        <p:nvCxnSpPr>
          <p:cNvPr id="13" name="Straight Connector 12">
            <a:extLst>
              <a:ext uri="{FF2B5EF4-FFF2-40B4-BE49-F238E27FC236}">
                <a16:creationId xmlns:a16="http://schemas.microsoft.com/office/drawing/2014/main" id="{CD91A839-838F-F001-350F-371F377F195F}"/>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2993402"/>
      </p:ext>
    </p:extLst>
  </p:cSld>
  <p:clrMapOvr>
    <a:masterClrMapping/>
  </p:clrMapOvr>
  <p:extLst>
    <p:ext uri="{DCECCB84-F9BA-43D5-87BE-67443E8EF086}">
      <p15:sldGuideLst xmlns:p15="http://schemas.microsoft.com/office/powerpoint/2012/main">
        <p15:guide id="6" pos="3671">
          <p15:clr>
            <a:srgbClr val="5ACBF0"/>
          </p15:clr>
        </p15:guide>
        <p15:guide id="7" pos="401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           Title +           3 x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0E29A6D0-4FB7-46CD-9B06-EE97F1E482EB}"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11" name="Title 10">
            <a:extLst>
              <a:ext uri="{FF2B5EF4-FFF2-40B4-BE49-F238E27FC236}">
                <a16:creationId xmlns:a16="http://schemas.microsoft.com/office/drawing/2014/main" id="{8EBCCF1A-5373-C252-8F92-AB834B448FF5}"/>
              </a:ext>
            </a:extLst>
          </p:cNvPr>
          <p:cNvSpPr>
            <a:spLocks noGrp="1"/>
          </p:cNvSpPr>
          <p:nvPr>
            <p:ph type="title" hasCustomPrompt="1"/>
          </p:nvPr>
        </p:nvSpPr>
        <p:spPr/>
        <p:txBody>
          <a:bodyPr/>
          <a:lstStyle>
            <a:lvl1pPr>
              <a:defRPr/>
            </a:lvl1pPr>
          </a:lstStyle>
          <a:p>
            <a:r>
              <a:rPr lang="en-US"/>
              <a:t>Click to add title – max 2 lines</a:t>
            </a:r>
          </a:p>
        </p:txBody>
      </p:sp>
      <p:sp>
        <p:nvSpPr>
          <p:cNvPr id="12" name="Text Placeholder 6">
            <a:extLst>
              <a:ext uri="{FF2B5EF4-FFF2-40B4-BE49-F238E27FC236}">
                <a16:creationId xmlns:a16="http://schemas.microsoft.com/office/drawing/2014/main" id="{D4B4B1EC-6838-6EB5-9EEC-D7F0BDF09CD0}"/>
              </a:ext>
            </a:extLst>
          </p:cNvPr>
          <p:cNvSpPr>
            <a:spLocks noGrp="1"/>
          </p:cNvSpPr>
          <p:nvPr>
            <p:ph type="body" sz="quarter" idx="28"/>
          </p:nvPr>
        </p:nvSpPr>
        <p:spPr>
          <a:xfrm>
            <a:off x="540001" y="1204913"/>
            <a:ext cx="3343999" cy="281103"/>
          </a:xfrm>
        </p:spPr>
        <p:txBody>
          <a:bodyPr anchor="b">
            <a:spAutoFit/>
          </a:bodyPr>
          <a:lstStyle>
            <a:lvl1pPr marL="0" indent="0">
              <a:buNone/>
              <a:defRPr b="1"/>
            </a:lvl1pPr>
          </a:lstStyle>
          <a:p>
            <a:pPr lvl="0"/>
            <a:r>
              <a:rPr lang="en-US"/>
              <a:t>Click to edit Master text styles</a:t>
            </a:r>
          </a:p>
        </p:txBody>
      </p:sp>
      <p:sp>
        <p:nvSpPr>
          <p:cNvPr id="13" name="Content Placeholder 8">
            <a:extLst>
              <a:ext uri="{FF2B5EF4-FFF2-40B4-BE49-F238E27FC236}">
                <a16:creationId xmlns:a16="http://schemas.microsoft.com/office/drawing/2014/main" id="{D71D8E4A-10D7-09A9-F88F-FCA898147C9F}"/>
              </a:ext>
            </a:extLst>
          </p:cNvPr>
          <p:cNvSpPr>
            <a:spLocks noGrp="1"/>
          </p:cNvSpPr>
          <p:nvPr>
            <p:ph sz="quarter" idx="29"/>
          </p:nvPr>
        </p:nvSpPr>
        <p:spPr>
          <a:xfrm>
            <a:off x="540000" y="1666015"/>
            <a:ext cx="3343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6">
            <a:extLst>
              <a:ext uri="{FF2B5EF4-FFF2-40B4-BE49-F238E27FC236}">
                <a16:creationId xmlns:a16="http://schemas.microsoft.com/office/drawing/2014/main" id="{08FF0BA9-C34C-8519-FFE7-F5A3F6E63326}"/>
              </a:ext>
            </a:extLst>
          </p:cNvPr>
          <p:cNvSpPr>
            <a:spLocks noGrp="1"/>
          </p:cNvSpPr>
          <p:nvPr>
            <p:ph type="body" sz="quarter" idx="30"/>
          </p:nvPr>
        </p:nvSpPr>
        <p:spPr>
          <a:xfrm>
            <a:off x="4424000" y="1204913"/>
            <a:ext cx="3343999" cy="281103"/>
          </a:xfrm>
        </p:spPr>
        <p:txBody>
          <a:bodyPr anchor="b">
            <a:spAutoFit/>
          </a:bodyPr>
          <a:lstStyle>
            <a:lvl1pPr marL="0" indent="0">
              <a:buNone/>
              <a:defRPr b="1"/>
            </a:lvl1pPr>
          </a:lstStyle>
          <a:p>
            <a:pPr lvl="0"/>
            <a:r>
              <a:rPr lang="en-US"/>
              <a:t>Click to edit Master text styles</a:t>
            </a:r>
          </a:p>
        </p:txBody>
      </p:sp>
      <p:sp>
        <p:nvSpPr>
          <p:cNvPr id="15" name="Content Placeholder 8">
            <a:extLst>
              <a:ext uri="{FF2B5EF4-FFF2-40B4-BE49-F238E27FC236}">
                <a16:creationId xmlns:a16="http://schemas.microsoft.com/office/drawing/2014/main" id="{02598A2E-56D7-E713-566B-47E4BC1C0AFB}"/>
              </a:ext>
            </a:extLst>
          </p:cNvPr>
          <p:cNvSpPr>
            <a:spLocks noGrp="1"/>
          </p:cNvSpPr>
          <p:nvPr>
            <p:ph sz="quarter" idx="31"/>
          </p:nvPr>
        </p:nvSpPr>
        <p:spPr>
          <a:xfrm>
            <a:off x="4423999" y="1666015"/>
            <a:ext cx="3343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6">
            <a:extLst>
              <a:ext uri="{FF2B5EF4-FFF2-40B4-BE49-F238E27FC236}">
                <a16:creationId xmlns:a16="http://schemas.microsoft.com/office/drawing/2014/main" id="{CD500465-5545-706A-2FF5-95107F801A26}"/>
              </a:ext>
            </a:extLst>
          </p:cNvPr>
          <p:cNvSpPr>
            <a:spLocks noGrp="1"/>
          </p:cNvSpPr>
          <p:nvPr>
            <p:ph type="body" sz="quarter" idx="34"/>
          </p:nvPr>
        </p:nvSpPr>
        <p:spPr>
          <a:xfrm>
            <a:off x="8307998" y="1204913"/>
            <a:ext cx="3343999" cy="281103"/>
          </a:xfrm>
        </p:spPr>
        <p:txBody>
          <a:bodyPr anchor="b">
            <a:spAutoFit/>
          </a:bodyPr>
          <a:lstStyle>
            <a:lvl1pPr marL="0" indent="0">
              <a:buNone/>
              <a:defRPr b="1"/>
            </a:lvl1pPr>
          </a:lstStyle>
          <a:p>
            <a:pPr lvl="0"/>
            <a:r>
              <a:rPr lang="en-US"/>
              <a:t>Click to edit Master text styles</a:t>
            </a:r>
          </a:p>
        </p:txBody>
      </p:sp>
      <p:sp>
        <p:nvSpPr>
          <p:cNvPr id="20" name="Content Placeholder 8">
            <a:extLst>
              <a:ext uri="{FF2B5EF4-FFF2-40B4-BE49-F238E27FC236}">
                <a16:creationId xmlns:a16="http://schemas.microsoft.com/office/drawing/2014/main" id="{FAC640A2-0195-E324-897E-17CFA2A8BF94}"/>
              </a:ext>
            </a:extLst>
          </p:cNvPr>
          <p:cNvSpPr>
            <a:spLocks noGrp="1"/>
          </p:cNvSpPr>
          <p:nvPr>
            <p:ph sz="quarter" idx="35"/>
          </p:nvPr>
        </p:nvSpPr>
        <p:spPr>
          <a:xfrm>
            <a:off x="8307998" y="1666015"/>
            <a:ext cx="3343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Line">
            <a:extLst>
              <a:ext uri="{FF2B5EF4-FFF2-40B4-BE49-F238E27FC236}">
                <a16:creationId xmlns:a16="http://schemas.microsoft.com/office/drawing/2014/main" id="{1613170D-9A95-868A-AF41-8940F82CE8FC}"/>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6" name="Rectangle 5">
            <a:extLst>
              <a:ext uri="{FF2B5EF4-FFF2-40B4-BE49-F238E27FC236}">
                <a16:creationId xmlns:a16="http://schemas.microsoft.com/office/drawing/2014/main" id="{A99C8BE9-283B-D03E-891D-9B81509E9855}"/>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EF0C279F-9262-DAB8-4C49-84F031339C52}"/>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8" name="Text Placeholder 14">
            <a:extLst>
              <a:ext uri="{FF2B5EF4-FFF2-40B4-BE49-F238E27FC236}">
                <a16:creationId xmlns:a16="http://schemas.microsoft.com/office/drawing/2014/main" id="{23479838-93B8-149B-6DC7-E491DF3BD332}"/>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3 x content</a:t>
            </a:r>
          </a:p>
        </p:txBody>
      </p:sp>
      <p:sp>
        <p:nvSpPr>
          <p:cNvPr id="9" name="Text Placeholder 14">
            <a:extLst>
              <a:ext uri="{FF2B5EF4-FFF2-40B4-BE49-F238E27FC236}">
                <a16:creationId xmlns:a16="http://schemas.microsoft.com/office/drawing/2014/main" id="{B7BBA0A3-ED50-091D-3179-32B8AF2E397F}"/>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three sections of content with headers. </a:t>
            </a:r>
          </a:p>
          <a:p>
            <a:pPr>
              <a:lnSpc>
                <a:spcPct val="100000"/>
              </a:lnSpc>
              <a:spcBef>
                <a:spcPts val="600"/>
              </a:spcBef>
              <a:spcAft>
                <a:spcPts val="600"/>
              </a:spcAft>
            </a:pPr>
            <a:r>
              <a:rPr lang="en-US" sz="1050">
                <a:solidFill>
                  <a:schemeClr val="tx1">
                    <a:alpha val="90000"/>
                  </a:schemeClr>
                </a:solidFill>
              </a:rPr>
              <a:t>In this layout, pictures remain in ratio while the place-holder size adjusts. Pictures seem “centered”. </a:t>
            </a:r>
          </a:p>
          <a:p>
            <a:pPr>
              <a:lnSpc>
                <a:spcPct val="100000"/>
              </a:lnSpc>
              <a:spcBef>
                <a:spcPts val="600"/>
              </a:spcBef>
              <a:spcAft>
                <a:spcPts val="600"/>
              </a:spcAft>
            </a:pPr>
            <a:r>
              <a:rPr lang="en-US" sz="1050" b="1">
                <a:solidFill>
                  <a:schemeClr val="tx1">
                    <a:alpha val="90000"/>
                  </a:schemeClr>
                </a:solidFill>
              </a:rPr>
              <a:t>For pictures to instead resize to the placeholder, </a:t>
            </a:r>
            <a:r>
              <a:rPr lang="en-US" sz="1050">
                <a:solidFill>
                  <a:schemeClr val="tx1">
                    <a:alpha val="90000"/>
                  </a:schemeClr>
                </a:solidFill>
              </a:rPr>
              <a:t>use the “text and picture layouts” in the next section.</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10" name="Straight Connector 9">
            <a:extLst>
              <a:ext uri="{FF2B5EF4-FFF2-40B4-BE49-F238E27FC236}">
                <a16:creationId xmlns:a16="http://schemas.microsoft.com/office/drawing/2014/main" id="{F7549196-2416-450A-3A2D-32AF66AABF4B}"/>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648308"/>
      </p:ext>
    </p:extLst>
  </p:cSld>
  <p:clrMapOvr>
    <a:masterClrMapping/>
  </p:clrMapOvr>
  <p:extLst>
    <p:ext uri="{DCECCB84-F9BA-43D5-87BE-67443E8EF086}">
      <p15:sldGuideLst xmlns:p15="http://schemas.microsoft.com/office/powerpoint/2012/main">
        <p15:guide id="8" pos="2446">
          <p15:clr>
            <a:srgbClr val="5ACBF0"/>
          </p15:clr>
        </p15:guide>
        <p15:guide id="9" pos="2786">
          <p15:clr>
            <a:srgbClr val="5ACBF0"/>
          </p15:clr>
        </p15:guide>
        <p15:guide id="10" pos="4893">
          <p15:clr>
            <a:srgbClr val="5ACBF0"/>
          </p15:clr>
        </p15:guide>
        <p15:guide id="11" pos="5233">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           Title +           4 x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0C882C12-6116-4D0A-A8BF-BDF48B0530B3}"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ext Placeholder 6">
            <a:extLst>
              <a:ext uri="{FF2B5EF4-FFF2-40B4-BE49-F238E27FC236}">
                <a16:creationId xmlns:a16="http://schemas.microsoft.com/office/drawing/2014/main" id="{40032028-DA2C-CE97-EC57-A23C142BB2C0}"/>
              </a:ext>
            </a:extLst>
          </p:cNvPr>
          <p:cNvSpPr>
            <a:spLocks noGrp="1"/>
          </p:cNvSpPr>
          <p:nvPr>
            <p:ph type="body" sz="quarter" idx="28"/>
          </p:nvPr>
        </p:nvSpPr>
        <p:spPr>
          <a:xfrm>
            <a:off x="540001" y="900215"/>
            <a:ext cx="2372999" cy="585801"/>
          </a:xfrm>
        </p:spPr>
        <p:txBody>
          <a:bodyPr anchor="b">
            <a:spAutoFit/>
          </a:bodyPr>
          <a:lstStyle>
            <a:lvl1pPr marL="0" indent="0">
              <a:buNone/>
              <a:defRPr b="1"/>
            </a:lvl1pPr>
          </a:lstStyle>
          <a:p>
            <a:pPr lvl="0"/>
            <a:r>
              <a:rPr lang="en-US"/>
              <a:t>Click to edit Master text styles</a:t>
            </a:r>
          </a:p>
        </p:txBody>
      </p:sp>
      <p:sp>
        <p:nvSpPr>
          <p:cNvPr id="6" name="Content Placeholder 8">
            <a:extLst>
              <a:ext uri="{FF2B5EF4-FFF2-40B4-BE49-F238E27FC236}">
                <a16:creationId xmlns:a16="http://schemas.microsoft.com/office/drawing/2014/main" id="{9DA29294-B370-BE0B-AA44-52BC588825D6}"/>
              </a:ext>
            </a:extLst>
          </p:cNvPr>
          <p:cNvSpPr>
            <a:spLocks noGrp="1"/>
          </p:cNvSpPr>
          <p:nvPr>
            <p:ph sz="quarter" idx="29"/>
          </p:nvPr>
        </p:nvSpPr>
        <p:spPr>
          <a:xfrm>
            <a:off x="540000" y="1666015"/>
            <a:ext cx="2372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7564BC92-E524-61DF-FB8E-39CA0D9DCEB8}"/>
              </a:ext>
            </a:extLst>
          </p:cNvPr>
          <p:cNvSpPr>
            <a:spLocks noGrp="1"/>
          </p:cNvSpPr>
          <p:nvPr>
            <p:ph type="body" sz="quarter" idx="30"/>
          </p:nvPr>
        </p:nvSpPr>
        <p:spPr>
          <a:xfrm>
            <a:off x="3452999" y="900215"/>
            <a:ext cx="2372999" cy="585801"/>
          </a:xfrm>
        </p:spPr>
        <p:txBody>
          <a:bodyPr anchor="b">
            <a:spAutoFit/>
          </a:bodyPr>
          <a:lstStyle>
            <a:lvl1pPr marL="0" indent="0">
              <a:buNone/>
              <a:defRPr b="1"/>
            </a:lvl1pPr>
          </a:lstStyle>
          <a:p>
            <a:pPr lvl="0"/>
            <a:r>
              <a:rPr lang="en-US"/>
              <a:t>Click to edit Master text styles</a:t>
            </a:r>
          </a:p>
        </p:txBody>
      </p:sp>
      <p:sp>
        <p:nvSpPr>
          <p:cNvPr id="8" name="Content Placeholder 8">
            <a:extLst>
              <a:ext uri="{FF2B5EF4-FFF2-40B4-BE49-F238E27FC236}">
                <a16:creationId xmlns:a16="http://schemas.microsoft.com/office/drawing/2014/main" id="{FB010857-DAD1-112A-354A-5088F47BC525}"/>
              </a:ext>
            </a:extLst>
          </p:cNvPr>
          <p:cNvSpPr>
            <a:spLocks noGrp="1"/>
          </p:cNvSpPr>
          <p:nvPr>
            <p:ph sz="quarter" idx="31"/>
          </p:nvPr>
        </p:nvSpPr>
        <p:spPr>
          <a:xfrm>
            <a:off x="3452999" y="1666015"/>
            <a:ext cx="2372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8F6EE184-8B88-03BD-66E1-B914F3BB2FDB}"/>
              </a:ext>
            </a:extLst>
          </p:cNvPr>
          <p:cNvSpPr>
            <a:spLocks noGrp="1"/>
          </p:cNvSpPr>
          <p:nvPr>
            <p:ph type="body" sz="quarter" idx="32"/>
          </p:nvPr>
        </p:nvSpPr>
        <p:spPr>
          <a:xfrm>
            <a:off x="6365999" y="900215"/>
            <a:ext cx="2372999" cy="585801"/>
          </a:xfrm>
        </p:spPr>
        <p:txBody>
          <a:bodyPr anchor="b">
            <a:spAutoFit/>
          </a:bodyPr>
          <a:lstStyle>
            <a:lvl1pPr marL="0" indent="0">
              <a:buNone/>
              <a:defRPr b="1"/>
            </a:lvl1pPr>
          </a:lstStyle>
          <a:p>
            <a:pPr lvl="0"/>
            <a:r>
              <a:rPr lang="en-US"/>
              <a:t>Click to edit Master text styles</a:t>
            </a:r>
          </a:p>
        </p:txBody>
      </p:sp>
      <p:sp>
        <p:nvSpPr>
          <p:cNvPr id="11" name="Content Placeholder 8">
            <a:extLst>
              <a:ext uri="{FF2B5EF4-FFF2-40B4-BE49-F238E27FC236}">
                <a16:creationId xmlns:a16="http://schemas.microsoft.com/office/drawing/2014/main" id="{67B6A0EB-2F5B-8851-0BB7-A1EEEDCB3983}"/>
              </a:ext>
            </a:extLst>
          </p:cNvPr>
          <p:cNvSpPr>
            <a:spLocks noGrp="1"/>
          </p:cNvSpPr>
          <p:nvPr>
            <p:ph sz="quarter" idx="33"/>
          </p:nvPr>
        </p:nvSpPr>
        <p:spPr>
          <a:xfrm>
            <a:off x="6365998" y="1666015"/>
            <a:ext cx="2372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35BF5D85-424D-E19E-C529-BC2C758AB0E9}"/>
              </a:ext>
            </a:extLst>
          </p:cNvPr>
          <p:cNvSpPr>
            <a:spLocks noGrp="1"/>
          </p:cNvSpPr>
          <p:nvPr>
            <p:ph type="body" sz="quarter" idx="34"/>
          </p:nvPr>
        </p:nvSpPr>
        <p:spPr>
          <a:xfrm>
            <a:off x="9278998" y="900215"/>
            <a:ext cx="2372999" cy="585801"/>
          </a:xfrm>
        </p:spPr>
        <p:txBody>
          <a:bodyPr anchor="b">
            <a:spAutoFit/>
          </a:bodyPr>
          <a:lstStyle>
            <a:lvl1pPr marL="0" indent="0">
              <a:buNone/>
              <a:defRPr b="1"/>
            </a:lvl1pPr>
          </a:lstStyle>
          <a:p>
            <a:pPr lvl="0"/>
            <a:r>
              <a:rPr lang="en-US"/>
              <a:t>Click to edit Master text styles</a:t>
            </a:r>
          </a:p>
        </p:txBody>
      </p:sp>
      <p:sp>
        <p:nvSpPr>
          <p:cNvPr id="13" name="Content Placeholder 8">
            <a:extLst>
              <a:ext uri="{FF2B5EF4-FFF2-40B4-BE49-F238E27FC236}">
                <a16:creationId xmlns:a16="http://schemas.microsoft.com/office/drawing/2014/main" id="{436E464D-8264-2949-76B7-F62F6C647C7C}"/>
              </a:ext>
            </a:extLst>
          </p:cNvPr>
          <p:cNvSpPr>
            <a:spLocks noGrp="1"/>
          </p:cNvSpPr>
          <p:nvPr>
            <p:ph sz="quarter" idx="35"/>
          </p:nvPr>
        </p:nvSpPr>
        <p:spPr>
          <a:xfrm>
            <a:off x="9278998" y="1666015"/>
            <a:ext cx="2372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a:extLst>
              <a:ext uri="{FF2B5EF4-FFF2-40B4-BE49-F238E27FC236}">
                <a16:creationId xmlns:a16="http://schemas.microsoft.com/office/drawing/2014/main" id="{EECBD591-522A-53CA-303E-DE3E6E2E8D69}"/>
              </a:ext>
            </a:extLst>
          </p:cNvPr>
          <p:cNvSpPr>
            <a:spLocks noGrp="1"/>
          </p:cNvSpPr>
          <p:nvPr>
            <p:ph type="title" hasCustomPrompt="1"/>
          </p:nvPr>
        </p:nvSpPr>
        <p:spPr/>
        <p:txBody>
          <a:bodyPr/>
          <a:lstStyle>
            <a:lvl1pPr>
              <a:defRPr/>
            </a:lvl1pPr>
          </a:lstStyle>
          <a:p>
            <a:r>
              <a:rPr lang="en-US"/>
              <a:t>Click to add title – max 2 lines</a:t>
            </a:r>
          </a:p>
        </p:txBody>
      </p:sp>
      <p:sp>
        <p:nvSpPr>
          <p:cNvPr id="14" name="Line">
            <a:extLst>
              <a:ext uri="{FF2B5EF4-FFF2-40B4-BE49-F238E27FC236}">
                <a16:creationId xmlns:a16="http://schemas.microsoft.com/office/drawing/2014/main" id="{43EA890F-5B38-E749-51D9-2112EC29F236}"/>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15" name="Rectangle 14">
            <a:extLst>
              <a:ext uri="{FF2B5EF4-FFF2-40B4-BE49-F238E27FC236}">
                <a16:creationId xmlns:a16="http://schemas.microsoft.com/office/drawing/2014/main" id="{DAA5AC9F-000A-820C-FCD3-BF852968EAD6}"/>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6" name="Content Placeholder 7">
            <a:extLst>
              <a:ext uri="{FF2B5EF4-FFF2-40B4-BE49-F238E27FC236}">
                <a16:creationId xmlns:a16="http://schemas.microsoft.com/office/drawing/2014/main" id="{E7262B6C-05EE-24A0-5004-0ECCCE1186C0}"/>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7" name="Text Placeholder 14">
            <a:extLst>
              <a:ext uri="{FF2B5EF4-FFF2-40B4-BE49-F238E27FC236}">
                <a16:creationId xmlns:a16="http://schemas.microsoft.com/office/drawing/2014/main" id="{9B673292-0108-C19A-F546-513D96C46235}"/>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4 x content</a:t>
            </a:r>
          </a:p>
        </p:txBody>
      </p:sp>
      <p:sp>
        <p:nvSpPr>
          <p:cNvPr id="18" name="Text Placeholder 14">
            <a:extLst>
              <a:ext uri="{FF2B5EF4-FFF2-40B4-BE49-F238E27FC236}">
                <a16:creationId xmlns:a16="http://schemas.microsoft.com/office/drawing/2014/main" id="{F5AFEFD6-1B7D-80D9-5A0F-6F16D1DFBB68}"/>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four sections of content with headers. </a:t>
            </a:r>
          </a:p>
          <a:p>
            <a:pPr>
              <a:lnSpc>
                <a:spcPct val="100000"/>
              </a:lnSpc>
              <a:spcBef>
                <a:spcPts val="600"/>
              </a:spcBef>
              <a:spcAft>
                <a:spcPts val="600"/>
              </a:spcAft>
            </a:pPr>
            <a:r>
              <a:rPr lang="en-US" sz="1050">
                <a:solidFill>
                  <a:schemeClr val="tx1">
                    <a:alpha val="90000"/>
                  </a:schemeClr>
                </a:solidFill>
              </a:rPr>
              <a:t>In this layout, pictures remain in ratio while the place-holder size adjusts. Pictures seem “centered”. </a:t>
            </a:r>
          </a:p>
          <a:p>
            <a:pPr>
              <a:lnSpc>
                <a:spcPct val="100000"/>
              </a:lnSpc>
              <a:spcBef>
                <a:spcPts val="600"/>
              </a:spcBef>
              <a:spcAft>
                <a:spcPts val="600"/>
              </a:spcAft>
            </a:pPr>
            <a:r>
              <a:rPr lang="en-US" sz="1050" b="1">
                <a:solidFill>
                  <a:schemeClr val="tx1">
                    <a:alpha val="90000"/>
                  </a:schemeClr>
                </a:solidFill>
              </a:rPr>
              <a:t>For pictures to instead resize to the placeholder, </a:t>
            </a:r>
            <a:r>
              <a:rPr lang="en-US" sz="1050">
                <a:solidFill>
                  <a:schemeClr val="tx1">
                    <a:alpha val="90000"/>
                  </a:schemeClr>
                </a:solidFill>
              </a:rPr>
              <a:t>use the “text and picture layouts” in the next section.</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19" name="Straight Connector 18">
            <a:extLst>
              <a:ext uri="{FF2B5EF4-FFF2-40B4-BE49-F238E27FC236}">
                <a16:creationId xmlns:a16="http://schemas.microsoft.com/office/drawing/2014/main" id="{7CC283CA-1E9C-BC2D-B77F-5AB33544ABA6}"/>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6016015"/>
      </p:ext>
    </p:extLst>
  </p:cSld>
  <p:clrMapOvr>
    <a:masterClrMapping/>
  </p:clrMapOvr>
  <p:extLst>
    <p:ext uri="{DCECCB84-F9BA-43D5-87BE-67443E8EF086}">
      <p15:sldGuideLst xmlns:p15="http://schemas.microsoft.com/office/powerpoint/2012/main">
        <p15:guide id="10" pos="1834">
          <p15:clr>
            <a:srgbClr val="5ACBF0"/>
          </p15:clr>
        </p15:guide>
        <p15:guide id="11" pos="2175">
          <p15:clr>
            <a:srgbClr val="5ACBF0"/>
          </p15:clr>
        </p15:guide>
        <p15:guide id="12" pos="3669">
          <p15:clr>
            <a:srgbClr val="5ACBF0"/>
          </p15:clr>
        </p15:guide>
        <p15:guide id="13" pos="4010">
          <p15:clr>
            <a:srgbClr val="5ACBF0"/>
          </p15:clr>
        </p15:guide>
        <p15:guide id="14" pos="5504">
          <p15:clr>
            <a:srgbClr val="5ACBF0"/>
          </p15:clr>
        </p15:guide>
        <p15:guide id="15" pos="5845">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           Title +           5 x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0C882C12-6116-4D0A-A8BF-BDF48B0530B3}"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ext Placeholder 6">
            <a:extLst>
              <a:ext uri="{FF2B5EF4-FFF2-40B4-BE49-F238E27FC236}">
                <a16:creationId xmlns:a16="http://schemas.microsoft.com/office/drawing/2014/main" id="{40032028-DA2C-CE97-EC57-A23C142BB2C0}"/>
              </a:ext>
            </a:extLst>
          </p:cNvPr>
          <p:cNvSpPr>
            <a:spLocks noGrp="1"/>
          </p:cNvSpPr>
          <p:nvPr>
            <p:ph type="body" sz="quarter" idx="28"/>
          </p:nvPr>
        </p:nvSpPr>
        <p:spPr>
          <a:xfrm>
            <a:off x="540001" y="900215"/>
            <a:ext cx="1934399" cy="585801"/>
          </a:xfrm>
        </p:spPr>
        <p:txBody>
          <a:bodyPr anchor="b">
            <a:spAutoFit/>
          </a:bodyPr>
          <a:lstStyle>
            <a:lvl1pPr marL="0" indent="0">
              <a:buNone/>
              <a:defRPr b="1"/>
            </a:lvl1pPr>
          </a:lstStyle>
          <a:p>
            <a:pPr lvl="0"/>
            <a:r>
              <a:rPr lang="en-US"/>
              <a:t>Click to edit Master text styles</a:t>
            </a:r>
          </a:p>
        </p:txBody>
      </p:sp>
      <p:sp>
        <p:nvSpPr>
          <p:cNvPr id="6" name="Content Placeholder 8">
            <a:extLst>
              <a:ext uri="{FF2B5EF4-FFF2-40B4-BE49-F238E27FC236}">
                <a16:creationId xmlns:a16="http://schemas.microsoft.com/office/drawing/2014/main" id="{9DA29294-B370-BE0B-AA44-52BC588825D6}"/>
              </a:ext>
            </a:extLst>
          </p:cNvPr>
          <p:cNvSpPr>
            <a:spLocks noGrp="1"/>
          </p:cNvSpPr>
          <p:nvPr>
            <p:ph sz="quarter" idx="29"/>
          </p:nvPr>
        </p:nvSpPr>
        <p:spPr>
          <a:xfrm>
            <a:off x="540000"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7564BC92-E524-61DF-FB8E-39CA0D9DCEB8}"/>
              </a:ext>
            </a:extLst>
          </p:cNvPr>
          <p:cNvSpPr>
            <a:spLocks noGrp="1"/>
          </p:cNvSpPr>
          <p:nvPr>
            <p:ph type="body" sz="quarter" idx="30"/>
          </p:nvPr>
        </p:nvSpPr>
        <p:spPr>
          <a:xfrm>
            <a:off x="2834400" y="900215"/>
            <a:ext cx="1934399" cy="585801"/>
          </a:xfrm>
        </p:spPr>
        <p:txBody>
          <a:bodyPr anchor="b">
            <a:spAutoFit/>
          </a:bodyPr>
          <a:lstStyle>
            <a:lvl1pPr marL="0" indent="0">
              <a:buNone/>
              <a:defRPr b="1"/>
            </a:lvl1pPr>
          </a:lstStyle>
          <a:p>
            <a:pPr lvl="0"/>
            <a:r>
              <a:rPr lang="en-US"/>
              <a:t>Click to edit Master text styles</a:t>
            </a:r>
          </a:p>
        </p:txBody>
      </p:sp>
      <p:sp>
        <p:nvSpPr>
          <p:cNvPr id="8" name="Content Placeholder 8">
            <a:extLst>
              <a:ext uri="{FF2B5EF4-FFF2-40B4-BE49-F238E27FC236}">
                <a16:creationId xmlns:a16="http://schemas.microsoft.com/office/drawing/2014/main" id="{FB010857-DAD1-112A-354A-5088F47BC525}"/>
              </a:ext>
            </a:extLst>
          </p:cNvPr>
          <p:cNvSpPr>
            <a:spLocks noGrp="1"/>
          </p:cNvSpPr>
          <p:nvPr>
            <p:ph sz="quarter" idx="31"/>
          </p:nvPr>
        </p:nvSpPr>
        <p:spPr>
          <a:xfrm>
            <a:off x="2834399"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8F6EE184-8B88-03BD-66E1-B914F3BB2FDB}"/>
              </a:ext>
            </a:extLst>
          </p:cNvPr>
          <p:cNvSpPr>
            <a:spLocks noGrp="1"/>
          </p:cNvSpPr>
          <p:nvPr>
            <p:ph type="body" sz="quarter" idx="32"/>
          </p:nvPr>
        </p:nvSpPr>
        <p:spPr>
          <a:xfrm>
            <a:off x="7423198" y="900215"/>
            <a:ext cx="1934399" cy="585801"/>
          </a:xfrm>
        </p:spPr>
        <p:txBody>
          <a:bodyPr anchor="b">
            <a:spAutoFit/>
          </a:bodyPr>
          <a:lstStyle>
            <a:lvl1pPr marL="0" indent="0">
              <a:buNone/>
              <a:defRPr b="1"/>
            </a:lvl1pPr>
          </a:lstStyle>
          <a:p>
            <a:pPr lvl="0"/>
            <a:r>
              <a:rPr lang="en-US"/>
              <a:t>Click to edit Master text styles</a:t>
            </a:r>
          </a:p>
        </p:txBody>
      </p:sp>
      <p:sp>
        <p:nvSpPr>
          <p:cNvPr id="11" name="Content Placeholder 8">
            <a:extLst>
              <a:ext uri="{FF2B5EF4-FFF2-40B4-BE49-F238E27FC236}">
                <a16:creationId xmlns:a16="http://schemas.microsoft.com/office/drawing/2014/main" id="{67B6A0EB-2F5B-8851-0BB7-A1EEEDCB3983}"/>
              </a:ext>
            </a:extLst>
          </p:cNvPr>
          <p:cNvSpPr>
            <a:spLocks noGrp="1"/>
          </p:cNvSpPr>
          <p:nvPr>
            <p:ph sz="quarter" idx="33"/>
          </p:nvPr>
        </p:nvSpPr>
        <p:spPr>
          <a:xfrm>
            <a:off x="7423198"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35BF5D85-424D-E19E-C529-BC2C758AB0E9}"/>
              </a:ext>
            </a:extLst>
          </p:cNvPr>
          <p:cNvSpPr>
            <a:spLocks noGrp="1"/>
          </p:cNvSpPr>
          <p:nvPr>
            <p:ph type="body" sz="quarter" idx="34"/>
          </p:nvPr>
        </p:nvSpPr>
        <p:spPr>
          <a:xfrm>
            <a:off x="9717598" y="900215"/>
            <a:ext cx="1934399" cy="585801"/>
          </a:xfrm>
        </p:spPr>
        <p:txBody>
          <a:bodyPr anchor="b">
            <a:spAutoFit/>
          </a:bodyPr>
          <a:lstStyle>
            <a:lvl1pPr marL="0" indent="0">
              <a:buNone/>
              <a:defRPr b="1"/>
            </a:lvl1pPr>
          </a:lstStyle>
          <a:p>
            <a:pPr lvl="0"/>
            <a:r>
              <a:rPr lang="en-US"/>
              <a:t>Click to edit Master text styles</a:t>
            </a:r>
          </a:p>
        </p:txBody>
      </p:sp>
      <p:sp>
        <p:nvSpPr>
          <p:cNvPr id="13" name="Content Placeholder 8">
            <a:extLst>
              <a:ext uri="{FF2B5EF4-FFF2-40B4-BE49-F238E27FC236}">
                <a16:creationId xmlns:a16="http://schemas.microsoft.com/office/drawing/2014/main" id="{436E464D-8264-2949-76B7-F62F6C647C7C}"/>
              </a:ext>
            </a:extLst>
          </p:cNvPr>
          <p:cNvSpPr>
            <a:spLocks noGrp="1"/>
          </p:cNvSpPr>
          <p:nvPr>
            <p:ph sz="quarter" idx="35"/>
          </p:nvPr>
        </p:nvSpPr>
        <p:spPr>
          <a:xfrm>
            <a:off x="9717598"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a:extLst>
              <a:ext uri="{FF2B5EF4-FFF2-40B4-BE49-F238E27FC236}">
                <a16:creationId xmlns:a16="http://schemas.microsoft.com/office/drawing/2014/main" id="{EECBD591-522A-53CA-303E-DE3E6E2E8D69}"/>
              </a:ext>
            </a:extLst>
          </p:cNvPr>
          <p:cNvSpPr>
            <a:spLocks noGrp="1"/>
          </p:cNvSpPr>
          <p:nvPr>
            <p:ph type="title" hasCustomPrompt="1"/>
          </p:nvPr>
        </p:nvSpPr>
        <p:spPr/>
        <p:txBody>
          <a:bodyPr/>
          <a:lstStyle>
            <a:lvl1pPr>
              <a:defRPr/>
            </a:lvl1pPr>
          </a:lstStyle>
          <a:p>
            <a:r>
              <a:rPr lang="en-US"/>
              <a:t>Click to add title – max 2 lines</a:t>
            </a:r>
          </a:p>
        </p:txBody>
      </p:sp>
      <p:sp>
        <p:nvSpPr>
          <p:cNvPr id="14" name="Line">
            <a:extLst>
              <a:ext uri="{FF2B5EF4-FFF2-40B4-BE49-F238E27FC236}">
                <a16:creationId xmlns:a16="http://schemas.microsoft.com/office/drawing/2014/main" id="{43EA890F-5B38-E749-51D9-2112EC29F236}"/>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15" name="Text Placeholder 6">
            <a:extLst>
              <a:ext uri="{FF2B5EF4-FFF2-40B4-BE49-F238E27FC236}">
                <a16:creationId xmlns:a16="http://schemas.microsoft.com/office/drawing/2014/main" id="{BA2D3DC5-9629-2C38-7C2F-3AD97B71C73A}"/>
              </a:ext>
            </a:extLst>
          </p:cNvPr>
          <p:cNvSpPr>
            <a:spLocks noGrp="1"/>
          </p:cNvSpPr>
          <p:nvPr>
            <p:ph type="body" sz="quarter" idx="36"/>
          </p:nvPr>
        </p:nvSpPr>
        <p:spPr>
          <a:xfrm>
            <a:off x="5128799" y="900215"/>
            <a:ext cx="1934399" cy="585801"/>
          </a:xfrm>
        </p:spPr>
        <p:txBody>
          <a:bodyPr anchor="b">
            <a:spAutoFit/>
          </a:bodyPr>
          <a:lstStyle>
            <a:lvl1pPr marL="0" indent="0">
              <a:buNone/>
              <a:defRPr b="1"/>
            </a:lvl1pPr>
          </a:lstStyle>
          <a:p>
            <a:pPr lvl="0"/>
            <a:r>
              <a:rPr lang="en-US"/>
              <a:t>Click to edit Master text styles</a:t>
            </a:r>
          </a:p>
        </p:txBody>
      </p:sp>
      <p:sp>
        <p:nvSpPr>
          <p:cNvPr id="16" name="Content Placeholder 8">
            <a:extLst>
              <a:ext uri="{FF2B5EF4-FFF2-40B4-BE49-F238E27FC236}">
                <a16:creationId xmlns:a16="http://schemas.microsoft.com/office/drawing/2014/main" id="{9F4ACD4F-192F-9FB1-E965-6891944E0D59}"/>
              </a:ext>
            </a:extLst>
          </p:cNvPr>
          <p:cNvSpPr>
            <a:spLocks noGrp="1"/>
          </p:cNvSpPr>
          <p:nvPr>
            <p:ph sz="quarter" idx="37"/>
          </p:nvPr>
        </p:nvSpPr>
        <p:spPr>
          <a:xfrm>
            <a:off x="5128799"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Rectangle 16">
            <a:extLst>
              <a:ext uri="{FF2B5EF4-FFF2-40B4-BE49-F238E27FC236}">
                <a16:creationId xmlns:a16="http://schemas.microsoft.com/office/drawing/2014/main" id="{C8741E89-9D74-241F-B0B1-ACE37136CD16}"/>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8" name="Content Placeholder 7">
            <a:extLst>
              <a:ext uri="{FF2B5EF4-FFF2-40B4-BE49-F238E27FC236}">
                <a16:creationId xmlns:a16="http://schemas.microsoft.com/office/drawing/2014/main" id="{78B7045B-054E-0D81-3A22-EE4F72FC16A5}"/>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9" name="Text Placeholder 14">
            <a:extLst>
              <a:ext uri="{FF2B5EF4-FFF2-40B4-BE49-F238E27FC236}">
                <a16:creationId xmlns:a16="http://schemas.microsoft.com/office/drawing/2014/main" id="{41A666DE-97FF-C04C-CD02-9CFF9A8F0449}"/>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5 x content</a:t>
            </a:r>
          </a:p>
        </p:txBody>
      </p:sp>
      <p:sp>
        <p:nvSpPr>
          <p:cNvPr id="20" name="Text Placeholder 14">
            <a:extLst>
              <a:ext uri="{FF2B5EF4-FFF2-40B4-BE49-F238E27FC236}">
                <a16:creationId xmlns:a16="http://schemas.microsoft.com/office/drawing/2014/main" id="{94806538-065B-112E-73BA-B6E90DD6EBD3}"/>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five sections of content with headers. </a:t>
            </a:r>
          </a:p>
          <a:p>
            <a:pPr>
              <a:lnSpc>
                <a:spcPct val="100000"/>
              </a:lnSpc>
              <a:spcBef>
                <a:spcPts val="600"/>
              </a:spcBef>
              <a:spcAft>
                <a:spcPts val="600"/>
              </a:spcAft>
            </a:pPr>
            <a:r>
              <a:rPr lang="en-US" sz="1050">
                <a:solidFill>
                  <a:schemeClr val="tx1">
                    <a:alpha val="90000"/>
                  </a:schemeClr>
                </a:solidFill>
              </a:rPr>
              <a:t>In this layout, pictures remain in ratio while the place-holder size adjusts. Pictures seem “centered”. </a:t>
            </a:r>
          </a:p>
          <a:p>
            <a:pPr>
              <a:lnSpc>
                <a:spcPct val="100000"/>
              </a:lnSpc>
              <a:spcBef>
                <a:spcPts val="600"/>
              </a:spcBef>
              <a:spcAft>
                <a:spcPts val="600"/>
              </a:spcAft>
            </a:pPr>
            <a:r>
              <a:rPr lang="en-US" sz="1050" b="1">
                <a:solidFill>
                  <a:schemeClr val="tx1">
                    <a:alpha val="90000"/>
                  </a:schemeClr>
                </a:solidFill>
              </a:rPr>
              <a:t>For pictures to instead resize to the placeholder, </a:t>
            </a:r>
            <a:r>
              <a:rPr lang="en-US" sz="1050">
                <a:solidFill>
                  <a:schemeClr val="tx1">
                    <a:alpha val="90000"/>
                  </a:schemeClr>
                </a:solidFill>
              </a:rPr>
              <a:t>use the “text and picture layouts” in the next section.</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21" name="Straight Connector 20">
            <a:extLst>
              <a:ext uri="{FF2B5EF4-FFF2-40B4-BE49-F238E27FC236}">
                <a16:creationId xmlns:a16="http://schemas.microsoft.com/office/drawing/2014/main" id="{4E79C413-AFF7-F044-EA41-63F54371DC54}"/>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0559613"/>
      </p:ext>
    </p:extLst>
  </p:cSld>
  <p:clrMapOvr>
    <a:masterClrMapping/>
  </p:clrMapOvr>
  <p:extLst>
    <p:ext uri="{DCECCB84-F9BA-43D5-87BE-67443E8EF086}">
      <p15:sldGuideLst xmlns:p15="http://schemas.microsoft.com/office/powerpoint/2012/main">
        <p15:guide id="3" pos="340">
          <p15:clr>
            <a:srgbClr val="5ACBF0"/>
          </p15:clr>
        </p15:guide>
        <p15:guide id="4" pos="1558">
          <p15:clr>
            <a:srgbClr val="5ACBF0"/>
          </p15:clr>
        </p15:guide>
        <p15:guide id="5" pos="1785">
          <p15:clr>
            <a:srgbClr val="5ACBF0"/>
          </p15:clr>
        </p15:guide>
        <p15:guide id="6" pos="3003">
          <p15:clr>
            <a:srgbClr val="5ACBF0"/>
          </p15:clr>
        </p15:guide>
        <p15:guide id="7" pos="4676">
          <p15:clr>
            <a:srgbClr val="5ACBF0"/>
          </p15:clr>
        </p15:guide>
        <p15:guide id="8" pos="5894">
          <p15:clr>
            <a:srgbClr val="5ACBF0"/>
          </p15:clr>
        </p15:guide>
        <p15:guide id="9" pos="6121">
          <p15:clr>
            <a:srgbClr val="5ACBF0"/>
          </p15:clr>
        </p15:guide>
        <p15:guide id="10" pos="7339">
          <p15:clr>
            <a:srgbClr val="FBAE40"/>
          </p15:clr>
        </p15:guide>
        <p15:guide id="12" pos="7341">
          <p15:clr>
            <a:srgbClr val="FBAE40"/>
          </p15:clr>
        </p15:guide>
        <p15:guide id="13" pos="3230">
          <p15:clr>
            <a:srgbClr val="5ACBF0"/>
          </p15:clr>
        </p15:guide>
        <p15:guide id="14" pos="4449">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Text and pictures</a:t>
            </a:r>
          </a:p>
        </p:txBody>
      </p:sp>
    </p:spTree>
    <p:extLst>
      <p:ext uri="{BB962C8B-B14F-4D97-AF65-F5344CB8AC3E}">
        <p14:creationId xmlns:p14="http://schemas.microsoft.com/office/powerpoint/2010/main" val="27823691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         Title +      slim picture righ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E141D6FB-2050-4479-8767-F535260FBE2B}"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p:nvPr>
        </p:nvSpPr>
        <p:spPr>
          <a:xfrm>
            <a:off x="539999" y="1204913"/>
            <a:ext cx="8199000" cy="4840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8">
            <a:extLst>
              <a:ext uri="{FF2B5EF4-FFF2-40B4-BE49-F238E27FC236}">
                <a16:creationId xmlns:a16="http://schemas.microsoft.com/office/drawing/2014/main" id="{A871CA24-6567-356B-26A9-AFE696ECC4CD}"/>
              </a:ext>
            </a:extLst>
          </p:cNvPr>
          <p:cNvSpPr>
            <a:spLocks noGrp="1"/>
          </p:cNvSpPr>
          <p:nvPr>
            <p:ph type="pic" sz="quarter" idx="15"/>
          </p:nvPr>
        </p:nvSpPr>
        <p:spPr>
          <a:xfrm>
            <a:off x="9279000" y="0"/>
            <a:ext cx="2912999" cy="6319838"/>
          </a:xfrm>
          <a:solidFill>
            <a:schemeClr val="bg2"/>
          </a:solidFill>
        </p:spPr>
        <p:txBody>
          <a:bodyPr tIns="2628000"/>
          <a:lstStyle>
            <a:lvl1pPr marL="0" indent="0" algn="ctr">
              <a:buNone/>
              <a:defRPr i="1">
                <a:solidFill>
                  <a:schemeClr val="tx1"/>
                </a:solidFill>
              </a:defRPr>
            </a:lvl1pPr>
          </a:lstStyle>
          <a:p>
            <a:r>
              <a:rPr lang="en-US"/>
              <a:t>Click icon to add picture</a:t>
            </a:r>
          </a:p>
        </p:txBody>
      </p:sp>
      <p:sp>
        <p:nvSpPr>
          <p:cNvPr id="6" name="Line">
            <a:extLst>
              <a:ext uri="{FF2B5EF4-FFF2-40B4-BE49-F238E27FC236}">
                <a16:creationId xmlns:a16="http://schemas.microsoft.com/office/drawing/2014/main" id="{B56F61D2-3C24-6F54-C3D6-60D9690C6CAC}"/>
              </a:ext>
            </a:extLst>
          </p:cNvPr>
          <p:cNvSpPr>
            <a:spLocks/>
          </p:cNvSpPr>
          <p:nvPr/>
        </p:nvSpPr>
        <p:spPr>
          <a:xfrm flipH="1" flipV="1">
            <a:off x="539999" y="1006831"/>
            <a:ext cx="8199000" cy="0"/>
          </a:xfrm>
          <a:prstGeom prst="line">
            <a:avLst/>
          </a:prstGeom>
          <a:ln w="12700">
            <a:solidFill>
              <a:schemeClr val="tx1"/>
            </a:solidFill>
            <a:miter/>
          </a:ln>
        </p:spPr>
        <p:txBody>
          <a:bodyPr lIns="45719" rIns="45719"/>
          <a:lstStyle/>
          <a:p>
            <a:endParaRPr lang="en-US"/>
          </a:p>
        </p:txBody>
      </p:sp>
      <p:sp>
        <p:nvSpPr>
          <p:cNvPr id="10" name="Title 9">
            <a:extLst>
              <a:ext uri="{FF2B5EF4-FFF2-40B4-BE49-F238E27FC236}">
                <a16:creationId xmlns:a16="http://schemas.microsoft.com/office/drawing/2014/main" id="{2FBBDB2A-2223-2537-5339-1BEB17F7B1AF}"/>
              </a:ext>
            </a:extLst>
          </p:cNvPr>
          <p:cNvSpPr>
            <a:spLocks noGrp="1"/>
          </p:cNvSpPr>
          <p:nvPr>
            <p:ph type="title" hasCustomPrompt="1"/>
          </p:nvPr>
        </p:nvSpPr>
        <p:spPr>
          <a:xfrm>
            <a:off x="539999" y="262800"/>
            <a:ext cx="8199000" cy="664797"/>
          </a:xfrm>
        </p:spPr>
        <p:txBody>
          <a:bodyPr/>
          <a:lstStyle>
            <a:lvl1pPr>
              <a:defRPr/>
            </a:lvl1pPr>
          </a:lstStyle>
          <a:p>
            <a:r>
              <a:rPr lang="en-US"/>
              <a:t>Click to add title – max 2 lines</a:t>
            </a:r>
          </a:p>
        </p:txBody>
      </p:sp>
      <p:sp>
        <p:nvSpPr>
          <p:cNvPr id="8" name="Rectangle 7">
            <a:extLst>
              <a:ext uri="{FF2B5EF4-FFF2-40B4-BE49-F238E27FC236}">
                <a16:creationId xmlns:a16="http://schemas.microsoft.com/office/drawing/2014/main" id="{C44A9CA9-E97F-CCE8-8F23-0FEA5BE62B6E}"/>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9" name="Content Placeholder 7">
            <a:extLst>
              <a:ext uri="{FF2B5EF4-FFF2-40B4-BE49-F238E27FC236}">
                <a16:creationId xmlns:a16="http://schemas.microsoft.com/office/drawing/2014/main" id="{609FEEF2-9075-5A94-9151-B24854853AE4}"/>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1" name="Text Placeholder 14">
            <a:extLst>
              <a:ext uri="{FF2B5EF4-FFF2-40B4-BE49-F238E27FC236}">
                <a16:creationId xmlns:a16="http://schemas.microsoft.com/office/drawing/2014/main" id="{3DB34A00-26BA-43D3-02E6-55181091771B}"/>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content and a slim picture to the right.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a picture that picks up our brand colors. </a:t>
            </a:r>
          </a:p>
          <a:p>
            <a:pPr>
              <a:lnSpc>
                <a:spcPct val="100000"/>
              </a:lnSpc>
              <a:spcBef>
                <a:spcPts val="600"/>
              </a:spcBef>
              <a:spcAft>
                <a:spcPts val="600"/>
              </a:spcAft>
            </a:pPr>
            <a:r>
              <a:rPr lang="en-US" sz="1050">
                <a:solidFill>
                  <a:schemeClr val="tx1">
                    <a:alpha val="90000"/>
                  </a:schemeClr>
                </a:solidFill>
              </a:rPr>
              <a:t>The picture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a:p>
            <a:pPr>
              <a:lnSpc>
                <a:spcPct val="100000"/>
              </a:lnSpc>
              <a:spcBef>
                <a:spcPts val="600"/>
              </a:spcBef>
              <a:spcAft>
                <a:spcPts val="600"/>
              </a:spcAft>
            </a:pPr>
            <a:endParaRPr lang="en-US" sz="1050">
              <a:solidFill>
                <a:schemeClr val="tx1">
                  <a:alpha val="90000"/>
                </a:schemeClr>
              </a:solidFill>
            </a:endParaRPr>
          </a:p>
        </p:txBody>
      </p:sp>
      <p:sp>
        <p:nvSpPr>
          <p:cNvPr id="12" name="Text Placeholder 14">
            <a:extLst>
              <a:ext uri="{FF2B5EF4-FFF2-40B4-BE49-F238E27FC236}">
                <a16:creationId xmlns:a16="http://schemas.microsoft.com/office/drawing/2014/main" id="{44FC7402-ECC1-E688-3C56-A6815141FCDC}"/>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slim picture right</a:t>
            </a:r>
          </a:p>
        </p:txBody>
      </p:sp>
      <p:cxnSp>
        <p:nvCxnSpPr>
          <p:cNvPr id="13" name="Straight Connector 12">
            <a:extLst>
              <a:ext uri="{FF2B5EF4-FFF2-40B4-BE49-F238E27FC236}">
                <a16:creationId xmlns:a16="http://schemas.microsoft.com/office/drawing/2014/main" id="{35413917-3356-254F-FCD2-3FCC6E322833}"/>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9458643"/>
      </p:ext>
    </p:extLst>
  </p:cSld>
  <p:clrMapOvr>
    <a:masterClrMapping/>
  </p:clrMapOvr>
  <p:extLst>
    <p:ext uri="{DCECCB84-F9BA-43D5-87BE-67443E8EF086}">
      <p15:sldGuideLst xmlns:p15="http://schemas.microsoft.com/office/powerpoint/2012/main">
        <p15:guide id="1" pos="5505">
          <p15:clr>
            <a:srgbClr val="5ACBF0"/>
          </p15:clr>
        </p15:guide>
        <p15:guide id="2" pos="584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Title +      slim picture lef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E141D6FB-2050-4479-8767-F535260FBE2B}"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p:nvPr>
        </p:nvSpPr>
        <p:spPr>
          <a:xfrm>
            <a:off x="3454839" y="1204913"/>
            <a:ext cx="8199000" cy="4840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8">
            <a:extLst>
              <a:ext uri="{FF2B5EF4-FFF2-40B4-BE49-F238E27FC236}">
                <a16:creationId xmlns:a16="http://schemas.microsoft.com/office/drawing/2014/main" id="{A871CA24-6567-356B-26A9-AFE696ECC4CD}"/>
              </a:ext>
            </a:extLst>
          </p:cNvPr>
          <p:cNvSpPr>
            <a:spLocks noGrp="1"/>
          </p:cNvSpPr>
          <p:nvPr>
            <p:ph type="pic" sz="quarter" idx="15"/>
          </p:nvPr>
        </p:nvSpPr>
        <p:spPr>
          <a:xfrm>
            <a:off x="0" y="0"/>
            <a:ext cx="2912999" cy="6319838"/>
          </a:xfrm>
          <a:solidFill>
            <a:schemeClr val="bg2"/>
          </a:solidFill>
        </p:spPr>
        <p:txBody>
          <a:bodyPr tIns="2628000"/>
          <a:lstStyle>
            <a:lvl1pPr marL="0" indent="0" algn="ctr">
              <a:buNone/>
              <a:defRPr i="1">
                <a:solidFill>
                  <a:schemeClr val="tx1"/>
                </a:solidFill>
              </a:defRPr>
            </a:lvl1pPr>
          </a:lstStyle>
          <a:p>
            <a:r>
              <a:rPr lang="en-US"/>
              <a:t>Click icon to add picture</a:t>
            </a:r>
          </a:p>
        </p:txBody>
      </p:sp>
      <p:sp>
        <p:nvSpPr>
          <p:cNvPr id="6" name="Line">
            <a:extLst>
              <a:ext uri="{FF2B5EF4-FFF2-40B4-BE49-F238E27FC236}">
                <a16:creationId xmlns:a16="http://schemas.microsoft.com/office/drawing/2014/main" id="{B56F61D2-3C24-6F54-C3D6-60D9690C6CAC}"/>
              </a:ext>
            </a:extLst>
          </p:cNvPr>
          <p:cNvSpPr>
            <a:spLocks/>
          </p:cNvSpPr>
          <p:nvPr/>
        </p:nvSpPr>
        <p:spPr>
          <a:xfrm flipH="1" flipV="1">
            <a:off x="3454839" y="1006831"/>
            <a:ext cx="8199000" cy="0"/>
          </a:xfrm>
          <a:prstGeom prst="line">
            <a:avLst/>
          </a:prstGeom>
          <a:ln w="12700">
            <a:solidFill>
              <a:schemeClr val="tx1"/>
            </a:solidFill>
            <a:miter/>
          </a:ln>
        </p:spPr>
        <p:txBody>
          <a:bodyPr lIns="45719" rIns="45719"/>
          <a:lstStyle/>
          <a:p>
            <a:endParaRPr lang="en-US"/>
          </a:p>
        </p:txBody>
      </p:sp>
      <p:sp>
        <p:nvSpPr>
          <p:cNvPr id="10" name="Title 9">
            <a:extLst>
              <a:ext uri="{FF2B5EF4-FFF2-40B4-BE49-F238E27FC236}">
                <a16:creationId xmlns:a16="http://schemas.microsoft.com/office/drawing/2014/main" id="{2FBBDB2A-2223-2537-5339-1BEB17F7B1AF}"/>
              </a:ext>
            </a:extLst>
          </p:cNvPr>
          <p:cNvSpPr>
            <a:spLocks noGrp="1"/>
          </p:cNvSpPr>
          <p:nvPr>
            <p:ph type="title" hasCustomPrompt="1"/>
          </p:nvPr>
        </p:nvSpPr>
        <p:spPr>
          <a:xfrm>
            <a:off x="3454839" y="262800"/>
            <a:ext cx="8199000" cy="664797"/>
          </a:xfrm>
        </p:spPr>
        <p:txBody>
          <a:bodyPr/>
          <a:lstStyle>
            <a:lvl1pPr>
              <a:defRPr/>
            </a:lvl1pPr>
          </a:lstStyle>
          <a:p>
            <a:r>
              <a:rPr lang="en-US"/>
              <a:t>Click to add title – max 2 lines</a:t>
            </a:r>
          </a:p>
        </p:txBody>
      </p:sp>
      <p:sp>
        <p:nvSpPr>
          <p:cNvPr id="14" name="Rectangle 13">
            <a:extLst>
              <a:ext uri="{FF2B5EF4-FFF2-40B4-BE49-F238E27FC236}">
                <a16:creationId xmlns:a16="http://schemas.microsoft.com/office/drawing/2014/main" id="{455AF8C0-E372-9B50-5392-A21E3C3CEA9C}"/>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5" name="Content Placeholder 7">
            <a:extLst>
              <a:ext uri="{FF2B5EF4-FFF2-40B4-BE49-F238E27FC236}">
                <a16:creationId xmlns:a16="http://schemas.microsoft.com/office/drawing/2014/main" id="{72CF0CD7-F775-86F9-2C16-C4CAB5AFFDB0}"/>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6" name="Text Placeholder 14">
            <a:extLst>
              <a:ext uri="{FF2B5EF4-FFF2-40B4-BE49-F238E27FC236}">
                <a16:creationId xmlns:a16="http://schemas.microsoft.com/office/drawing/2014/main" id="{0AF7DA84-2CDC-52FD-3DEF-8744B2104383}"/>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content and a slim picture to the left.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a picture that picks up our brand colors. </a:t>
            </a:r>
          </a:p>
          <a:p>
            <a:pPr>
              <a:lnSpc>
                <a:spcPct val="100000"/>
              </a:lnSpc>
              <a:spcBef>
                <a:spcPts val="600"/>
              </a:spcBef>
              <a:spcAft>
                <a:spcPts val="600"/>
              </a:spcAft>
            </a:pPr>
            <a:r>
              <a:rPr lang="en-US" sz="1050">
                <a:solidFill>
                  <a:schemeClr val="tx1">
                    <a:alpha val="90000"/>
                  </a:schemeClr>
                </a:solidFill>
              </a:rPr>
              <a:t>The picture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sp>
        <p:nvSpPr>
          <p:cNvPr id="17" name="Text Placeholder 14">
            <a:extLst>
              <a:ext uri="{FF2B5EF4-FFF2-40B4-BE49-F238E27FC236}">
                <a16:creationId xmlns:a16="http://schemas.microsoft.com/office/drawing/2014/main" id="{E4C1BEE0-21DA-DBA3-5D83-1728B22CFAB4}"/>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slim picture left</a:t>
            </a:r>
          </a:p>
        </p:txBody>
      </p:sp>
      <p:cxnSp>
        <p:nvCxnSpPr>
          <p:cNvPr id="18" name="Straight Connector 17">
            <a:extLst>
              <a:ext uri="{FF2B5EF4-FFF2-40B4-BE49-F238E27FC236}">
                <a16:creationId xmlns:a16="http://schemas.microsoft.com/office/drawing/2014/main" id="{C80D792B-10ED-C869-F544-C61071FD4607}"/>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1151395"/>
      </p:ext>
    </p:extLst>
  </p:cSld>
  <p:clrMapOvr>
    <a:masterClrMapping/>
  </p:clrMapOvr>
  <p:extLst>
    <p:ext uri="{DCECCB84-F9BA-43D5-87BE-67443E8EF086}">
      <p15:sldGuideLst xmlns:p15="http://schemas.microsoft.com/office/powerpoint/2012/main">
        <p15:guide id="1" pos="1835">
          <p15:clr>
            <a:srgbClr val="5ACBF0"/>
          </p15:clr>
        </p15:guide>
        <p15:guide id="2" pos="2175">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         Title +      wide picture righ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62F9A6BD-B347-42A0-BA33-CF740CC3564F}"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p:nvPr>
        </p:nvSpPr>
        <p:spPr>
          <a:xfrm>
            <a:off x="539999" y="1204913"/>
            <a:ext cx="5285999" cy="4840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50E7941-4AAA-B2C2-2792-6DA3BEA7DB73}"/>
              </a:ext>
            </a:extLst>
          </p:cNvPr>
          <p:cNvSpPr>
            <a:spLocks noGrp="1"/>
          </p:cNvSpPr>
          <p:nvPr>
            <p:ph type="title" hasCustomPrompt="1"/>
          </p:nvPr>
        </p:nvSpPr>
        <p:spPr>
          <a:xfrm>
            <a:off x="539999" y="263891"/>
            <a:ext cx="5285999" cy="664797"/>
          </a:xfrm>
        </p:spPr>
        <p:txBody>
          <a:bodyPr/>
          <a:lstStyle>
            <a:lvl1pPr>
              <a:defRPr/>
            </a:lvl1pPr>
          </a:lstStyle>
          <a:p>
            <a:r>
              <a:rPr lang="en-US"/>
              <a:t>Click to add title – max 2 lines</a:t>
            </a:r>
          </a:p>
        </p:txBody>
      </p:sp>
      <p:sp>
        <p:nvSpPr>
          <p:cNvPr id="9" name="Line">
            <a:extLst>
              <a:ext uri="{FF2B5EF4-FFF2-40B4-BE49-F238E27FC236}">
                <a16:creationId xmlns:a16="http://schemas.microsoft.com/office/drawing/2014/main" id="{D899BB51-BE91-4E29-E888-16BADF14414B}"/>
              </a:ext>
            </a:extLst>
          </p:cNvPr>
          <p:cNvSpPr>
            <a:spLocks/>
          </p:cNvSpPr>
          <p:nvPr/>
        </p:nvSpPr>
        <p:spPr>
          <a:xfrm flipH="1" flipV="1">
            <a:off x="540000" y="1006831"/>
            <a:ext cx="5285999" cy="0"/>
          </a:xfrm>
          <a:prstGeom prst="line">
            <a:avLst/>
          </a:prstGeom>
          <a:ln w="12700">
            <a:solidFill>
              <a:schemeClr val="tx1"/>
            </a:solidFill>
            <a:miter/>
          </a:ln>
        </p:spPr>
        <p:txBody>
          <a:bodyPr lIns="45719" rIns="45719"/>
          <a:lstStyle/>
          <a:p>
            <a:endParaRPr lang="en-US"/>
          </a:p>
        </p:txBody>
      </p:sp>
      <p:sp>
        <p:nvSpPr>
          <p:cNvPr id="6" name="Picture Placeholder 8">
            <a:extLst>
              <a:ext uri="{FF2B5EF4-FFF2-40B4-BE49-F238E27FC236}">
                <a16:creationId xmlns:a16="http://schemas.microsoft.com/office/drawing/2014/main" id="{A457AB0C-87F5-3881-502C-83B67E5FD205}"/>
              </a:ext>
            </a:extLst>
          </p:cNvPr>
          <p:cNvSpPr>
            <a:spLocks noGrp="1"/>
          </p:cNvSpPr>
          <p:nvPr>
            <p:ph type="pic" sz="quarter" idx="16"/>
          </p:nvPr>
        </p:nvSpPr>
        <p:spPr>
          <a:xfrm>
            <a:off x="6366000" y="0"/>
            <a:ext cx="5826000" cy="6319838"/>
          </a:xfrm>
          <a:solidFill>
            <a:schemeClr val="bg2"/>
          </a:solidFill>
        </p:spPr>
        <p:txBody>
          <a:bodyPr tIns="2628000"/>
          <a:lstStyle>
            <a:lvl1pPr marL="0" indent="0" algn="ctr">
              <a:buNone/>
              <a:defRPr i="1">
                <a:solidFill>
                  <a:schemeClr val="tx1"/>
                </a:solidFill>
              </a:defRPr>
            </a:lvl1pPr>
          </a:lstStyle>
          <a:p>
            <a:r>
              <a:rPr lang="en-US"/>
              <a:t>Click icon to add picture</a:t>
            </a:r>
          </a:p>
        </p:txBody>
      </p:sp>
      <p:sp>
        <p:nvSpPr>
          <p:cNvPr id="8" name="Rectangle 7">
            <a:extLst>
              <a:ext uri="{FF2B5EF4-FFF2-40B4-BE49-F238E27FC236}">
                <a16:creationId xmlns:a16="http://schemas.microsoft.com/office/drawing/2014/main" id="{C28D39FE-7DD8-C7BE-A185-D93FB54614E7}"/>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0" name="Content Placeholder 7">
            <a:extLst>
              <a:ext uri="{FF2B5EF4-FFF2-40B4-BE49-F238E27FC236}">
                <a16:creationId xmlns:a16="http://schemas.microsoft.com/office/drawing/2014/main" id="{052E8917-98B8-1A40-413E-443F4F84F501}"/>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1" name="Text Placeholder 14">
            <a:extLst>
              <a:ext uri="{FF2B5EF4-FFF2-40B4-BE49-F238E27FC236}">
                <a16:creationId xmlns:a16="http://schemas.microsoft.com/office/drawing/2014/main" id="{B712BABF-9947-DAD0-5CF3-B9E323F84F76}"/>
              </a:ext>
            </a:extLst>
          </p:cNvPr>
          <p:cNvSpPr txBox="1">
            <a:spLocks/>
          </p:cNvSpPr>
          <p:nvPr userDrawn="1"/>
        </p:nvSpPr>
        <p:spPr>
          <a:xfrm>
            <a:off x="-1568878" y="133349"/>
            <a:ext cx="1476000" cy="839673"/>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wide picture right</a:t>
            </a:r>
          </a:p>
        </p:txBody>
      </p:sp>
      <p:sp>
        <p:nvSpPr>
          <p:cNvPr id="12" name="Text Placeholder 14">
            <a:extLst>
              <a:ext uri="{FF2B5EF4-FFF2-40B4-BE49-F238E27FC236}">
                <a16:creationId xmlns:a16="http://schemas.microsoft.com/office/drawing/2014/main" id="{04FA701B-3DDC-7384-4818-400221E04E99}"/>
              </a:ext>
            </a:extLst>
          </p:cNvPr>
          <p:cNvSpPr txBox="1">
            <a:spLocks/>
          </p:cNvSpPr>
          <p:nvPr userDrawn="1"/>
        </p:nvSpPr>
        <p:spPr>
          <a:xfrm>
            <a:off x="-1584000" y="1103313"/>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content and </a:t>
            </a:r>
            <a:br>
              <a:rPr lang="en-US" sz="1050">
                <a:solidFill>
                  <a:schemeClr val="tx1">
                    <a:alpha val="90000"/>
                  </a:schemeClr>
                </a:solidFill>
              </a:rPr>
            </a:br>
            <a:r>
              <a:rPr lang="en-US" sz="1050">
                <a:solidFill>
                  <a:schemeClr val="tx1">
                    <a:alpha val="90000"/>
                  </a:schemeClr>
                </a:solidFill>
              </a:rPr>
              <a:t>a wide picture to </a:t>
            </a:r>
            <a:br>
              <a:rPr lang="en-US" sz="1050">
                <a:solidFill>
                  <a:schemeClr val="tx1">
                    <a:alpha val="90000"/>
                  </a:schemeClr>
                </a:solidFill>
              </a:rPr>
            </a:br>
            <a:r>
              <a:rPr lang="en-US" sz="1050">
                <a:solidFill>
                  <a:schemeClr val="tx1">
                    <a:alpha val="90000"/>
                  </a:schemeClr>
                </a:solidFill>
              </a:rPr>
              <a:t>the right.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a picture that picks up our brand colors. </a:t>
            </a:r>
          </a:p>
          <a:p>
            <a:pPr>
              <a:lnSpc>
                <a:spcPct val="100000"/>
              </a:lnSpc>
              <a:spcBef>
                <a:spcPts val="600"/>
              </a:spcBef>
              <a:spcAft>
                <a:spcPts val="600"/>
              </a:spcAft>
            </a:pPr>
            <a:r>
              <a:rPr lang="en-US" sz="1050">
                <a:solidFill>
                  <a:schemeClr val="tx1">
                    <a:alpha val="90000"/>
                  </a:schemeClr>
                </a:solidFill>
              </a:rPr>
              <a:t>The picture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13" name="Straight Connector 12">
            <a:extLst>
              <a:ext uri="{FF2B5EF4-FFF2-40B4-BE49-F238E27FC236}">
                <a16:creationId xmlns:a16="http://schemas.microsoft.com/office/drawing/2014/main" id="{51057E77-F45B-80AB-FC3E-696929B685FC}"/>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786903"/>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         Title +      wide picture left">
    <p:spTree>
      <p:nvGrpSpPr>
        <p:cNvPr id="1" name=""/>
        <p:cNvGrpSpPr/>
        <p:nvPr/>
      </p:nvGrpSpPr>
      <p:grpSpPr>
        <a:xfrm>
          <a:off x="0" y="0"/>
          <a:ext cx="0" cy="0"/>
          <a:chOff x="0" y="0"/>
          <a:chExt cx="0" cy="0"/>
        </a:xfrm>
      </p:grpSpPr>
      <p:sp>
        <p:nvSpPr>
          <p:cNvPr id="6" name="Picture Placeholder 8">
            <a:extLst>
              <a:ext uri="{FF2B5EF4-FFF2-40B4-BE49-F238E27FC236}">
                <a16:creationId xmlns:a16="http://schemas.microsoft.com/office/drawing/2014/main" id="{A457AB0C-87F5-3881-502C-83B67E5FD205}"/>
              </a:ext>
            </a:extLst>
          </p:cNvPr>
          <p:cNvSpPr>
            <a:spLocks noGrp="1"/>
          </p:cNvSpPr>
          <p:nvPr>
            <p:ph type="pic" sz="quarter" idx="16"/>
          </p:nvPr>
        </p:nvSpPr>
        <p:spPr>
          <a:xfrm>
            <a:off x="0" y="0"/>
            <a:ext cx="5826000" cy="6319838"/>
          </a:xfrm>
          <a:solidFill>
            <a:schemeClr val="bg2"/>
          </a:solidFill>
        </p:spPr>
        <p:txBody>
          <a:bodyPr tIns="2628000"/>
          <a:lstStyle>
            <a:lvl1pPr marL="0" indent="0" algn="ctr">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62F9A6BD-B347-42A0-BA33-CF740CC3564F}"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p:nvPr>
        </p:nvSpPr>
        <p:spPr>
          <a:xfrm>
            <a:off x="6367840" y="1204913"/>
            <a:ext cx="5285999" cy="4840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50E7941-4AAA-B2C2-2792-6DA3BEA7DB73}"/>
              </a:ext>
            </a:extLst>
          </p:cNvPr>
          <p:cNvSpPr>
            <a:spLocks noGrp="1"/>
          </p:cNvSpPr>
          <p:nvPr>
            <p:ph type="title" hasCustomPrompt="1"/>
          </p:nvPr>
        </p:nvSpPr>
        <p:spPr>
          <a:xfrm>
            <a:off x="6367840" y="263891"/>
            <a:ext cx="5285999" cy="664797"/>
          </a:xfrm>
        </p:spPr>
        <p:txBody>
          <a:bodyPr/>
          <a:lstStyle>
            <a:lvl1pPr>
              <a:defRPr/>
            </a:lvl1pPr>
          </a:lstStyle>
          <a:p>
            <a:r>
              <a:rPr lang="en-US"/>
              <a:t>Click to add title – max 2 lines</a:t>
            </a:r>
          </a:p>
        </p:txBody>
      </p:sp>
      <p:sp>
        <p:nvSpPr>
          <p:cNvPr id="9" name="Line">
            <a:extLst>
              <a:ext uri="{FF2B5EF4-FFF2-40B4-BE49-F238E27FC236}">
                <a16:creationId xmlns:a16="http://schemas.microsoft.com/office/drawing/2014/main" id="{D899BB51-BE91-4E29-E888-16BADF14414B}"/>
              </a:ext>
            </a:extLst>
          </p:cNvPr>
          <p:cNvSpPr>
            <a:spLocks/>
          </p:cNvSpPr>
          <p:nvPr/>
        </p:nvSpPr>
        <p:spPr>
          <a:xfrm flipH="1" flipV="1">
            <a:off x="6367840" y="1006831"/>
            <a:ext cx="5285999" cy="0"/>
          </a:xfrm>
          <a:prstGeom prst="line">
            <a:avLst/>
          </a:prstGeom>
          <a:ln w="12700">
            <a:solidFill>
              <a:schemeClr val="tx1"/>
            </a:solidFill>
            <a:miter/>
          </a:ln>
        </p:spPr>
        <p:txBody>
          <a:bodyPr lIns="45719" rIns="45719"/>
          <a:lstStyle/>
          <a:p>
            <a:endParaRPr lang="en-US"/>
          </a:p>
        </p:txBody>
      </p:sp>
      <p:sp>
        <p:nvSpPr>
          <p:cNvPr id="8" name="Rectangle 7">
            <a:extLst>
              <a:ext uri="{FF2B5EF4-FFF2-40B4-BE49-F238E27FC236}">
                <a16:creationId xmlns:a16="http://schemas.microsoft.com/office/drawing/2014/main" id="{F404FB4B-638F-464D-0DBA-A1BB81D0D3D9}"/>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0" name="Content Placeholder 7">
            <a:extLst>
              <a:ext uri="{FF2B5EF4-FFF2-40B4-BE49-F238E27FC236}">
                <a16:creationId xmlns:a16="http://schemas.microsoft.com/office/drawing/2014/main" id="{CC2D1647-239E-6953-0934-35FD91592F1B}"/>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1" name="Text Placeholder 14">
            <a:extLst>
              <a:ext uri="{FF2B5EF4-FFF2-40B4-BE49-F238E27FC236}">
                <a16:creationId xmlns:a16="http://schemas.microsoft.com/office/drawing/2014/main" id="{65CF310B-E66A-E79C-A4D5-FC41DB307143}"/>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content and </a:t>
            </a:r>
            <a:br>
              <a:rPr lang="en-US" sz="1050">
                <a:solidFill>
                  <a:schemeClr val="tx1">
                    <a:alpha val="90000"/>
                  </a:schemeClr>
                </a:solidFill>
              </a:rPr>
            </a:br>
            <a:r>
              <a:rPr lang="en-US" sz="1050">
                <a:solidFill>
                  <a:schemeClr val="tx1">
                    <a:alpha val="90000"/>
                  </a:schemeClr>
                </a:solidFill>
              </a:rPr>
              <a:t>a wide picture to </a:t>
            </a:r>
            <a:br>
              <a:rPr lang="en-US" sz="1050">
                <a:solidFill>
                  <a:schemeClr val="tx1">
                    <a:alpha val="90000"/>
                  </a:schemeClr>
                </a:solidFill>
              </a:rPr>
            </a:br>
            <a:r>
              <a:rPr lang="en-US" sz="1050">
                <a:solidFill>
                  <a:schemeClr val="tx1">
                    <a:alpha val="90000"/>
                  </a:schemeClr>
                </a:solidFill>
              </a:rPr>
              <a:t>the left.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a picture that picks up our brand colors. </a:t>
            </a:r>
          </a:p>
          <a:p>
            <a:pPr>
              <a:lnSpc>
                <a:spcPct val="100000"/>
              </a:lnSpc>
              <a:spcBef>
                <a:spcPts val="600"/>
              </a:spcBef>
              <a:spcAft>
                <a:spcPts val="600"/>
              </a:spcAft>
            </a:pPr>
            <a:r>
              <a:rPr lang="en-US" sz="1050">
                <a:solidFill>
                  <a:schemeClr val="tx1">
                    <a:alpha val="90000"/>
                  </a:schemeClr>
                </a:solidFill>
              </a:rPr>
              <a:t>The picture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sp>
        <p:nvSpPr>
          <p:cNvPr id="12" name="Text Placeholder 14">
            <a:extLst>
              <a:ext uri="{FF2B5EF4-FFF2-40B4-BE49-F238E27FC236}">
                <a16:creationId xmlns:a16="http://schemas.microsoft.com/office/drawing/2014/main" id="{CB1AD031-8567-DC8C-907B-A6F797E10782}"/>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wide picture left</a:t>
            </a:r>
          </a:p>
        </p:txBody>
      </p:sp>
      <p:cxnSp>
        <p:nvCxnSpPr>
          <p:cNvPr id="13" name="Straight Connector 12">
            <a:extLst>
              <a:ext uri="{FF2B5EF4-FFF2-40B4-BE49-F238E27FC236}">
                <a16:creationId xmlns:a16="http://schemas.microsoft.com/office/drawing/2014/main" id="{62A30C48-4464-43F6-ED6F-323F26B94A3A}"/>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2538394"/>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           Title +           2 x pictur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10F59875-23E9-43C9-9883-CE97839F1586}"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9" name="Text Placeholder 6">
            <a:extLst>
              <a:ext uri="{FF2B5EF4-FFF2-40B4-BE49-F238E27FC236}">
                <a16:creationId xmlns:a16="http://schemas.microsoft.com/office/drawing/2014/main" id="{ADB30E45-6F87-8E48-B964-3FA12CA949F6}"/>
              </a:ext>
            </a:extLst>
          </p:cNvPr>
          <p:cNvSpPr>
            <a:spLocks noGrp="1"/>
          </p:cNvSpPr>
          <p:nvPr>
            <p:ph type="body" sz="quarter" idx="28"/>
          </p:nvPr>
        </p:nvSpPr>
        <p:spPr>
          <a:xfrm>
            <a:off x="540000" y="1204913"/>
            <a:ext cx="5285998" cy="281103"/>
          </a:xfrm>
        </p:spPr>
        <p:txBody>
          <a:bodyPr anchor="b">
            <a:spAutoFit/>
          </a:bodyPr>
          <a:lstStyle>
            <a:lvl1pPr marL="0" indent="0">
              <a:buNone/>
              <a:defRPr b="1"/>
            </a:lvl1pPr>
          </a:lstStyle>
          <a:p>
            <a:pPr lvl="0"/>
            <a:r>
              <a:rPr lang="en-US"/>
              <a:t>Click to edit Master text styles</a:t>
            </a:r>
          </a:p>
        </p:txBody>
      </p:sp>
      <p:sp>
        <p:nvSpPr>
          <p:cNvPr id="14" name="Text Placeholder 6">
            <a:extLst>
              <a:ext uri="{FF2B5EF4-FFF2-40B4-BE49-F238E27FC236}">
                <a16:creationId xmlns:a16="http://schemas.microsoft.com/office/drawing/2014/main" id="{38082699-78CA-E7E5-2C78-99B124A10932}"/>
              </a:ext>
            </a:extLst>
          </p:cNvPr>
          <p:cNvSpPr>
            <a:spLocks noGrp="1"/>
          </p:cNvSpPr>
          <p:nvPr>
            <p:ph type="body" sz="quarter" idx="34"/>
          </p:nvPr>
        </p:nvSpPr>
        <p:spPr>
          <a:xfrm>
            <a:off x="6365999" y="1204913"/>
            <a:ext cx="5285998" cy="281103"/>
          </a:xfrm>
        </p:spPr>
        <p:txBody>
          <a:bodyPr anchor="b">
            <a:spAutoFit/>
          </a:bodyPr>
          <a:lstStyle>
            <a:lvl1pPr marL="0" indent="0">
              <a:buNone/>
              <a:defRPr b="1"/>
            </a:lvl1pPr>
          </a:lstStyle>
          <a:p>
            <a:pPr lvl="0"/>
            <a:r>
              <a:rPr lang="en-US"/>
              <a:t>Click to edit Master text styles</a:t>
            </a:r>
          </a:p>
        </p:txBody>
      </p:sp>
      <p:sp>
        <p:nvSpPr>
          <p:cNvPr id="2" name="Line">
            <a:extLst>
              <a:ext uri="{FF2B5EF4-FFF2-40B4-BE49-F238E27FC236}">
                <a16:creationId xmlns:a16="http://schemas.microsoft.com/office/drawing/2014/main" id="{73787096-17DE-D6C6-85AD-12E004FF8769}"/>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11" name="Picture Placeholder 10">
            <a:extLst>
              <a:ext uri="{FF2B5EF4-FFF2-40B4-BE49-F238E27FC236}">
                <a16:creationId xmlns:a16="http://schemas.microsoft.com/office/drawing/2014/main" id="{8D442347-66C0-3AC5-363B-B6A3649FDC2B}"/>
              </a:ext>
            </a:extLst>
          </p:cNvPr>
          <p:cNvSpPr>
            <a:spLocks noGrp="1"/>
          </p:cNvSpPr>
          <p:nvPr>
            <p:ph type="pic" sz="quarter" idx="36"/>
          </p:nvPr>
        </p:nvSpPr>
        <p:spPr>
          <a:xfrm>
            <a:off x="540000" y="1666016"/>
            <a:ext cx="5285999" cy="1762984"/>
          </a:xfrm>
          <a:solidFill>
            <a:schemeClr val="bg2"/>
          </a:solidFill>
        </p:spPr>
        <p:txBody>
          <a:bodyPr tIns="396000"/>
          <a:lstStyle>
            <a:lvl1pPr marL="0" indent="0" algn="ctr">
              <a:buNone/>
              <a:defRPr i="1">
                <a:solidFill>
                  <a:schemeClr val="tx1"/>
                </a:solidFill>
              </a:defRPr>
            </a:lvl1pPr>
          </a:lstStyle>
          <a:p>
            <a:r>
              <a:rPr lang="en-US"/>
              <a:t>Click icon to add picture</a:t>
            </a:r>
          </a:p>
        </p:txBody>
      </p:sp>
      <p:sp>
        <p:nvSpPr>
          <p:cNvPr id="16" name="Text Placeholder 15">
            <a:extLst>
              <a:ext uri="{FF2B5EF4-FFF2-40B4-BE49-F238E27FC236}">
                <a16:creationId xmlns:a16="http://schemas.microsoft.com/office/drawing/2014/main" id="{B08D07AB-2B9B-C897-404E-3F154936C42C}"/>
              </a:ext>
            </a:extLst>
          </p:cNvPr>
          <p:cNvSpPr>
            <a:spLocks noGrp="1"/>
          </p:cNvSpPr>
          <p:nvPr>
            <p:ph type="body" sz="quarter" idx="38"/>
          </p:nvPr>
        </p:nvSpPr>
        <p:spPr>
          <a:xfrm>
            <a:off x="539750" y="3608999"/>
            <a:ext cx="5285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5">
            <a:extLst>
              <a:ext uri="{FF2B5EF4-FFF2-40B4-BE49-F238E27FC236}">
                <a16:creationId xmlns:a16="http://schemas.microsoft.com/office/drawing/2014/main" id="{167DA1CD-29F9-95FE-CAD9-638DD00D98E3}"/>
              </a:ext>
            </a:extLst>
          </p:cNvPr>
          <p:cNvSpPr>
            <a:spLocks noGrp="1"/>
          </p:cNvSpPr>
          <p:nvPr>
            <p:ph type="body" sz="quarter" idx="39"/>
          </p:nvPr>
        </p:nvSpPr>
        <p:spPr>
          <a:xfrm>
            <a:off x="6365998" y="3608999"/>
            <a:ext cx="5285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a:extLst>
              <a:ext uri="{FF2B5EF4-FFF2-40B4-BE49-F238E27FC236}">
                <a16:creationId xmlns:a16="http://schemas.microsoft.com/office/drawing/2014/main" id="{BC441258-7B44-816E-5F67-9F844A77A7A2}"/>
              </a:ext>
            </a:extLst>
          </p:cNvPr>
          <p:cNvSpPr>
            <a:spLocks noGrp="1"/>
          </p:cNvSpPr>
          <p:nvPr>
            <p:ph type="title" hasCustomPrompt="1"/>
          </p:nvPr>
        </p:nvSpPr>
        <p:spPr/>
        <p:txBody>
          <a:bodyPr/>
          <a:lstStyle>
            <a:lvl1pPr>
              <a:defRPr/>
            </a:lvl1pPr>
          </a:lstStyle>
          <a:p>
            <a:r>
              <a:rPr lang="en-US"/>
              <a:t>Click to add title – max 2 lines</a:t>
            </a:r>
          </a:p>
        </p:txBody>
      </p:sp>
      <p:sp>
        <p:nvSpPr>
          <p:cNvPr id="6" name="Picture Placeholder 10">
            <a:extLst>
              <a:ext uri="{FF2B5EF4-FFF2-40B4-BE49-F238E27FC236}">
                <a16:creationId xmlns:a16="http://schemas.microsoft.com/office/drawing/2014/main" id="{0EF042A2-E5DF-5175-F66F-F72319A9BCD6}"/>
              </a:ext>
            </a:extLst>
          </p:cNvPr>
          <p:cNvSpPr>
            <a:spLocks noGrp="1"/>
          </p:cNvSpPr>
          <p:nvPr>
            <p:ph type="pic" sz="quarter" idx="40"/>
          </p:nvPr>
        </p:nvSpPr>
        <p:spPr>
          <a:xfrm>
            <a:off x="6367840" y="1666016"/>
            <a:ext cx="5285999" cy="1762984"/>
          </a:xfrm>
          <a:solidFill>
            <a:schemeClr val="bg2"/>
          </a:solidFill>
        </p:spPr>
        <p:txBody>
          <a:bodyPr tIns="396000"/>
          <a:lstStyle>
            <a:lvl1pPr marL="0" indent="0" algn="ctr">
              <a:buNone/>
              <a:defRPr i="1">
                <a:solidFill>
                  <a:schemeClr val="tx1"/>
                </a:solidFill>
              </a:defRPr>
            </a:lvl1pPr>
          </a:lstStyle>
          <a:p>
            <a:r>
              <a:rPr lang="en-US"/>
              <a:t>Click icon to add picture</a:t>
            </a:r>
          </a:p>
        </p:txBody>
      </p:sp>
      <p:sp>
        <p:nvSpPr>
          <p:cNvPr id="7" name="Rectangle 6">
            <a:extLst>
              <a:ext uri="{FF2B5EF4-FFF2-40B4-BE49-F238E27FC236}">
                <a16:creationId xmlns:a16="http://schemas.microsoft.com/office/drawing/2014/main" id="{EA640050-1E99-6AB6-AF34-917ABBF1F208}"/>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0" name="Content Placeholder 7">
            <a:extLst>
              <a:ext uri="{FF2B5EF4-FFF2-40B4-BE49-F238E27FC236}">
                <a16:creationId xmlns:a16="http://schemas.microsoft.com/office/drawing/2014/main" id="{7CF19401-8897-78C8-10AD-A39183A9E344}"/>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2" name="Text Placeholder 14">
            <a:extLst>
              <a:ext uri="{FF2B5EF4-FFF2-40B4-BE49-F238E27FC236}">
                <a16:creationId xmlns:a16="http://schemas.microsoft.com/office/drawing/2014/main" id="{B9CED8BD-EAC4-4514-7E1F-814F4EC13333}"/>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two sections </a:t>
            </a:r>
            <a:br>
              <a:rPr lang="en-US" sz="1050">
                <a:solidFill>
                  <a:schemeClr val="tx1">
                    <a:alpha val="90000"/>
                  </a:schemeClr>
                </a:solidFill>
              </a:rPr>
            </a:br>
            <a:r>
              <a:rPr lang="en-US" sz="1050">
                <a:solidFill>
                  <a:schemeClr val="tx1">
                    <a:alpha val="90000"/>
                  </a:schemeClr>
                </a:solidFill>
              </a:rPr>
              <a:t>of content with picture and header.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pictures that pick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Pictures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For pictures not to resize to the place-holders, use the “text and content layouts” in the previous section.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sp>
        <p:nvSpPr>
          <p:cNvPr id="13" name="Text Placeholder 14">
            <a:extLst>
              <a:ext uri="{FF2B5EF4-FFF2-40B4-BE49-F238E27FC236}">
                <a16:creationId xmlns:a16="http://schemas.microsoft.com/office/drawing/2014/main" id="{0FE76C90-39C2-B05E-1532-781F038FD3C6}"/>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2 x pictures</a:t>
            </a:r>
          </a:p>
        </p:txBody>
      </p:sp>
      <p:cxnSp>
        <p:nvCxnSpPr>
          <p:cNvPr id="15" name="Straight Connector 14">
            <a:extLst>
              <a:ext uri="{FF2B5EF4-FFF2-40B4-BE49-F238E27FC236}">
                <a16:creationId xmlns:a16="http://schemas.microsoft.com/office/drawing/2014/main" id="{25703441-9730-71C4-4A91-7696000E31E3}"/>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0421431"/>
      </p:ext>
    </p:extLst>
  </p:cSld>
  <p:clrMapOvr>
    <a:masterClrMapping/>
  </p:clrMapOvr>
  <p:extLst>
    <p:ext uri="{DCECCB84-F9BA-43D5-87BE-67443E8EF086}">
      <p15:sldGuideLst xmlns:p15="http://schemas.microsoft.com/office/powerpoint/2012/main">
        <p15:guide id="6" pos="3669">
          <p15:clr>
            <a:srgbClr val="5ACBF0"/>
          </p15:clr>
        </p15:guide>
        <p15:guide id="7" pos="401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           Title +           3 x pictur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CB6BBDA6-5B4A-453D-B342-C2505ECDBEA1}"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12" name="Text Placeholder 6">
            <a:extLst>
              <a:ext uri="{FF2B5EF4-FFF2-40B4-BE49-F238E27FC236}">
                <a16:creationId xmlns:a16="http://schemas.microsoft.com/office/drawing/2014/main" id="{D4B4B1EC-6838-6EB5-9EEC-D7F0BDF09CD0}"/>
              </a:ext>
            </a:extLst>
          </p:cNvPr>
          <p:cNvSpPr>
            <a:spLocks noGrp="1"/>
          </p:cNvSpPr>
          <p:nvPr>
            <p:ph type="body" sz="quarter" idx="28"/>
          </p:nvPr>
        </p:nvSpPr>
        <p:spPr>
          <a:xfrm>
            <a:off x="540001" y="1204913"/>
            <a:ext cx="3343999" cy="281103"/>
          </a:xfrm>
        </p:spPr>
        <p:txBody>
          <a:bodyPr anchor="b">
            <a:spAutoFit/>
          </a:bodyPr>
          <a:lstStyle>
            <a:lvl1pPr marL="0" indent="0">
              <a:buNone/>
              <a:defRPr b="1"/>
            </a:lvl1pPr>
          </a:lstStyle>
          <a:p>
            <a:pPr lvl="0"/>
            <a:r>
              <a:rPr lang="en-US"/>
              <a:t>Click to edit Master text styles</a:t>
            </a:r>
          </a:p>
        </p:txBody>
      </p:sp>
      <p:sp>
        <p:nvSpPr>
          <p:cNvPr id="14" name="Text Placeholder 6">
            <a:extLst>
              <a:ext uri="{FF2B5EF4-FFF2-40B4-BE49-F238E27FC236}">
                <a16:creationId xmlns:a16="http://schemas.microsoft.com/office/drawing/2014/main" id="{08FF0BA9-C34C-8519-FFE7-F5A3F6E63326}"/>
              </a:ext>
            </a:extLst>
          </p:cNvPr>
          <p:cNvSpPr>
            <a:spLocks noGrp="1"/>
          </p:cNvSpPr>
          <p:nvPr>
            <p:ph type="body" sz="quarter" idx="30"/>
          </p:nvPr>
        </p:nvSpPr>
        <p:spPr>
          <a:xfrm>
            <a:off x="4424000" y="1204913"/>
            <a:ext cx="3343999" cy="281103"/>
          </a:xfrm>
        </p:spPr>
        <p:txBody>
          <a:bodyPr anchor="b">
            <a:spAutoFit/>
          </a:bodyPr>
          <a:lstStyle>
            <a:lvl1pPr marL="0" indent="0">
              <a:buNone/>
              <a:defRPr b="1"/>
            </a:lvl1pPr>
          </a:lstStyle>
          <a:p>
            <a:pPr lvl="0"/>
            <a:r>
              <a:rPr lang="en-US"/>
              <a:t>Click to edit Master text styles</a:t>
            </a:r>
          </a:p>
        </p:txBody>
      </p:sp>
      <p:sp>
        <p:nvSpPr>
          <p:cNvPr id="19" name="Text Placeholder 6">
            <a:extLst>
              <a:ext uri="{FF2B5EF4-FFF2-40B4-BE49-F238E27FC236}">
                <a16:creationId xmlns:a16="http://schemas.microsoft.com/office/drawing/2014/main" id="{CD500465-5545-706A-2FF5-95107F801A26}"/>
              </a:ext>
            </a:extLst>
          </p:cNvPr>
          <p:cNvSpPr>
            <a:spLocks noGrp="1"/>
          </p:cNvSpPr>
          <p:nvPr>
            <p:ph type="body" sz="quarter" idx="34"/>
          </p:nvPr>
        </p:nvSpPr>
        <p:spPr>
          <a:xfrm>
            <a:off x="8307998" y="1204913"/>
            <a:ext cx="3343999" cy="281103"/>
          </a:xfrm>
        </p:spPr>
        <p:txBody>
          <a:bodyPr anchor="b">
            <a:spAutoFit/>
          </a:bodyPr>
          <a:lstStyle>
            <a:lvl1pPr marL="0" indent="0">
              <a:buNone/>
              <a:defRPr b="1"/>
            </a:lvl1pPr>
          </a:lstStyle>
          <a:p>
            <a:pPr lvl="0"/>
            <a:r>
              <a:rPr lang="en-US"/>
              <a:t>Click to edit Master text styles</a:t>
            </a:r>
          </a:p>
        </p:txBody>
      </p:sp>
      <p:sp>
        <p:nvSpPr>
          <p:cNvPr id="2" name="Line">
            <a:extLst>
              <a:ext uri="{FF2B5EF4-FFF2-40B4-BE49-F238E27FC236}">
                <a16:creationId xmlns:a16="http://schemas.microsoft.com/office/drawing/2014/main" id="{1613170D-9A95-868A-AF41-8940F82CE8FC}"/>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7" name="Picture Placeholder 10">
            <a:extLst>
              <a:ext uri="{FF2B5EF4-FFF2-40B4-BE49-F238E27FC236}">
                <a16:creationId xmlns:a16="http://schemas.microsoft.com/office/drawing/2014/main" id="{EA8DB66A-D2CC-D810-675A-F43E35D8E076}"/>
              </a:ext>
            </a:extLst>
          </p:cNvPr>
          <p:cNvSpPr>
            <a:spLocks noGrp="1"/>
          </p:cNvSpPr>
          <p:nvPr>
            <p:ph type="pic" sz="quarter" idx="36"/>
          </p:nvPr>
        </p:nvSpPr>
        <p:spPr>
          <a:xfrm>
            <a:off x="540000" y="1666015"/>
            <a:ext cx="3343999" cy="1762985"/>
          </a:xfrm>
          <a:solidFill>
            <a:schemeClr val="bg2"/>
          </a:solidFill>
        </p:spPr>
        <p:txBody>
          <a:bodyPr tIns="396000"/>
          <a:lstStyle>
            <a:lvl1pPr marL="0" indent="0" algn="ctr">
              <a:buNone/>
              <a:defRPr i="1">
                <a:solidFill>
                  <a:schemeClr val="tx1"/>
                </a:solidFill>
              </a:defRPr>
            </a:lvl1pPr>
          </a:lstStyle>
          <a:p>
            <a:r>
              <a:rPr lang="en-US"/>
              <a:t>Click icon to add picture</a:t>
            </a:r>
          </a:p>
        </p:txBody>
      </p:sp>
      <p:sp>
        <p:nvSpPr>
          <p:cNvPr id="10" name="Text Placeholder 15">
            <a:extLst>
              <a:ext uri="{FF2B5EF4-FFF2-40B4-BE49-F238E27FC236}">
                <a16:creationId xmlns:a16="http://schemas.microsoft.com/office/drawing/2014/main" id="{E0048019-BB1F-364C-C0FD-E0E76B01C99D}"/>
              </a:ext>
            </a:extLst>
          </p:cNvPr>
          <p:cNvSpPr>
            <a:spLocks noGrp="1"/>
          </p:cNvSpPr>
          <p:nvPr>
            <p:ph type="body" sz="quarter" idx="39"/>
          </p:nvPr>
        </p:nvSpPr>
        <p:spPr>
          <a:xfrm>
            <a:off x="539750" y="3608999"/>
            <a:ext cx="3343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a:extLst>
              <a:ext uri="{FF2B5EF4-FFF2-40B4-BE49-F238E27FC236}">
                <a16:creationId xmlns:a16="http://schemas.microsoft.com/office/drawing/2014/main" id="{CE98B6C1-0C94-BB29-E1C8-3955ABC754DC}"/>
              </a:ext>
            </a:extLst>
          </p:cNvPr>
          <p:cNvSpPr>
            <a:spLocks noGrp="1"/>
          </p:cNvSpPr>
          <p:nvPr>
            <p:ph type="body" sz="quarter" idx="40"/>
          </p:nvPr>
        </p:nvSpPr>
        <p:spPr>
          <a:xfrm>
            <a:off x="4424000" y="3608999"/>
            <a:ext cx="3343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5">
            <a:extLst>
              <a:ext uri="{FF2B5EF4-FFF2-40B4-BE49-F238E27FC236}">
                <a16:creationId xmlns:a16="http://schemas.microsoft.com/office/drawing/2014/main" id="{883A7867-CE08-7924-457C-F27331277EB4}"/>
              </a:ext>
            </a:extLst>
          </p:cNvPr>
          <p:cNvSpPr>
            <a:spLocks noGrp="1"/>
          </p:cNvSpPr>
          <p:nvPr>
            <p:ph type="body" sz="quarter" idx="41"/>
          </p:nvPr>
        </p:nvSpPr>
        <p:spPr>
          <a:xfrm>
            <a:off x="8307998" y="3608999"/>
            <a:ext cx="3343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94FC28CC-FD7E-6A9C-BB41-796D36971A37}"/>
              </a:ext>
            </a:extLst>
          </p:cNvPr>
          <p:cNvSpPr>
            <a:spLocks noGrp="1"/>
          </p:cNvSpPr>
          <p:nvPr>
            <p:ph type="title" hasCustomPrompt="1"/>
          </p:nvPr>
        </p:nvSpPr>
        <p:spPr/>
        <p:txBody>
          <a:bodyPr/>
          <a:lstStyle>
            <a:lvl1pPr>
              <a:defRPr/>
            </a:lvl1pPr>
          </a:lstStyle>
          <a:p>
            <a:r>
              <a:rPr lang="en-US"/>
              <a:t>Click to add title – max 2 lines</a:t>
            </a:r>
          </a:p>
        </p:txBody>
      </p:sp>
      <p:sp>
        <p:nvSpPr>
          <p:cNvPr id="6" name="Picture Placeholder 10">
            <a:extLst>
              <a:ext uri="{FF2B5EF4-FFF2-40B4-BE49-F238E27FC236}">
                <a16:creationId xmlns:a16="http://schemas.microsoft.com/office/drawing/2014/main" id="{AEE614E9-6E39-7A6F-1281-EFE6FDDECE9D}"/>
              </a:ext>
            </a:extLst>
          </p:cNvPr>
          <p:cNvSpPr>
            <a:spLocks noGrp="1"/>
          </p:cNvSpPr>
          <p:nvPr>
            <p:ph type="pic" sz="quarter" idx="42"/>
          </p:nvPr>
        </p:nvSpPr>
        <p:spPr>
          <a:xfrm>
            <a:off x="4424000" y="1666015"/>
            <a:ext cx="3343999" cy="1762985"/>
          </a:xfrm>
          <a:solidFill>
            <a:schemeClr val="bg2"/>
          </a:solidFill>
        </p:spPr>
        <p:txBody>
          <a:bodyPr tIns="396000"/>
          <a:lstStyle>
            <a:lvl1pPr marL="0" indent="0" algn="ctr">
              <a:buNone/>
              <a:defRPr i="1">
                <a:solidFill>
                  <a:schemeClr val="tx1"/>
                </a:solidFill>
              </a:defRPr>
            </a:lvl1pPr>
          </a:lstStyle>
          <a:p>
            <a:r>
              <a:rPr lang="en-US"/>
              <a:t>Click icon to add picture</a:t>
            </a:r>
          </a:p>
        </p:txBody>
      </p:sp>
      <p:sp>
        <p:nvSpPr>
          <p:cNvPr id="11" name="Picture Placeholder 10">
            <a:extLst>
              <a:ext uri="{FF2B5EF4-FFF2-40B4-BE49-F238E27FC236}">
                <a16:creationId xmlns:a16="http://schemas.microsoft.com/office/drawing/2014/main" id="{6505D42D-DBC1-5375-B31C-C1373C0F90DB}"/>
              </a:ext>
            </a:extLst>
          </p:cNvPr>
          <p:cNvSpPr>
            <a:spLocks noGrp="1"/>
          </p:cNvSpPr>
          <p:nvPr>
            <p:ph type="pic" sz="quarter" idx="43"/>
          </p:nvPr>
        </p:nvSpPr>
        <p:spPr>
          <a:xfrm>
            <a:off x="8307998" y="1666015"/>
            <a:ext cx="3343999" cy="1762985"/>
          </a:xfrm>
          <a:solidFill>
            <a:schemeClr val="bg2"/>
          </a:solidFill>
        </p:spPr>
        <p:txBody>
          <a:bodyPr tIns="396000"/>
          <a:lstStyle>
            <a:lvl1pPr marL="0" indent="0" algn="ctr">
              <a:buNone/>
              <a:defRPr i="1">
                <a:solidFill>
                  <a:schemeClr val="tx1"/>
                </a:solidFill>
              </a:defRPr>
            </a:lvl1pPr>
          </a:lstStyle>
          <a:p>
            <a:r>
              <a:rPr lang="en-US"/>
              <a:t>Click icon to add picture</a:t>
            </a:r>
          </a:p>
        </p:txBody>
      </p:sp>
      <p:sp>
        <p:nvSpPr>
          <p:cNvPr id="8" name="Rectangle 7">
            <a:extLst>
              <a:ext uri="{FF2B5EF4-FFF2-40B4-BE49-F238E27FC236}">
                <a16:creationId xmlns:a16="http://schemas.microsoft.com/office/drawing/2014/main" id="{EF474CFF-73A8-DC60-2B9C-1A07FD50E52A}"/>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9" name="Content Placeholder 7">
            <a:extLst>
              <a:ext uri="{FF2B5EF4-FFF2-40B4-BE49-F238E27FC236}">
                <a16:creationId xmlns:a16="http://schemas.microsoft.com/office/drawing/2014/main" id="{42E232F6-CCC4-1371-1E74-B3CF04C2545E}"/>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5" name="Text Placeholder 14">
            <a:extLst>
              <a:ext uri="{FF2B5EF4-FFF2-40B4-BE49-F238E27FC236}">
                <a16:creationId xmlns:a16="http://schemas.microsoft.com/office/drawing/2014/main" id="{EB830415-8383-BA70-6648-70A2E11E4E9C}"/>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three sections of content with picture and header.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pictures that pick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Pictures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For pictures not to resize to the place-holders, use the “text and content layouts” in the previous section.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sp>
        <p:nvSpPr>
          <p:cNvPr id="18" name="Text Placeholder 14">
            <a:extLst>
              <a:ext uri="{FF2B5EF4-FFF2-40B4-BE49-F238E27FC236}">
                <a16:creationId xmlns:a16="http://schemas.microsoft.com/office/drawing/2014/main" id="{F7828632-C99B-D8F2-2FA8-7737030C2901}"/>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3 x pictures</a:t>
            </a:r>
          </a:p>
        </p:txBody>
      </p:sp>
      <p:cxnSp>
        <p:nvCxnSpPr>
          <p:cNvPr id="20" name="Straight Connector 19">
            <a:extLst>
              <a:ext uri="{FF2B5EF4-FFF2-40B4-BE49-F238E27FC236}">
                <a16:creationId xmlns:a16="http://schemas.microsoft.com/office/drawing/2014/main" id="{1A286678-FEA6-5028-5A5C-3AD45F9B71C4}"/>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5139362"/>
      </p:ext>
    </p:extLst>
  </p:cSld>
  <p:clrMapOvr>
    <a:masterClrMapping/>
  </p:clrMapOvr>
  <p:extLst>
    <p:ext uri="{DCECCB84-F9BA-43D5-87BE-67443E8EF086}">
      <p15:sldGuideLst xmlns:p15="http://schemas.microsoft.com/office/powerpoint/2012/main">
        <p15:guide id="8" pos="2446">
          <p15:clr>
            <a:srgbClr val="5ACBF0"/>
          </p15:clr>
        </p15:guide>
        <p15:guide id="9" pos="2786">
          <p15:clr>
            <a:srgbClr val="5ACBF0"/>
          </p15:clr>
        </p15:guide>
        <p15:guide id="10" pos="4893">
          <p15:clr>
            <a:srgbClr val="5ACBF0"/>
          </p15:clr>
        </p15:guide>
        <p15:guide id="11" pos="5233">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           Title +           4 x pictur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035DA048-A37C-480A-B369-9A88739155BB}"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ext Placeholder 6">
            <a:extLst>
              <a:ext uri="{FF2B5EF4-FFF2-40B4-BE49-F238E27FC236}">
                <a16:creationId xmlns:a16="http://schemas.microsoft.com/office/drawing/2014/main" id="{40032028-DA2C-CE97-EC57-A23C142BB2C0}"/>
              </a:ext>
            </a:extLst>
          </p:cNvPr>
          <p:cNvSpPr>
            <a:spLocks noGrp="1"/>
          </p:cNvSpPr>
          <p:nvPr>
            <p:ph type="body" sz="quarter" idx="28"/>
          </p:nvPr>
        </p:nvSpPr>
        <p:spPr>
          <a:xfrm>
            <a:off x="540001" y="900215"/>
            <a:ext cx="2372999" cy="585801"/>
          </a:xfrm>
        </p:spPr>
        <p:txBody>
          <a:bodyPr anchor="b">
            <a:spAutoFit/>
          </a:bodyPr>
          <a:lstStyle>
            <a:lvl1pPr marL="0" indent="0">
              <a:buNone/>
              <a:defRPr b="1"/>
            </a:lvl1pPr>
          </a:lstStyle>
          <a:p>
            <a:pPr lvl="0"/>
            <a:r>
              <a:rPr lang="en-US"/>
              <a:t>Click to edit Master text styles</a:t>
            </a:r>
          </a:p>
        </p:txBody>
      </p:sp>
      <p:sp>
        <p:nvSpPr>
          <p:cNvPr id="7" name="Text Placeholder 6">
            <a:extLst>
              <a:ext uri="{FF2B5EF4-FFF2-40B4-BE49-F238E27FC236}">
                <a16:creationId xmlns:a16="http://schemas.microsoft.com/office/drawing/2014/main" id="{7564BC92-E524-61DF-FB8E-39CA0D9DCEB8}"/>
              </a:ext>
            </a:extLst>
          </p:cNvPr>
          <p:cNvSpPr>
            <a:spLocks noGrp="1"/>
          </p:cNvSpPr>
          <p:nvPr>
            <p:ph type="body" sz="quarter" idx="30"/>
          </p:nvPr>
        </p:nvSpPr>
        <p:spPr>
          <a:xfrm>
            <a:off x="3452999" y="900215"/>
            <a:ext cx="2372999" cy="585801"/>
          </a:xfrm>
        </p:spPr>
        <p:txBody>
          <a:bodyPr anchor="b">
            <a:spAutoFit/>
          </a:bodyPr>
          <a:lstStyle>
            <a:lvl1pPr marL="0" indent="0">
              <a:buNone/>
              <a:defRPr b="1"/>
            </a:lvl1pPr>
          </a:lstStyle>
          <a:p>
            <a:pPr lvl="0"/>
            <a:r>
              <a:rPr lang="en-US"/>
              <a:t>Click to edit Master text styles</a:t>
            </a:r>
          </a:p>
        </p:txBody>
      </p:sp>
      <p:sp>
        <p:nvSpPr>
          <p:cNvPr id="9" name="Text Placeholder 6">
            <a:extLst>
              <a:ext uri="{FF2B5EF4-FFF2-40B4-BE49-F238E27FC236}">
                <a16:creationId xmlns:a16="http://schemas.microsoft.com/office/drawing/2014/main" id="{8F6EE184-8B88-03BD-66E1-B914F3BB2FDB}"/>
              </a:ext>
            </a:extLst>
          </p:cNvPr>
          <p:cNvSpPr>
            <a:spLocks noGrp="1"/>
          </p:cNvSpPr>
          <p:nvPr>
            <p:ph type="body" sz="quarter" idx="32"/>
          </p:nvPr>
        </p:nvSpPr>
        <p:spPr>
          <a:xfrm>
            <a:off x="6365999" y="900215"/>
            <a:ext cx="2372999" cy="585801"/>
          </a:xfrm>
        </p:spPr>
        <p:txBody>
          <a:bodyPr anchor="b">
            <a:spAutoFit/>
          </a:bodyPr>
          <a:lstStyle>
            <a:lvl1pPr marL="0" indent="0">
              <a:buNone/>
              <a:defRPr b="1"/>
            </a:lvl1pPr>
          </a:lstStyle>
          <a:p>
            <a:pPr lvl="0"/>
            <a:r>
              <a:rPr lang="en-US"/>
              <a:t>Click to edit Master text styles</a:t>
            </a:r>
          </a:p>
        </p:txBody>
      </p:sp>
      <p:sp>
        <p:nvSpPr>
          <p:cNvPr id="12" name="Text Placeholder 6">
            <a:extLst>
              <a:ext uri="{FF2B5EF4-FFF2-40B4-BE49-F238E27FC236}">
                <a16:creationId xmlns:a16="http://schemas.microsoft.com/office/drawing/2014/main" id="{35BF5D85-424D-E19E-C529-BC2C758AB0E9}"/>
              </a:ext>
            </a:extLst>
          </p:cNvPr>
          <p:cNvSpPr>
            <a:spLocks noGrp="1"/>
          </p:cNvSpPr>
          <p:nvPr>
            <p:ph type="body" sz="quarter" idx="34"/>
          </p:nvPr>
        </p:nvSpPr>
        <p:spPr>
          <a:xfrm>
            <a:off x="9278998" y="900215"/>
            <a:ext cx="2372999" cy="585801"/>
          </a:xfrm>
        </p:spPr>
        <p:txBody>
          <a:bodyPr anchor="b">
            <a:spAutoFit/>
          </a:bodyPr>
          <a:lstStyle>
            <a:lvl1pPr marL="0" indent="0">
              <a:buNone/>
              <a:defRPr b="1"/>
            </a:lvl1pPr>
          </a:lstStyle>
          <a:p>
            <a:pPr lvl="0"/>
            <a:r>
              <a:rPr lang="en-US"/>
              <a:t>Click to edit Master text styles</a:t>
            </a:r>
          </a:p>
        </p:txBody>
      </p:sp>
      <p:sp>
        <p:nvSpPr>
          <p:cNvPr id="14" name="Line">
            <a:extLst>
              <a:ext uri="{FF2B5EF4-FFF2-40B4-BE49-F238E27FC236}">
                <a16:creationId xmlns:a16="http://schemas.microsoft.com/office/drawing/2014/main" id="{43EA890F-5B38-E749-51D9-2112EC29F236}"/>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16" name="Picture Placeholder 10">
            <a:extLst>
              <a:ext uri="{FF2B5EF4-FFF2-40B4-BE49-F238E27FC236}">
                <a16:creationId xmlns:a16="http://schemas.microsoft.com/office/drawing/2014/main" id="{8327C628-359D-5438-BD78-2E7D722295FD}"/>
              </a:ext>
            </a:extLst>
          </p:cNvPr>
          <p:cNvSpPr>
            <a:spLocks noGrp="1"/>
          </p:cNvSpPr>
          <p:nvPr>
            <p:ph type="pic" sz="quarter" idx="36"/>
          </p:nvPr>
        </p:nvSpPr>
        <p:spPr>
          <a:xfrm>
            <a:off x="540000" y="1666015"/>
            <a:ext cx="2372999" cy="1762985"/>
          </a:xfrm>
          <a:solidFill>
            <a:schemeClr val="bg2"/>
          </a:solidFill>
        </p:spPr>
        <p:txBody>
          <a:bodyPr tIns="144000"/>
          <a:lstStyle>
            <a:lvl1pPr marL="0" indent="0" algn="ctr">
              <a:buNone/>
              <a:defRPr i="1">
                <a:solidFill>
                  <a:schemeClr val="tx1"/>
                </a:solidFill>
              </a:defRPr>
            </a:lvl1pPr>
          </a:lstStyle>
          <a:p>
            <a:r>
              <a:rPr lang="en-US"/>
              <a:t>Click icon to add picture</a:t>
            </a:r>
          </a:p>
        </p:txBody>
      </p:sp>
      <p:sp>
        <p:nvSpPr>
          <p:cNvPr id="21" name="Text Placeholder 15">
            <a:extLst>
              <a:ext uri="{FF2B5EF4-FFF2-40B4-BE49-F238E27FC236}">
                <a16:creationId xmlns:a16="http://schemas.microsoft.com/office/drawing/2014/main" id="{855B4B3B-D300-47CC-4721-BC796BCAB37B}"/>
              </a:ext>
            </a:extLst>
          </p:cNvPr>
          <p:cNvSpPr>
            <a:spLocks noGrp="1"/>
          </p:cNvSpPr>
          <p:nvPr>
            <p:ph type="body" sz="quarter" idx="40"/>
          </p:nvPr>
        </p:nvSpPr>
        <p:spPr>
          <a:xfrm>
            <a:off x="539750" y="3608999"/>
            <a:ext cx="2372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5">
            <a:extLst>
              <a:ext uri="{FF2B5EF4-FFF2-40B4-BE49-F238E27FC236}">
                <a16:creationId xmlns:a16="http://schemas.microsoft.com/office/drawing/2014/main" id="{68F51964-C34C-8B4D-E96C-CC371BC568CB}"/>
              </a:ext>
            </a:extLst>
          </p:cNvPr>
          <p:cNvSpPr>
            <a:spLocks noGrp="1"/>
          </p:cNvSpPr>
          <p:nvPr>
            <p:ph type="body" sz="quarter" idx="41"/>
          </p:nvPr>
        </p:nvSpPr>
        <p:spPr>
          <a:xfrm>
            <a:off x="3452999" y="3608999"/>
            <a:ext cx="2372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5">
            <a:extLst>
              <a:ext uri="{FF2B5EF4-FFF2-40B4-BE49-F238E27FC236}">
                <a16:creationId xmlns:a16="http://schemas.microsoft.com/office/drawing/2014/main" id="{D63BFC2B-CDA5-E349-478E-5B9E5782A8CA}"/>
              </a:ext>
            </a:extLst>
          </p:cNvPr>
          <p:cNvSpPr>
            <a:spLocks noGrp="1"/>
          </p:cNvSpPr>
          <p:nvPr>
            <p:ph type="body" sz="quarter" idx="42"/>
          </p:nvPr>
        </p:nvSpPr>
        <p:spPr>
          <a:xfrm>
            <a:off x="6365999" y="3608999"/>
            <a:ext cx="2372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5">
            <a:extLst>
              <a:ext uri="{FF2B5EF4-FFF2-40B4-BE49-F238E27FC236}">
                <a16:creationId xmlns:a16="http://schemas.microsoft.com/office/drawing/2014/main" id="{A2040126-1512-5D60-815A-344EE2B62280}"/>
              </a:ext>
            </a:extLst>
          </p:cNvPr>
          <p:cNvSpPr>
            <a:spLocks noGrp="1"/>
          </p:cNvSpPr>
          <p:nvPr>
            <p:ph type="body" sz="quarter" idx="43"/>
          </p:nvPr>
        </p:nvSpPr>
        <p:spPr>
          <a:xfrm>
            <a:off x="9278998" y="3608999"/>
            <a:ext cx="2372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310F469A-D07D-B4B8-2D2A-C9DFEBACBE1A}"/>
              </a:ext>
            </a:extLst>
          </p:cNvPr>
          <p:cNvSpPr>
            <a:spLocks noGrp="1"/>
          </p:cNvSpPr>
          <p:nvPr>
            <p:ph type="title" hasCustomPrompt="1"/>
          </p:nvPr>
        </p:nvSpPr>
        <p:spPr/>
        <p:txBody>
          <a:bodyPr/>
          <a:lstStyle>
            <a:lvl1pPr>
              <a:defRPr/>
            </a:lvl1pPr>
          </a:lstStyle>
          <a:p>
            <a:r>
              <a:rPr lang="en-US"/>
              <a:t>Click to add title – max 2 lines</a:t>
            </a:r>
          </a:p>
        </p:txBody>
      </p:sp>
      <p:sp>
        <p:nvSpPr>
          <p:cNvPr id="8" name="Picture Placeholder 10">
            <a:extLst>
              <a:ext uri="{FF2B5EF4-FFF2-40B4-BE49-F238E27FC236}">
                <a16:creationId xmlns:a16="http://schemas.microsoft.com/office/drawing/2014/main" id="{E49567EE-2175-2FE3-9FD5-CD6EDAB5D4E0}"/>
              </a:ext>
            </a:extLst>
          </p:cNvPr>
          <p:cNvSpPr>
            <a:spLocks noGrp="1"/>
          </p:cNvSpPr>
          <p:nvPr>
            <p:ph type="pic" sz="quarter" idx="44"/>
          </p:nvPr>
        </p:nvSpPr>
        <p:spPr>
          <a:xfrm>
            <a:off x="3452999" y="1666015"/>
            <a:ext cx="2372999" cy="1762985"/>
          </a:xfrm>
          <a:solidFill>
            <a:schemeClr val="bg2"/>
          </a:solidFill>
        </p:spPr>
        <p:txBody>
          <a:bodyPr tIns="144000"/>
          <a:lstStyle>
            <a:lvl1pPr marL="0" indent="0" algn="ctr">
              <a:buNone/>
              <a:defRPr i="1">
                <a:solidFill>
                  <a:schemeClr val="tx1"/>
                </a:solidFill>
              </a:defRPr>
            </a:lvl1pPr>
          </a:lstStyle>
          <a:p>
            <a:r>
              <a:rPr lang="en-US"/>
              <a:t>Click icon to add picture</a:t>
            </a:r>
          </a:p>
        </p:txBody>
      </p:sp>
      <p:sp>
        <p:nvSpPr>
          <p:cNvPr id="10" name="Picture Placeholder 10">
            <a:extLst>
              <a:ext uri="{FF2B5EF4-FFF2-40B4-BE49-F238E27FC236}">
                <a16:creationId xmlns:a16="http://schemas.microsoft.com/office/drawing/2014/main" id="{2CE5E6A9-31F7-F858-7F37-A7CEF04878D3}"/>
              </a:ext>
            </a:extLst>
          </p:cNvPr>
          <p:cNvSpPr>
            <a:spLocks noGrp="1"/>
          </p:cNvSpPr>
          <p:nvPr>
            <p:ph type="pic" sz="quarter" idx="45"/>
          </p:nvPr>
        </p:nvSpPr>
        <p:spPr>
          <a:xfrm>
            <a:off x="6365999" y="1666015"/>
            <a:ext cx="2372999" cy="1762985"/>
          </a:xfrm>
          <a:solidFill>
            <a:schemeClr val="bg2"/>
          </a:solidFill>
        </p:spPr>
        <p:txBody>
          <a:bodyPr tIns="144000"/>
          <a:lstStyle>
            <a:lvl1pPr marL="0" indent="0" algn="ctr">
              <a:buNone/>
              <a:defRPr i="1">
                <a:solidFill>
                  <a:schemeClr val="tx1"/>
                </a:solidFill>
              </a:defRPr>
            </a:lvl1pPr>
          </a:lstStyle>
          <a:p>
            <a:r>
              <a:rPr lang="en-US"/>
              <a:t>Click icon to add picture</a:t>
            </a:r>
          </a:p>
        </p:txBody>
      </p:sp>
      <p:sp>
        <p:nvSpPr>
          <p:cNvPr id="11" name="Picture Placeholder 10">
            <a:extLst>
              <a:ext uri="{FF2B5EF4-FFF2-40B4-BE49-F238E27FC236}">
                <a16:creationId xmlns:a16="http://schemas.microsoft.com/office/drawing/2014/main" id="{4B65CC7B-FB22-A4AA-DA49-74338CA88554}"/>
              </a:ext>
            </a:extLst>
          </p:cNvPr>
          <p:cNvSpPr>
            <a:spLocks noGrp="1"/>
          </p:cNvSpPr>
          <p:nvPr>
            <p:ph type="pic" sz="quarter" idx="46"/>
          </p:nvPr>
        </p:nvSpPr>
        <p:spPr>
          <a:xfrm>
            <a:off x="9278998" y="1666015"/>
            <a:ext cx="2372999" cy="1762985"/>
          </a:xfrm>
          <a:solidFill>
            <a:schemeClr val="bg2"/>
          </a:solidFill>
        </p:spPr>
        <p:txBody>
          <a:bodyPr tIns="144000"/>
          <a:lstStyle>
            <a:lvl1pPr marL="0" indent="0" algn="ctr">
              <a:buNone/>
              <a:defRPr i="1">
                <a:solidFill>
                  <a:schemeClr val="tx1"/>
                </a:solidFill>
              </a:defRPr>
            </a:lvl1pPr>
          </a:lstStyle>
          <a:p>
            <a:r>
              <a:rPr lang="en-US"/>
              <a:t>Click icon to add picture</a:t>
            </a:r>
          </a:p>
        </p:txBody>
      </p:sp>
      <p:sp>
        <p:nvSpPr>
          <p:cNvPr id="13" name="Rectangle 12">
            <a:extLst>
              <a:ext uri="{FF2B5EF4-FFF2-40B4-BE49-F238E27FC236}">
                <a16:creationId xmlns:a16="http://schemas.microsoft.com/office/drawing/2014/main" id="{9EFCA647-6B27-5C47-34E4-97A0BFE509DC}"/>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5" name="Content Placeholder 7">
            <a:extLst>
              <a:ext uri="{FF2B5EF4-FFF2-40B4-BE49-F238E27FC236}">
                <a16:creationId xmlns:a16="http://schemas.microsoft.com/office/drawing/2014/main" id="{033B1A93-3158-8F08-FEB9-35D3CB903F4E}"/>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7" name="Text Placeholder 14">
            <a:extLst>
              <a:ext uri="{FF2B5EF4-FFF2-40B4-BE49-F238E27FC236}">
                <a16:creationId xmlns:a16="http://schemas.microsoft.com/office/drawing/2014/main" id="{0BC45DBA-A38C-68B5-BB9B-E4199DC1F38F}"/>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4 x pictures</a:t>
            </a:r>
          </a:p>
        </p:txBody>
      </p:sp>
      <p:sp>
        <p:nvSpPr>
          <p:cNvPr id="18" name="Text Placeholder 14">
            <a:extLst>
              <a:ext uri="{FF2B5EF4-FFF2-40B4-BE49-F238E27FC236}">
                <a16:creationId xmlns:a16="http://schemas.microsoft.com/office/drawing/2014/main" id="{A5EEC2A8-B5A7-A3CF-2471-3168B61FF14E}"/>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four sections of content with picture and header.</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pictures that pick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Pictures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For pictures not to resize to the place-holders, use the “text and content layouts” in the previous section.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19" name="Straight Connector 18">
            <a:extLst>
              <a:ext uri="{FF2B5EF4-FFF2-40B4-BE49-F238E27FC236}">
                <a16:creationId xmlns:a16="http://schemas.microsoft.com/office/drawing/2014/main" id="{4D6C802D-9825-DF57-8EEF-18E90C41DB29}"/>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6074818"/>
      </p:ext>
    </p:extLst>
  </p:cSld>
  <p:clrMapOvr>
    <a:masterClrMapping/>
  </p:clrMapOvr>
  <p:extLst>
    <p:ext uri="{DCECCB84-F9BA-43D5-87BE-67443E8EF086}">
      <p15:sldGuideLst xmlns:p15="http://schemas.microsoft.com/office/powerpoint/2012/main">
        <p15:guide id="10" pos="1834">
          <p15:clr>
            <a:srgbClr val="5ACBF0"/>
          </p15:clr>
        </p15:guide>
        <p15:guide id="11" pos="2175">
          <p15:clr>
            <a:srgbClr val="5ACBF0"/>
          </p15:clr>
        </p15:guide>
        <p15:guide id="12" pos="3669">
          <p15:clr>
            <a:srgbClr val="5ACBF0"/>
          </p15:clr>
        </p15:guide>
        <p15:guide id="13" pos="4010">
          <p15:clr>
            <a:srgbClr val="5ACBF0"/>
          </p15:clr>
        </p15:guide>
        <p15:guide id="14" pos="5504">
          <p15:clr>
            <a:srgbClr val="5ACBF0"/>
          </p15:clr>
        </p15:guide>
        <p15:guide id="15" pos="584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             Title +           5 x pictur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035DA048-A37C-480A-B369-9A88739155BB}"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ext Placeholder 6">
            <a:extLst>
              <a:ext uri="{FF2B5EF4-FFF2-40B4-BE49-F238E27FC236}">
                <a16:creationId xmlns:a16="http://schemas.microsoft.com/office/drawing/2014/main" id="{40032028-DA2C-CE97-EC57-A23C142BB2C0}"/>
              </a:ext>
            </a:extLst>
          </p:cNvPr>
          <p:cNvSpPr>
            <a:spLocks noGrp="1"/>
          </p:cNvSpPr>
          <p:nvPr>
            <p:ph type="body" sz="quarter" idx="28"/>
          </p:nvPr>
        </p:nvSpPr>
        <p:spPr>
          <a:xfrm>
            <a:off x="540001" y="900215"/>
            <a:ext cx="1934399" cy="585801"/>
          </a:xfrm>
        </p:spPr>
        <p:txBody>
          <a:bodyPr anchor="b">
            <a:spAutoFit/>
          </a:bodyPr>
          <a:lstStyle>
            <a:lvl1pPr marL="0" indent="0">
              <a:buNone/>
              <a:defRPr b="1"/>
            </a:lvl1pPr>
          </a:lstStyle>
          <a:p>
            <a:pPr lvl="0"/>
            <a:r>
              <a:rPr lang="en-US"/>
              <a:t>Click to edit Master text styles</a:t>
            </a:r>
          </a:p>
        </p:txBody>
      </p:sp>
      <p:sp>
        <p:nvSpPr>
          <p:cNvPr id="7" name="Text Placeholder 6">
            <a:extLst>
              <a:ext uri="{FF2B5EF4-FFF2-40B4-BE49-F238E27FC236}">
                <a16:creationId xmlns:a16="http://schemas.microsoft.com/office/drawing/2014/main" id="{7564BC92-E524-61DF-FB8E-39CA0D9DCEB8}"/>
              </a:ext>
            </a:extLst>
          </p:cNvPr>
          <p:cNvSpPr>
            <a:spLocks noGrp="1"/>
          </p:cNvSpPr>
          <p:nvPr>
            <p:ph type="body" sz="quarter" idx="30"/>
          </p:nvPr>
        </p:nvSpPr>
        <p:spPr>
          <a:xfrm>
            <a:off x="2834400" y="900215"/>
            <a:ext cx="1934399" cy="585801"/>
          </a:xfrm>
        </p:spPr>
        <p:txBody>
          <a:bodyPr anchor="b">
            <a:spAutoFit/>
          </a:bodyPr>
          <a:lstStyle>
            <a:lvl1pPr marL="0" indent="0">
              <a:buNone/>
              <a:defRPr b="1"/>
            </a:lvl1pPr>
          </a:lstStyle>
          <a:p>
            <a:pPr lvl="0"/>
            <a:r>
              <a:rPr lang="en-US"/>
              <a:t>Click to edit Master text styles</a:t>
            </a:r>
          </a:p>
        </p:txBody>
      </p:sp>
      <p:sp>
        <p:nvSpPr>
          <p:cNvPr id="9" name="Text Placeholder 6">
            <a:extLst>
              <a:ext uri="{FF2B5EF4-FFF2-40B4-BE49-F238E27FC236}">
                <a16:creationId xmlns:a16="http://schemas.microsoft.com/office/drawing/2014/main" id="{8F6EE184-8B88-03BD-66E1-B914F3BB2FDB}"/>
              </a:ext>
            </a:extLst>
          </p:cNvPr>
          <p:cNvSpPr>
            <a:spLocks noGrp="1"/>
          </p:cNvSpPr>
          <p:nvPr>
            <p:ph type="body" sz="quarter" idx="32"/>
          </p:nvPr>
        </p:nvSpPr>
        <p:spPr>
          <a:xfrm>
            <a:off x="7423198" y="900215"/>
            <a:ext cx="1934399" cy="585801"/>
          </a:xfrm>
        </p:spPr>
        <p:txBody>
          <a:bodyPr anchor="b">
            <a:spAutoFit/>
          </a:bodyPr>
          <a:lstStyle>
            <a:lvl1pPr marL="0" indent="0">
              <a:buNone/>
              <a:defRPr b="1"/>
            </a:lvl1pPr>
          </a:lstStyle>
          <a:p>
            <a:pPr lvl="0"/>
            <a:r>
              <a:rPr lang="en-US"/>
              <a:t>Click to edit Master text styles</a:t>
            </a:r>
          </a:p>
        </p:txBody>
      </p:sp>
      <p:sp>
        <p:nvSpPr>
          <p:cNvPr id="12" name="Text Placeholder 6">
            <a:extLst>
              <a:ext uri="{FF2B5EF4-FFF2-40B4-BE49-F238E27FC236}">
                <a16:creationId xmlns:a16="http://schemas.microsoft.com/office/drawing/2014/main" id="{35BF5D85-424D-E19E-C529-BC2C758AB0E9}"/>
              </a:ext>
            </a:extLst>
          </p:cNvPr>
          <p:cNvSpPr>
            <a:spLocks noGrp="1"/>
          </p:cNvSpPr>
          <p:nvPr>
            <p:ph type="body" sz="quarter" idx="34"/>
          </p:nvPr>
        </p:nvSpPr>
        <p:spPr>
          <a:xfrm>
            <a:off x="9717598" y="900215"/>
            <a:ext cx="1934399" cy="585801"/>
          </a:xfrm>
        </p:spPr>
        <p:txBody>
          <a:bodyPr anchor="b">
            <a:spAutoFit/>
          </a:bodyPr>
          <a:lstStyle>
            <a:lvl1pPr marL="0" indent="0">
              <a:buNone/>
              <a:defRPr b="1"/>
            </a:lvl1pPr>
          </a:lstStyle>
          <a:p>
            <a:pPr lvl="0"/>
            <a:r>
              <a:rPr lang="en-US"/>
              <a:t>Click to edit Master text styles</a:t>
            </a:r>
          </a:p>
        </p:txBody>
      </p:sp>
      <p:sp>
        <p:nvSpPr>
          <p:cNvPr id="14" name="Line">
            <a:extLst>
              <a:ext uri="{FF2B5EF4-FFF2-40B4-BE49-F238E27FC236}">
                <a16:creationId xmlns:a16="http://schemas.microsoft.com/office/drawing/2014/main" id="{43EA890F-5B38-E749-51D9-2112EC29F236}"/>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16" name="Picture Placeholder 10">
            <a:extLst>
              <a:ext uri="{FF2B5EF4-FFF2-40B4-BE49-F238E27FC236}">
                <a16:creationId xmlns:a16="http://schemas.microsoft.com/office/drawing/2014/main" id="{8327C628-359D-5438-BD78-2E7D722295FD}"/>
              </a:ext>
            </a:extLst>
          </p:cNvPr>
          <p:cNvSpPr>
            <a:spLocks noGrp="1"/>
          </p:cNvSpPr>
          <p:nvPr>
            <p:ph type="pic" sz="quarter" idx="36"/>
          </p:nvPr>
        </p:nvSpPr>
        <p:spPr>
          <a:xfrm>
            <a:off x="540000" y="1666015"/>
            <a:ext cx="1934399" cy="1762985"/>
          </a:xfrm>
          <a:solidFill>
            <a:schemeClr val="bg2"/>
          </a:solidFill>
        </p:spPr>
        <p:txBody>
          <a:bodyPr tIns="144000"/>
          <a:lstStyle>
            <a:lvl1pPr marL="0" indent="0" algn="ctr">
              <a:buNone/>
              <a:defRPr i="1">
                <a:solidFill>
                  <a:schemeClr val="tx1"/>
                </a:solidFill>
              </a:defRPr>
            </a:lvl1pPr>
          </a:lstStyle>
          <a:p>
            <a:r>
              <a:rPr lang="en-US"/>
              <a:t>Click icon to add picture</a:t>
            </a:r>
          </a:p>
        </p:txBody>
      </p:sp>
      <p:sp>
        <p:nvSpPr>
          <p:cNvPr id="21" name="Text Placeholder 15">
            <a:extLst>
              <a:ext uri="{FF2B5EF4-FFF2-40B4-BE49-F238E27FC236}">
                <a16:creationId xmlns:a16="http://schemas.microsoft.com/office/drawing/2014/main" id="{855B4B3B-D300-47CC-4721-BC796BCAB37B}"/>
              </a:ext>
            </a:extLst>
          </p:cNvPr>
          <p:cNvSpPr>
            <a:spLocks noGrp="1"/>
          </p:cNvSpPr>
          <p:nvPr>
            <p:ph type="body" sz="quarter" idx="40"/>
          </p:nvPr>
        </p:nvSpPr>
        <p:spPr>
          <a:xfrm>
            <a:off x="539750"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5">
            <a:extLst>
              <a:ext uri="{FF2B5EF4-FFF2-40B4-BE49-F238E27FC236}">
                <a16:creationId xmlns:a16="http://schemas.microsoft.com/office/drawing/2014/main" id="{68F51964-C34C-8B4D-E96C-CC371BC568CB}"/>
              </a:ext>
            </a:extLst>
          </p:cNvPr>
          <p:cNvSpPr>
            <a:spLocks noGrp="1"/>
          </p:cNvSpPr>
          <p:nvPr>
            <p:ph type="body" sz="quarter" idx="41"/>
          </p:nvPr>
        </p:nvSpPr>
        <p:spPr>
          <a:xfrm>
            <a:off x="2834199"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5">
            <a:extLst>
              <a:ext uri="{FF2B5EF4-FFF2-40B4-BE49-F238E27FC236}">
                <a16:creationId xmlns:a16="http://schemas.microsoft.com/office/drawing/2014/main" id="{D63BFC2B-CDA5-E349-478E-5B9E5782A8CA}"/>
              </a:ext>
            </a:extLst>
          </p:cNvPr>
          <p:cNvSpPr>
            <a:spLocks noGrp="1"/>
          </p:cNvSpPr>
          <p:nvPr>
            <p:ph type="body" sz="quarter" idx="42"/>
          </p:nvPr>
        </p:nvSpPr>
        <p:spPr>
          <a:xfrm>
            <a:off x="7423099"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5">
            <a:extLst>
              <a:ext uri="{FF2B5EF4-FFF2-40B4-BE49-F238E27FC236}">
                <a16:creationId xmlns:a16="http://schemas.microsoft.com/office/drawing/2014/main" id="{A2040126-1512-5D60-815A-344EE2B62280}"/>
              </a:ext>
            </a:extLst>
          </p:cNvPr>
          <p:cNvSpPr>
            <a:spLocks noGrp="1"/>
          </p:cNvSpPr>
          <p:nvPr>
            <p:ph type="body" sz="quarter" idx="43"/>
          </p:nvPr>
        </p:nvSpPr>
        <p:spPr>
          <a:xfrm>
            <a:off x="9717547"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310F469A-D07D-B4B8-2D2A-C9DFEBACBE1A}"/>
              </a:ext>
            </a:extLst>
          </p:cNvPr>
          <p:cNvSpPr>
            <a:spLocks noGrp="1"/>
          </p:cNvSpPr>
          <p:nvPr>
            <p:ph type="title" hasCustomPrompt="1"/>
          </p:nvPr>
        </p:nvSpPr>
        <p:spPr/>
        <p:txBody>
          <a:bodyPr/>
          <a:lstStyle>
            <a:lvl1pPr>
              <a:defRPr/>
            </a:lvl1pPr>
          </a:lstStyle>
          <a:p>
            <a:r>
              <a:rPr lang="en-US"/>
              <a:t>Click to add title – max 2 lines</a:t>
            </a:r>
          </a:p>
        </p:txBody>
      </p:sp>
      <p:sp>
        <p:nvSpPr>
          <p:cNvPr id="8" name="Picture Placeholder 10">
            <a:extLst>
              <a:ext uri="{FF2B5EF4-FFF2-40B4-BE49-F238E27FC236}">
                <a16:creationId xmlns:a16="http://schemas.microsoft.com/office/drawing/2014/main" id="{E49567EE-2175-2FE3-9FD5-CD6EDAB5D4E0}"/>
              </a:ext>
            </a:extLst>
          </p:cNvPr>
          <p:cNvSpPr>
            <a:spLocks noGrp="1"/>
          </p:cNvSpPr>
          <p:nvPr>
            <p:ph type="pic" sz="quarter" idx="44"/>
          </p:nvPr>
        </p:nvSpPr>
        <p:spPr>
          <a:xfrm>
            <a:off x="2834399" y="1666015"/>
            <a:ext cx="1934399" cy="1762985"/>
          </a:xfrm>
          <a:solidFill>
            <a:schemeClr val="bg2"/>
          </a:solidFill>
        </p:spPr>
        <p:txBody>
          <a:bodyPr tIns="144000"/>
          <a:lstStyle>
            <a:lvl1pPr marL="0" indent="0" algn="ctr">
              <a:buNone/>
              <a:defRPr i="1">
                <a:solidFill>
                  <a:schemeClr val="tx1"/>
                </a:solidFill>
              </a:defRPr>
            </a:lvl1pPr>
          </a:lstStyle>
          <a:p>
            <a:r>
              <a:rPr lang="en-US"/>
              <a:t>Click icon to add picture</a:t>
            </a:r>
          </a:p>
        </p:txBody>
      </p:sp>
      <p:sp>
        <p:nvSpPr>
          <p:cNvPr id="10" name="Picture Placeholder 10">
            <a:extLst>
              <a:ext uri="{FF2B5EF4-FFF2-40B4-BE49-F238E27FC236}">
                <a16:creationId xmlns:a16="http://schemas.microsoft.com/office/drawing/2014/main" id="{2CE5E6A9-31F7-F858-7F37-A7CEF04878D3}"/>
              </a:ext>
            </a:extLst>
          </p:cNvPr>
          <p:cNvSpPr>
            <a:spLocks noGrp="1"/>
          </p:cNvSpPr>
          <p:nvPr>
            <p:ph type="pic" sz="quarter" idx="45"/>
          </p:nvPr>
        </p:nvSpPr>
        <p:spPr>
          <a:xfrm>
            <a:off x="7423198" y="1666015"/>
            <a:ext cx="1934399" cy="1762985"/>
          </a:xfrm>
          <a:solidFill>
            <a:schemeClr val="bg2"/>
          </a:solidFill>
        </p:spPr>
        <p:txBody>
          <a:bodyPr tIns="144000"/>
          <a:lstStyle>
            <a:lvl1pPr marL="0" indent="0" algn="ctr">
              <a:buNone/>
              <a:defRPr i="1">
                <a:solidFill>
                  <a:schemeClr val="tx1"/>
                </a:solidFill>
              </a:defRPr>
            </a:lvl1pPr>
          </a:lstStyle>
          <a:p>
            <a:r>
              <a:rPr lang="en-US"/>
              <a:t>Click icon to add picture</a:t>
            </a:r>
          </a:p>
        </p:txBody>
      </p:sp>
      <p:sp>
        <p:nvSpPr>
          <p:cNvPr id="11" name="Picture Placeholder 10">
            <a:extLst>
              <a:ext uri="{FF2B5EF4-FFF2-40B4-BE49-F238E27FC236}">
                <a16:creationId xmlns:a16="http://schemas.microsoft.com/office/drawing/2014/main" id="{4B65CC7B-FB22-A4AA-DA49-74338CA88554}"/>
              </a:ext>
            </a:extLst>
          </p:cNvPr>
          <p:cNvSpPr>
            <a:spLocks noGrp="1"/>
          </p:cNvSpPr>
          <p:nvPr>
            <p:ph type="pic" sz="quarter" idx="46"/>
          </p:nvPr>
        </p:nvSpPr>
        <p:spPr>
          <a:xfrm>
            <a:off x="9717598" y="1666015"/>
            <a:ext cx="1934399" cy="1762985"/>
          </a:xfrm>
          <a:solidFill>
            <a:schemeClr val="bg2"/>
          </a:solidFill>
        </p:spPr>
        <p:txBody>
          <a:bodyPr tIns="144000"/>
          <a:lstStyle>
            <a:lvl1pPr marL="0" indent="0" algn="ctr">
              <a:buNone/>
              <a:defRPr i="1">
                <a:solidFill>
                  <a:schemeClr val="tx1"/>
                </a:solidFill>
              </a:defRPr>
            </a:lvl1pPr>
          </a:lstStyle>
          <a:p>
            <a:r>
              <a:rPr lang="en-US"/>
              <a:t>Click icon to add picture</a:t>
            </a:r>
          </a:p>
        </p:txBody>
      </p:sp>
      <p:sp>
        <p:nvSpPr>
          <p:cNvPr id="13" name="Text Placeholder 6">
            <a:extLst>
              <a:ext uri="{FF2B5EF4-FFF2-40B4-BE49-F238E27FC236}">
                <a16:creationId xmlns:a16="http://schemas.microsoft.com/office/drawing/2014/main" id="{B199FC84-D1AC-E5CB-21B0-D342328CA6D6}"/>
              </a:ext>
            </a:extLst>
          </p:cNvPr>
          <p:cNvSpPr>
            <a:spLocks noGrp="1"/>
          </p:cNvSpPr>
          <p:nvPr>
            <p:ph type="body" sz="quarter" idx="47"/>
          </p:nvPr>
        </p:nvSpPr>
        <p:spPr>
          <a:xfrm>
            <a:off x="5128799" y="900215"/>
            <a:ext cx="1934399" cy="585801"/>
          </a:xfrm>
        </p:spPr>
        <p:txBody>
          <a:bodyPr anchor="b">
            <a:spAutoFit/>
          </a:bodyPr>
          <a:lstStyle>
            <a:lvl1pPr marL="0" indent="0">
              <a:buNone/>
              <a:defRPr b="1"/>
            </a:lvl1pPr>
          </a:lstStyle>
          <a:p>
            <a:pPr lvl="0"/>
            <a:r>
              <a:rPr lang="en-US"/>
              <a:t>Click to edit Master text styles</a:t>
            </a:r>
          </a:p>
        </p:txBody>
      </p:sp>
      <p:sp>
        <p:nvSpPr>
          <p:cNvPr id="15" name="Text Placeholder 15">
            <a:extLst>
              <a:ext uri="{FF2B5EF4-FFF2-40B4-BE49-F238E27FC236}">
                <a16:creationId xmlns:a16="http://schemas.microsoft.com/office/drawing/2014/main" id="{0FA1DC5B-9B9E-CA25-F9C1-9AF892A54BC3}"/>
              </a:ext>
            </a:extLst>
          </p:cNvPr>
          <p:cNvSpPr>
            <a:spLocks noGrp="1"/>
          </p:cNvSpPr>
          <p:nvPr>
            <p:ph type="body" sz="quarter" idx="48"/>
          </p:nvPr>
        </p:nvSpPr>
        <p:spPr>
          <a:xfrm>
            <a:off x="5128649"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10">
            <a:extLst>
              <a:ext uri="{FF2B5EF4-FFF2-40B4-BE49-F238E27FC236}">
                <a16:creationId xmlns:a16="http://schemas.microsoft.com/office/drawing/2014/main" id="{8E35BB86-17EE-7439-C9FE-7D245E970A8E}"/>
              </a:ext>
            </a:extLst>
          </p:cNvPr>
          <p:cNvSpPr>
            <a:spLocks noGrp="1"/>
          </p:cNvSpPr>
          <p:nvPr>
            <p:ph type="pic" sz="quarter" idx="49"/>
          </p:nvPr>
        </p:nvSpPr>
        <p:spPr>
          <a:xfrm>
            <a:off x="5128799" y="1666015"/>
            <a:ext cx="1934399" cy="1762985"/>
          </a:xfrm>
          <a:solidFill>
            <a:schemeClr val="bg2"/>
          </a:solidFill>
        </p:spPr>
        <p:txBody>
          <a:bodyPr tIns="144000"/>
          <a:lstStyle>
            <a:lvl1pPr marL="0" indent="0" algn="ctr">
              <a:buNone/>
              <a:defRPr i="1">
                <a:solidFill>
                  <a:schemeClr val="tx1"/>
                </a:solidFill>
              </a:defRPr>
            </a:lvl1pPr>
          </a:lstStyle>
          <a:p>
            <a:r>
              <a:rPr lang="en-US"/>
              <a:t>Click icon to add picture</a:t>
            </a:r>
          </a:p>
        </p:txBody>
      </p:sp>
      <p:sp>
        <p:nvSpPr>
          <p:cNvPr id="18" name="Rectangle 17">
            <a:extLst>
              <a:ext uri="{FF2B5EF4-FFF2-40B4-BE49-F238E27FC236}">
                <a16:creationId xmlns:a16="http://schemas.microsoft.com/office/drawing/2014/main" id="{8B20C146-4A57-FE84-F9F7-F53F610A94BE}"/>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9" name="Content Placeholder 7">
            <a:extLst>
              <a:ext uri="{FF2B5EF4-FFF2-40B4-BE49-F238E27FC236}">
                <a16:creationId xmlns:a16="http://schemas.microsoft.com/office/drawing/2014/main" id="{52B72080-A9DE-AC12-6289-80ECD4C1F6FD}"/>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20" name="Text Placeholder 14">
            <a:extLst>
              <a:ext uri="{FF2B5EF4-FFF2-40B4-BE49-F238E27FC236}">
                <a16:creationId xmlns:a16="http://schemas.microsoft.com/office/drawing/2014/main" id="{B32BB803-852B-F858-FFF4-D7C4C3A079F7}"/>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5 x pictures</a:t>
            </a:r>
          </a:p>
        </p:txBody>
      </p:sp>
      <p:sp>
        <p:nvSpPr>
          <p:cNvPr id="25" name="Text Placeholder 14">
            <a:extLst>
              <a:ext uri="{FF2B5EF4-FFF2-40B4-BE49-F238E27FC236}">
                <a16:creationId xmlns:a16="http://schemas.microsoft.com/office/drawing/2014/main" id="{5EB40EA3-45D0-4769-7EF1-15CF37656470}"/>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five sections </a:t>
            </a:r>
            <a:br>
              <a:rPr lang="en-US" sz="1050">
                <a:solidFill>
                  <a:schemeClr val="tx1">
                    <a:alpha val="90000"/>
                  </a:schemeClr>
                </a:solidFill>
              </a:rPr>
            </a:br>
            <a:r>
              <a:rPr lang="en-US" sz="1050">
                <a:solidFill>
                  <a:schemeClr val="tx1">
                    <a:alpha val="90000"/>
                  </a:schemeClr>
                </a:solidFill>
              </a:rPr>
              <a:t>of content with picture and header.</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pictures that pick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Pictures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For pictures not to resize to the place-holders, use the “text and content layouts” in the previous section. </a:t>
            </a:r>
          </a:p>
          <a:p>
            <a:pPr>
              <a:lnSpc>
                <a:spcPct val="100000"/>
              </a:lnSpc>
              <a:spcBef>
                <a:spcPts val="600"/>
              </a:spcBef>
              <a:spcAft>
                <a:spcPts val="600"/>
              </a:spcAft>
            </a:pPr>
            <a:r>
              <a:rPr lang="en-US" sz="1050">
                <a:solidFill>
                  <a:schemeClr val="tx1">
                    <a:alpha val="90000"/>
                  </a:schemeClr>
                </a:solidFill>
              </a:rPr>
              <a:t>This layout is also available with a subtitle. (See the second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26" name="Straight Connector 25">
            <a:extLst>
              <a:ext uri="{FF2B5EF4-FFF2-40B4-BE49-F238E27FC236}">
                <a16:creationId xmlns:a16="http://schemas.microsoft.com/office/drawing/2014/main" id="{72F111A0-6C70-988D-E3B8-5D711B9D2681}"/>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3474724"/>
      </p:ext>
    </p:extLst>
  </p:cSld>
  <p:clrMapOvr>
    <a:masterClrMapping/>
  </p:clrMapOvr>
  <p:extLst>
    <p:ext uri="{DCECCB84-F9BA-43D5-87BE-67443E8EF086}">
      <p15:sldGuideLst xmlns:p15="http://schemas.microsoft.com/office/powerpoint/2012/main">
        <p15:guide id="4" pos="1558">
          <p15:clr>
            <a:srgbClr val="5ACBF0"/>
          </p15:clr>
        </p15:guide>
        <p15:guide id="5" pos="1785">
          <p15:clr>
            <a:srgbClr val="5ACBF0"/>
          </p15:clr>
        </p15:guide>
        <p15:guide id="6" pos="3003">
          <p15:clr>
            <a:srgbClr val="5ACBF0"/>
          </p15:clr>
        </p15:guide>
        <p15:guide id="7" pos="4676">
          <p15:clr>
            <a:srgbClr val="5ACBF0"/>
          </p15:clr>
        </p15:guide>
        <p15:guide id="8" pos="5894">
          <p15:clr>
            <a:srgbClr val="5ACBF0"/>
          </p15:clr>
        </p15:guide>
        <p15:guide id="9" pos="6121">
          <p15:clr>
            <a:srgbClr val="5ACBF0"/>
          </p15:clr>
        </p15:guide>
        <p15:guide id="11" pos="3230">
          <p15:clr>
            <a:srgbClr val="5ACBF0"/>
          </p15:clr>
        </p15:guide>
        <p15:guide id="12" pos="4449">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Statement</a:t>
            </a:r>
          </a:p>
        </p:txBody>
      </p:sp>
    </p:spTree>
    <p:extLst>
      <p:ext uri="{BB962C8B-B14F-4D97-AF65-F5344CB8AC3E}">
        <p14:creationId xmlns:p14="http://schemas.microsoft.com/office/powerpoint/2010/main" val="26608824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  Statement    white">
    <p:spTree>
      <p:nvGrpSpPr>
        <p:cNvPr id="1" name=""/>
        <p:cNvGrpSpPr/>
        <p:nvPr/>
      </p:nvGrpSpPr>
      <p:grpSpPr>
        <a:xfrm>
          <a:off x="0" y="0"/>
          <a:ext cx="0" cy="0"/>
          <a:chOff x="0" y="0"/>
          <a:chExt cx="0" cy="0"/>
        </a:xfrm>
      </p:grpSpPr>
      <p:sp>
        <p:nvSpPr>
          <p:cNvPr id="8" name="Picture Placeholder 8">
            <a:extLst>
              <a:ext uri="{FF2B5EF4-FFF2-40B4-BE49-F238E27FC236}">
                <a16:creationId xmlns:a16="http://schemas.microsoft.com/office/drawing/2014/main" id="{D4D0B3D3-BA2C-2FEB-8C02-DEFEDEF4C693}"/>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88ACD003-B1D6-4D0F-95CF-57954B515B15}"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itle 1">
            <a:extLst>
              <a:ext uri="{FF2B5EF4-FFF2-40B4-BE49-F238E27FC236}">
                <a16:creationId xmlns:a16="http://schemas.microsoft.com/office/drawing/2014/main" id="{45793532-A2E6-6685-1408-C17DDE70E234}"/>
              </a:ext>
            </a:extLst>
          </p:cNvPr>
          <p:cNvSpPr>
            <a:spLocks noGrp="1"/>
          </p:cNvSpPr>
          <p:nvPr>
            <p:ph type="title" hasCustomPrompt="1"/>
          </p:nvPr>
        </p:nvSpPr>
        <p:spPr>
          <a:xfrm>
            <a:off x="0" y="1475521"/>
            <a:ext cx="5868000" cy="2267029"/>
          </a:xfrm>
          <a:solidFill>
            <a:schemeClr val="bg1">
              <a:alpha val="80000"/>
            </a:schemeClr>
          </a:solidFill>
        </p:spPr>
        <p:txBody>
          <a:bodyPr lIns="529200" tIns="144000" rIns="529200" bIns="126000" anchor="t">
            <a:spAutoFit/>
          </a:bodyPr>
          <a:lstStyle>
            <a:lvl1pPr>
              <a:defRPr sz="4800">
                <a:solidFill>
                  <a:schemeClr val="tx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A0FB02E7-1D53-AD29-7A84-12EF89515D27}"/>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85BB9824-6658-A405-A19C-E7F174DA3550}"/>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F95F5933-3CB1-A24F-05AF-810F25169EEA}"/>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white</a:t>
            </a:r>
          </a:p>
        </p:txBody>
      </p:sp>
      <p:cxnSp>
        <p:nvCxnSpPr>
          <p:cNvPr id="10" name="Straight Connector 9">
            <a:extLst>
              <a:ext uri="{FF2B5EF4-FFF2-40B4-BE49-F238E27FC236}">
                <a16:creationId xmlns:a16="http://schemas.microsoft.com/office/drawing/2014/main" id="{EC90287A-2DEA-EA4F-F2DF-2984F6618957}"/>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DBDD0FFF-5EFE-8252-3DCF-B1C4F8A644E1}"/>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white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3227237138"/>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  Statement    black">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804B0DF0-6A5C-9D2A-BCCA-B4F6A4DD8A34}"/>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13A1E385-CEE5-40B1-BE06-A2170ADB2605}"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B71A99FF-1348-B954-4D93-10FE1BCF1D10}"/>
              </a:ext>
            </a:extLst>
          </p:cNvPr>
          <p:cNvSpPr>
            <a:spLocks noGrp="1"/>
          </p:cNvSpPr>
          <p:nvPr>
            <p:ph type="title" hasCustomPrompt="1"/>
          </p:nvPr>
        </p:nvSpPr>
        <p:spPr>
          <a:xfrm>
            <a:off x="0" y="1475521"/>
            <a:ext cx="5868000" cy="2267029"/>
          </a:xfrm>
          <a:solidFill>
            <a:schemeClr val="tx1">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2" name="Rectangle 1">
            <a:extLst>
              <a:ext uri="{FF2B5EF4-FFF2-40B4-BE49-F238E27FC236}">
                <a16:creationId xmlns:a16="http://schemas.microsoft.com/office/drawing/2014/main" id="{C946A1EB-78E6-C911-3486-AFD7E2E45304}"/>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4B8FFEAD-A022-9BD5-7C39-8C71C74BE974}"/>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C063685F-78D8-4EDE-8162-993FEFD9DC0F}"/>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black</a:t>
            </a:r>
          </a:p>
        </p:txBody>
      </p:sp>
      <p:cxnSp>
        <p:nvCxnSpPr>
          <p:cNvPr id="10" name="Straight Connector 9">
            <a:extLst>
              <a:ext uri="{FF2B5EF4-FFF2-40B4-BE49-F238E27FC236}">
                <a16:creationId xmlns:a16="http://schemas.microsoft.com/office/drawing/2014/main" id="{1E155D10-7C2F-E972-FE17-5550F306AF1F}"/>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BEEE6ABC-957D-76CE-554C-AB9AE9E010E2}"/>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black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3263586804"/>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 turquoise">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8A69C33C-A823-AB73-96C5-616BB04D2BB9}"/>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1FC280BE-4442-422D-B591-49D2892BD73F}"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87939185-4078-8644-C515-440491B36AF5}"/>
              </a:ext>
            </a:extLst>
          </p:cNvPr>
          <p:cNvSpPr>
            <a:spLocks noGrp="1"/>
          </p:cNvSpPr>
          <p:nvPr>
            <p:ph type="title" hasCustomPrompt="1"/>
          </p:nvPr>
        </p:nvSpPr>
        <p:spPr>
          <a:xfrm>
            <a:off x="0" y="1475521"/>
            <a:ext cx="5868000" cy="2267029"/>
          </a:xfrm>
          <a:solidFill>
            <a:schemeClr val="accent2">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039198C6-18AD-B948-C3E3-F5D9C471E31A}"/>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AE46F114-601F-99FE-9212-346B9D90DFE8}"/>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CC2A3CDD-1A59-6F83-FAB0-E59A397C0534}"/>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turquoise</a:t>
            </a:r>
          </a:p>
        </p:txBody>
      </p:sp>
      <p:cxnSp>
        <p:nvCxnSpPr>
          <p:cNvPr id="10" name="Straight Connector 9">
            <a:extLst>
              <a:ext uri="{FF2B5EF4-FFF2-40B4-BE49-F238E27FC236}">
                <a16:creationId xmlns:a16="http://schemas.microsoft.com/office/drawing/2014/main" id="{53EEE170-BE87-8E79-B8A8-6A712CD98BE7}"/>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6BEDF33B-43AB-C513-13D0-B4AF46D6BAA0}"/>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turquoise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1661053854"/>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    Statement     gold">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E6D0F6FB-6C6A-A316-65E3-21E4F016B4D0}"/>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1AEB751A-D419-4C61-A0FC-D70FB7FC12BA}"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9BC075A0-04C1-D65B-1DE1-EADEDAD947BE}"/>
              </a:ext>
            </a:extLst>
          </p:cNvPr>
          <p:cNvSpPr>
            <a:spLocks noGrp="1"/>
          </p:cNvSpPr>
          <p:nvPr>
            <p:ph type="title" hasCustomPrompt="1"/>
          </p:nvPr>
        </p:nvSpPr>
        <p:spPr>
          <a:xfrm>
            <a:off x="0" y="1475521"/>
            <a:ext cx="5868000" cy="2267029"/>
          </a:xfrm>
          <a:solidFill>
            <a:schemeClr val="accent3">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C949F761-BEE2-A53B-6242-B3C1A8BF0E9D}"/>
              </a:ext>
            </a:extLst>
          </p:cNvPr>
          <p:cNvSpPr/>
          <p:nvPr userDrawn="1"/>
        </p:nvSpPr>
        <p:spPr>
          <a:xfrm>
            <a:off x="-1584000" y="0"/>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1F3C2E87-14DA-E0D4-5F12-0B387EFA6817}"/>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1EF5BD85-CE21-7450-DF80-12142997DB16}"/>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gold</a:t>
            </a:r>
          </a:p>
        </p:txBody>
      </p:sp>
      <p:cxnSp>
        <p:nvCxnSpPr>
          <p:cNvPr id="10" name="Straight Connector 9">
            <a:extLst>
              <a:ext uri="{FF2B5EF4-FFF2-40B4-BE49-F238E27FC236}">
                <a16:creationId xmlns:a16="http://schemas.microsoft.com/office/drawing/2014/main" id="{3ACD4093-BA46-B30A-3DE8-D87CC93B0FFD}"/>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B58380EF-6188-7953-1395-B42A191F7B57}"/>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gold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2459776802"/>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    Statement   copper">
    <p:spTree>
      <p:nvGrpSpPr>
        <p:cNvPr id="1" name=""/>
        <p:cNvGrpSpPr/>
        <p:nvPr/>
      </p:nvGrpSpPr>
      <p:grpSpPr>
        <a:xfrm>
          <a:off x="0" y="0"/>
          <a:ext cx="0" cy="0"/>
          <a:chOff x="0" y="0"/>
          <a:chExt cx="0" cy="0"/>
        </a:xfrm>
      </p:grpSpPr>
      <p:sp>
        <p:nvSpPr>
          <p:cNvPr id="6" name="Picture Placeholder 8">
            <a:extLst>
              <a:ext uri="{FF2B5EF4-FFF2-40B4-BE49-F238E27FC236}">
                <a16:creationId xmlns:a16="http://schemas.microsoft.com/office/drawing/2014/main" id="{31C85D43-7198-311C-42C3-32E0EBCBC275}"/>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F7C17A99-D8A9-4C9C-AD15-2626DF3515BC}"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8697B897-67A4-8811-FAA4-D38FAD3B2D2E}"/>
              </a:ext>
            </a:extLst>
          </p:cNvPr>
          <p:cNvSpPr>
            <a:spLocks noGrp="1"/>
          </p:cNvSpPr>
          <p:nvPr>
            <p:ph type="title" hasCustomPrompt="1"/>
          </p:nvPr>
        </p:nvSpPr>
        <p:spPr>
          <a:xfrm>
            <a:off x="0" y="1475521"/>
            <a:ext cx="5868000" cy="2267029"/>
          </a:xfrm>
          <a:solidFill>
            <a:schemeClr val="accent4">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13" name="Rectangle 12">
            <a:extLst>
              <a:ext uri="{FF2B5EF4-FFF2-40B4-BE49-F238E27FC236}">
                <a16:creationId xmlns:a16="http://schemas.microsoft.com/office/drawing/2014/main" id="{1AE9B890-D9E1-12AB-6A98-A6DFADB720AF}"/>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4" name="Content Placeholder 7">
            <a:extLst>
              <a:ext uri="{FF2B5EF4-FFF2-40B4-BE49-F238E27FC236}">
                <a16:creationId xmlns:a16="http://schemas.microsoft.com/office/drawing/2014/main" id="{D332EE90-B3A6-D045-6906-DF42611C5C65}"/>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5" name="Text Placeholder 14">
            <a:extLst>
              <a:ext uri="{FF2B5EF4-FFF2-40B4-BE49-F238E27FC236}">
                <a16:creationId xmlns:a16="http://schemas.microsoft.com/office/drawing/2014/main" id="{53D2FA41-5974-02ED-BFA0-AD0530180CCD}"/>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copper</a:t>
            </a:r>
          </a:p>
        </p:txBody>
      </p:sp>
      <p:cxnSp>
        <p:nvCxnSpPr>
          <p:cNvPr id="16" name="Straight Connector 15">
            <a:extLst>
              <a:ext uri="{FF2B5EF4-FFF2-40B4-BE49-F238E27FC236}">
                <a16:creationId xmlns:a16="http://schemas.microsoft.com/office/drawing/2014/main" id="{5A3749F7-4A83-A1E3-0822-4E1501B67277}"/>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Text Placeholder 14">
            <a:extLst>
              <a:ext uri="{FF2B5EF4-FFF2-40B4-BE49-F238E27FC236}">
                <a16:creationId xmlns:a16="http://schemas.microsoft.com/office/drawing/2014/main" id="{68AA7ECA-721E-07A5-7366-58D72140C1ED}"/>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copper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2272063915"/>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    Statement   moss">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52E8F4F2-4CF5-20AA-C330-055737901CD5}"/>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36A352F5-FC93-490A-A2C4-7D98228F4846}"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624EA5D7-9E6E-93A4-0317-88252D4D2855}"/>
              </a:ext>
            </a:extLst>
          </p:cNvPr>
          <p:cNvSpPr>
            <a:spLocks noGrp="1"/>
          </p:cNvSpPr>
          <p:nvPr>
            <p:ph type="title" hasCustomPrompt="1"/>
          </p:nvPr>
        </p:nvSpPr>
        <p:spPr>
          <a:xfrm>
            <a:off x="0" y="1475521"/>
            <a:ext cx="5868000" cy="2267029"/>
          </a:xfrm>
          <a:solidFill>
            <a:schemeClr val="accent5">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FD840BB9-9B4D-F063-C182-83505AB36D4A}"/>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51EAE5AB-8073-EC5F-7543-906407B9F9DC}"/>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30846C63-B27E-9F89-A437-34F51FFEE337}"/>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moss</a:t>
            </a:r>
          </a:p>
        </p:txBody>
      </p:sp>
      <p:cxnSp>
        <p:nvCxnSpPr>
          <p:cNvPr id="10" name="Straight Connector 9">
            <a:extLst>
              <a:ext uri="{FF2B5EF4-FFF2-40B4-BE49-F238E27FC236}">
                <a16:creationId xmlns:a16="http://schemas.microsoft.com/office/drawing/2014/main" id="{A14C1474-ECF9-6D0B-5627-7C818FF0A021}"/>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621ADEBE-6124-1F1F-FED8-77F907944451}"/>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moss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1277223746"/>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    Statement   brick">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4840733B-15EC-9093-54BB-E7391FF71FCE}"/>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BFEA8F3D-30CD-440E-9BED-2660774D184F}"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40D423E6-A47A-9FCC-D958-2918153CE1C6}"/>
              </a:ext>
            </a:extLst>
          </p:cNvPr>
          <p:cNvSpPr>
            <a:spLocks noGrp="1"/>
          </p:cNvSpPr>
          <p:nvPr>
            <p:ph type="title" hasCustomPrompt="1"/>
          </p:nvPr>
        </p:nvSpPr>
        <p:spPr>
          <a:xfrm>
            <a:off x="0" y="1475521"/>
            <a:ext cx="5868000" cy="2267029"/>
          </a:xfrm>
          <a:solidFill>
            <a:schemeClr val="accent6">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699513A5-9586-F580-38A5-F8FCE12EF77C}"/>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5C98E470-C356-1A03-23CE-2A61482C13A4}"/>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854EA44A-6E92-16F9-EA07-B0CD00B24637}"/>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brick</a:t>
            </a:r>
          </a:p>
        </p:txBody>
      </p:sp>
      <p:cxnSp>
        <p:nvCxnSpPr>
          <p:cNvPr id="10" name="Straight Connector 9">
            <a:extLst>
              <a:ext uri="{FF2B5EF4-FFF2-40B4-BE49-F238E27FC236}">
                <a16:creationId xmlns:a16="http://schemas.microsoft.com/office/drawing/2014/main" id="{CD1AB75F-B8BD-AE26-DAD8-FDE8FACFE49C}"/>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9405032D-31E6-1D44-B6A4-32C6C6BB5FDE}"/>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a:t>
            </a:r>
          </a:p>
          <a:p>
            <a:pPr>
              <a:lnSpc>
                <a:spcPct val="100000"/>
              </a:lnSpc>
              <a:spcBef>
                <a:spcPts val="600"/>
              </a:spcBef>
              <a:spcAft>
                <a:spcPts val="600"/>
              </a:spcAft>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brick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2292858688"/>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    Statement   green">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3DEAF3BC-AC55-6BBF-E832-58A1DE4E14FE}"/>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6AF518E8-2883-44C0-A44D-85D71A7A19A7}"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EBC7644B-07A5-5E66-6048-E522015017EC}"/>
              </a:ext>
            </a:extLst>
          </p:cNvPr>
          <p:cNvSpPr>
            <a:spLocks noGrp="1"/>
          </p:cNvSpPr>
          <p:nvPr>
            <p:ph type="title" hasCustomPrompt="1"/>
          </p:nvPr>
        </p:nvSpPr>
        <p:spPr>
          <a:xfrm>
            <a:off x="0" y="1475521"/>
            <a:ext cx="5868000" cy="2267029"/>
          </a:xfrm>
          <a:solidFill>
            <a:srgbClr val="72B86B">
              <a:alpha val="80000"/>
            </a:srgb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34EBC93D-EFFC-E999-9A87-F67F62880DF2}"/>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6F0EF083-9CF2-C1FC-4EFE-5284854FBCDA}"/>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BEE40690-D1DF-BBFC-B703-4E7B71E07D5D}"/>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green</a:t>
            </a:r>
          </a:p>
        </p:txBody>
      </p:sp>
      <p:cxnSp>
        <p:nvCxnSpPr>
          <p:cNvPr id="10" name="Straight Connector 9">
            <a:extLst>
              <a:ext uri="{FF2B5EF4-FFF2-40B4-BE49-F238E27FC236}">
                <a16:creationId xmlns:a16="http://schemas.microsoft.com/office/drawing/2014/main" id="{678228F3-844C-37E1-C6B8-F41053C85F50}"/>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A5F4A822-B676-DF7C-F52E-8B56749DFF6F}"/>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green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641505968"/>
      </p:ext>
    </p:extLst>
  </p:cSld>
  <p:clrMapOvr>
    <a:masterClrMapping/>
  </p:clrMapOvr>
  <p:extLst>
    <p:ext uri="{DCECCB84-F9BA-43D5-87BE-67443E8EF086}">
      <p15:sldGuideLst xmlns:p15="http://schemas.microsoft.com/office/powerpoint/2012/main">
        <p15:guide id="1" pos="3854">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No content</a:t>
            </a:r>
          </a:p>
        </p:txBody>
      </p:sp>
    </p:spTree>
    <p:extLst>
      <p:ext uri="{BB962C8B-B14F-4D97-AF65-F5344CB8AC3E}">
        <p14:creationId xmlns:p14="http://schemas.microsoft.com/office/powerpoint/2010/main" val="36422378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lai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A44DB0-0405-CA6C-E055-F59491388805}"/>
              </a:ext>
            </a:extLst>
          </p:cNvPr>
          <p:cNvSpPr>
            <a:spLocks noGrp="1"/>
          </p:cNvSpPr>
          <p:nvPr>
            <p:ph type="dt" sz="half" idx="10"/>
          </p:nvPr>
        </p:nvSpPr>
        <p:spPr/>
        <p:txBody>
          <a:bodyPr/>
          <a:lstStyle/>
          <a:p>
            <a:fld id="{F66D1A21-DA7F-43FD-8BC0-CF1F1BBA6459}" type="datetime4">
              <a:rPr lang="en-US" smtClean="0"/>
              <a:t>March 3, 2026</a:t>
            </a:fld>
            <a:endParaRPr lang="en-US"/>
          </a:p>
        </p:txBody>
      </p:sp>
      <p:sp>
        <p:nvSpPr>
          <p:cNvPr id="3" name="Footer Placeholder 2">
            <a:extLst>
              <a:ext uri="{FF2B5EF4-FFF2-40B4-BE49-F238E27FC236}">
                <a16:creationId xmlns:a16="http://schemas.microsoft.com/office/drawing/2014/main" id="{AD3E1D6E-514F-0376-5C07-A1927A317128}"/>
              </a:ext>
            </a:extLst>
          </p:cNvPr>
          <p:cNvSpPr>
            <a:spLocks noGrp="1"/>
          </p:cNvSpPr>
          <p:nvPr>
            <p:ph type="ftr" sz="quarter" idx="11"/>
          </p:nvPr>
        </p:nvSpPr>
        <p:spPr/>
        <p:txBody>
          <a:bodyPr/>
          <a:lstStyle/>
          <a:p>
            <a:r>
              <a:rPr lang="en-US"/>
              <a:t>TRELLEBORG GROUP</a:t>
            </a:r>
          </a:p>
        </p:txBody>
      </p:sp>
      <p:sp>
        <p:nvSpPr>
          <p:cNvPr id="4" name="Slide Number Placeholder 3">
            <a:extLst>
              <a:ext uri="{FF2B5EF4-FFF2-40B4-BE49-F238E27FC236}">
                <a16:creationId xmlns:a16="http://schemas.microsoft.com/office/drawing/2014/main" id="{43C702A6-A533-4456-45FD-CCFAE4F9C481}"/>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5" name="Rectangle 4">
            <a:extLst>
              <a:ext uri="{FF2B5EF4-FFF2-40B4-BE49-F238E27FC236}">
                <a16:creationId xmlns:a16="http://schemas.microsoft.com/office/drawing/2014/main" id="{9F3AB048-B611-DE2A-18D9-88EA82D87C05}"/>
              </a:ext>
            </a:extLst>
          </p:cNvPr>
          <p:cNvSpPr/>
          <p:nvPr userDrawn="1"/>
        </p:nvSpPr>
        <p:spPr>
          <a:xfrm>
            <a:off x="-1569600" y="0"/>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6" name="Text Placeholder 14">
            <a:extLst>
              <a:ext uri="{FF2B5EF4-FFF2-40B4-BE49-F238E27FC236}">
                <a16:creationId xmlns:a16="http://schemas.microsoft.com/office/drawing/2014/main" id="{BFFA83D3-D6A4-0581-D713-C161575E6C73}"/>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Plain</a:t>
            </a:r>
          </a:p>
        </p:txBody>
      </p:sp>
      <p:sp>
        <p:nvSpPr>
          <p:cNvPr id="7" name="Text Placeholder 14">
            <a:extLst>
              <a:ext uri="{FF2B5EF4-FFF2-40B4-BE49-F238E27FC236}">
                <a16:creationId xmlns:a16="http://schemas.microsoft.com/office/drawing/2014/main" id="{C40B9DB4-9A20-4D76-D71C-2E2D50064E8B}"/>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This layout is </a:t>
            </a:r>
            <a:r>
              <a:rPr lang="en-US" sz="1050" b="1">
                <a:solidFill>
                  <a:schemeClr val="tx1">
                    <a:alpha val="90000"/>
                  </a:schemeClr>
                </a:solidFill>
              </a:rPr>
              <a:t>for exceptional use only</a:t>
            </a:r>
            <a:r>
              <a:rPr lang="en-US" sz="1050" b="0">
                <a:solidFill>
                  <a:schemeClr val="tx1">
                    <a:alpha val="90000"/>
                  </a:schemeClr>
                </a:solidFill>
              </a:rPr>
              <a:t>, such as large screen shots or full size videos.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b="0">
                <a:solidFill>
                  <a:schemeClr val="tx1">
                    <a:alpha val="90000"/>
                  </a:schemeClr>
                </a:solidFill>
              </a:rPr>
              <a:t>For content slides, please use the regular layouts. </a:t>
            </a:r>
          </a:p>
          <a:p>
            <a:pPr>
              <a:lnSpc>
                <a:spcPct val="100000"/>
              </a:lnSpc>
              <a:spcBef>
                <a:spcPts val="600"/>
              </a:spcBef>
              <a:spcAft>
                <a:spcPts val="600"/>
              </a:spcAft>
            </a:pPr>
            <a:endParaRPr lang="en-US" sz="1050">
              <a:solidFill>
                <a:srgbClr val="FF0000">
                  <a:alpha val="90000"/>
                </a:srgbClr>
              </a:solidFill>
            </a:endParaRPr>
          </a:p>
          <a:p>
            <a:pPr>
              <a:lnSpc>
                <a:spcPct val="100000"/>
              </a:lnSpc>
              <a:spcBef>
                <a:spcPts val="600"/>
              </a:spcBef>
              <a:spcAft>
                <a:spcPts val="600"/>
              </a:spcAft>
            </a:pPr>
            <a:endParaRPr lang="en-US" sz="1050">
              <a:solidFill>
                <a:srgbClr val="FF0000">
                  <a:alpha val="90000"/>
                </a:srgbClr>
              </a:solidFill>
            </a:endParaRPr>
          </a:p>
          <a:p>
            <a:endParaRPr lang="en-US" sz="1050">
              <a:solidFill>
                <a:srgbClr val="FF0000">
                  <a:alpha val="90000"/>
                </a:srgbClr>
              </a:solidFill>
            </a:endParaRPr>
          </a:p>
        </p:txBody>
      </p:sp>
      <p:cxnSp>
        <p:nvCxnSpPr>
          <p:cNvPr id="8" name="Straight Connector 7">
            <a:extLst>
              <a:ext uri="{FF2B5EF4-FFF2-40B4-BE49-F238E27FC236}">
                <a16:creationId xmlns:a16="http://schemas.microsoft.com/office/drawing/2014/main" id="{7ED2106D-9AE0-031C-7B83-F511DD7E86FE}"/>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82251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7EA276-1CAD-56D6-6982-6B570F110003}"/>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3" name="Content Placeholder 7">
            <a:extLst>
              <a:ext uri="{FF2B5EF4-FFF2-40B4-BE49-F238E27FC236}">
                <a16:creationId xmlns:a16="http://schemas.microsoft.com/office/drawing/2014/main" id="{654A5925-E410-9B1B-3C52-F9744A41330A}"/>
              </a:ext>
            </a:extLst>
          </p:cNvPr>
          <p:cNvSpPr txBox="1">
            <a:spLocks/>
          </p:cNvSpPr>
          <p:nvPr userDrawn="1"/>
        </p:nvSpPr>
        <p:spPr>
          <a:xfrm>
            <a:off x="-1466969" y="1008000"/>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4" name="Text Placeholder 14">
            <a:extLst>
              <a:ext uri="{FF2B5EF4-FFF2-40B4-BE49-F238E27FC236}">
                <a16:creationId xmlns:a16="http://schemas.microsoft.com/office/drawing/2014/main" id="{1EFF5072-6D72-1C5D-056B-9040EFCBF02B}"/>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Blank</a:t>
            </a:r>
          </a:p>
        </p:txBody>
      </p:sp>
      <p:sp>
        <p:nvSpPr>
          <p:cNvPr id="5" name="Text Placeholder 14">
            <a:extLst>
              <a:ext uri="{FF2B5EF4-FFF2-40B4-BE49-F238E27FC236}">
                <a16:creationId xmlns:a16="http://schemas.microsoft.com/office/drawing/2014/main" id="{22DB0CD0-1E94-5315-0351-69F583409E6C}"/>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This layout is </a:t>
            </a:r>
            <a:r>
              <a:rPr lang="en-US" sz="1050" b="1">
                <a:solidFill>
                  <a:schemeClr val="tx1">
                    <a:alpha val="90000"/>
                  </a:schemeClr>
                </a:solidFill>
              </a:rPr>
              <a:t>for exceptional use only</a:t>
            </a:r>
            <a:r>
              <a:rPr lang="en-US" sz="1050" b="0">
                <a:solidFill>
                  <a:schemeClr val="tx1">
                    <a:alpha val="90000"/>
                  </a:schemeClr>
                </a:solidFill>
              </a:rPr>
              <a:t>, such as large screen shots or full size videos.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b="0">
                <a:solidFill>
                  <a:schemeClr val="tx1">
                    <a:alpha val="90000"/>
                  </a:schemeClr>
                </a:solidFill>
              </a:rPr>
              <a:t>For content slides, please use the regular layouts. </a:t>
            </a:r>
            <a:endParaRPr lang="en-US" sz="1050">
              <a:solidFill>
                <a:srgbClr val="FF0000">
                  <a:alpha val="90000"/>
                </a:srgbClr>
              </a:solidFill>
            </a:endParaRPr>
          </a:p>
          <a:p>
            <a:endParaRPr lang="en-US" sz="1050">
              <a:solidFill>
                <a:srgbClr val="FF0000">
                  <a:alpha val="90000"/>
                </a:srgbClr>
              </a:solidFill>
            </a:endParaRPr>
          </a:p>
        </p:txBody>
      </p:sp>
      <p:cxnSp>
        <p:nvCxnSpPr>
          <p:cNvPr id="6" name="Straight Connector 5">
            <a:extLst>
              <a:ext uri="{FF2B5EF4-FFF2-40B4-BE49-F238E27FC236}">
                <a16:creationId xmlns:a16="http://schemas.microsoft.com/office/drawing/2014/main" id="{2F60A8CE-2B28-F59C-432E-4D0CB08C0AF7}"/>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65336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End layout</a:t>
            </a:r>
          </a:p>
        </p:txBody>
      </p:sp>
    </p:spTree>
    <p:extLst>
      <p:ext uri="{BB962C8B-B14F-4D97-AF65-F5344CB8AC3E}">
        <p14:creationId xmlns:p14="http://schemas.microsoft.com/office/powerpoint/2010/main" val="34820747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End layout">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FED7A3A3-370E-8E53-82F8-84D568B1CC02}"/>
              </a:ext>
            </a:extLst>
          </p:cNvPr>
          <p:cNvSpPr>
            <a:spLocks/>
          </p:cNvSpPr>
          <p:nvPr userDrawn="1"/>
        </p:nvSpPr>
        <p:spPr>
          <a:xfrm>
            <a:off x="0" y="6318000"/>
            <a:ext cx="12192000" cy="540000"/>
          </a:xfrm>
          <a:prstGeom prst="rect">
            <a:avLst/>
          </a:prstGeom>
          <a:solidFill>
            <a:srgbClr val="1919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lumMod val="95000"/>
                </a:schemeClr>
              </a:solidFill>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74BCC4B3-3BF2-53A1-C224-45500A28CCA1}"/>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85CE5580-71D1-F9D8-4FA6-18FFE7D466F2}"/>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B78B1337-2405-2098-B79C-F595478908C9}"/>
              </a:ext>
            </a:extLst>
          </p:cNvPr>
          <p:cNvSpPr>
            <a:spLocks noGrp="1"/>
          </p:cNvSpPr>
          <p:nvPr>
            <p:ph type="dt" sz="half" idx="12"/>
          </p:nvPr>
        </p:nvSpPr>
        <p:spPr/>
        <p:txBody>
          <a:bodyPr/>
          <a:lstStyle/>
          <a:p>
            <a:fld id="{E53CAF16-5AB2-4305-959C-E17B059163E1}" type="datetime4">
              <a:rPr lang="en-US" smtClean="0"/>
              <a:t>March 3, 2026</a:t>
            </a:fld>
            <a:endParaRPr lang="en-US"/>
          </a:p>
        </p:txBody>
      </p:sp>
      <p:sp>
        <p:nvSpPr>
          <p:cNvPr id="9" name="TextBox 8">
            <a:extLst>
              <a:ext uri="{FF2B5EF4-FFF2-40B4-BE49-F238E27FC236}">
                <a16:creationId xmlns:a16="http://schemas.microsoft.com/office/drawing/2014/main" id="{E04FA609-5214-2601-064E-5161C32C183C}"/>
              </a:ext>
            </a:extLst>
          </p:cNvPr>
          <p:cNvSpPr txBox="1"/>
          <p:nvPr userDrawn="1"/>
        </p:nvSpPr>
        <p:spPr>
          <a:xfrm>
            <a:off x="0" y="4403514"/>
            <a:ext cx="12208324" cy="400110"/>
          </a:xfrm>
          <a:prstGeom prst="rect">
            <a:avLst/>
          </a:prstGeom>
          <a:noFill/>
        </p:spPr>
        <p:txBody>
          <a:bodyPr wrap="square">
            <a:spAutoFit/>
          </a:bodyPr>
          <a:lstStyle/>
          <a:p>
            <a:pPr algn="ctr"/>
            <a:r>
              <a:rPr lang="en-US" sz="2000" b="1" kern="2400">
                <a:solidFill>
                  <a:srgbClr val="998242"/>
                </a:solidFill>
                <a:latin typeface="Arial"/>
                <a:ea typeface="ＭＳ Ｐゴシック" charset="0"/>
                <a:cs typeface="Arial"/>
              </a:rPr>
              <a:t>www.trelleborg.com</a:t>
            </a:r>
            <a:endParaRPr lang="en-US" sz="2000" b="1">
              <a:solidFill>
                <a:srgbClr val="998242"/>
              </a:solidFill>
            </a:endParaRPr>
          </a:p>
        </p:txBody>
      </p:sp>
      <p:pic>
        <p:nvPicPr>
          <p:cNvPr id="7" name="Graphic 6">
            <a:extLst>
              <a:ext uri="{FF2B5EF4-FFF2-40B4-BE49-F238E27FC236}">
                <a16:creationId xmlns:a16="http://schemas.microsoft.com/office/drawing/2014/main" id="{147A962D-9441-E0BB-7AC7-AEFC5877460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5790" b="35791"/>
          <a:stretch/>
        </p:blipFill>
        <p:spPr>
          <a:xfrm>
            <a:off x="2835272" y="1515015"/>
            <a:ext cx="6521456" cy="2622771"/>
          </a:xfrm>
          <a:prstGeom prst="rect">
            <a:avLst/>
          </a:prstGeom>
        </p:spPr>
      </p:pic>
      <p:sp>
        <p:nvSpPr>
          <p:cNvPr id="6" name="Rectangle 5">
            <a:extLst>
              <a:ext uri="{FF2B5EF4-FFF2-40B4-BE49-F238E27FC236}">
                <a16:creationId xmlns:a16="http://schemas.microsoft.com/office/drawing/2014/main" id="{DC2216F6-4218-A9B7-495B-6948DB604988}"/>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1105352C-46B2-607C-D7F7-A66755C76F9C}"/>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0" name="Text Placeholder 14">
            <a:extLst>
              <a:ext uri="{FF2B5EF4-FFF2-40B4-BE49-F238E27FC236}">
                <a16:creationId xmlns:a16="http://schemas.microsoft.com/office/drawing/2014/main" id="{53CBF535-DF2A-E315-6F9F-D080C1FE162C}"/>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should always be </a:t>
            </a:r>
            <a:r>
              <a:rPr lang="en-US" sz="1050" b="1">
                <a:solidFill>
                  <a:schemeClr val="tx1">
                    <a:alpha val="90000"/>
                  </a:schemeClr>
                </a:solidFill>
              </a:rPr>
              <a:t>the last slide of the presentation</a:t>
            </a:r>
            <a:r>
              <a:rPr lang="en-US" sz="1050">
                <a:solidFill>
                  <a:schemeClr val="tx1">
                    <a:alpha val="90000"/>
                  </a:schemeClr>
                </a:solidFill>
              </a:rPr>
              <a:t>.</a:t>
            </a:r>
          </a:p>
          <a:p>
            <a:pPr>
              <a:lnSpc>
                <a:spcPct val="100000"/>
              </a:lnSpc>
              <a:spcBef>
                <a:spcPts val="600"/>
              </a:spcBef>
              <a:spcAft>
                <a:spcPts val="600"/>
              </a:spcAft>
            </a:pPr>
            <a:r>
              <a:rPr lang="en-US" sz="1050">
                <a:solidFill>
                  <a:schemeClr val="tx1">
                    <a:alpha val="90000"/>
                  </a:schemeClr>
                </a:solidFill>
              </a:rPr>
              <a:t>The layout may not be altered or exchanged.</a:t>
            </a:r>
          </a:p>
          <a:p>
            <a:pPr>
              <a:lnSpc>
                <a:spcPct val="100000"/>
              </a:lnSpc>
              <a:spcBef>
                <a:spcPts val="600"/>
              </a:spcBef>
              <a:spcAft>
                <a:spcPts val="600"/>
              </a:spcAft>
            </a:pPr>
            <a:r>
              <a:rPr lang="en-US" sz="1050">
                <a:solidFill>
                  <a:schemeClr val="tx1">
                    <a:alpha val="90000"/>
                  </a:schemeClr>
                </a:solidFill>
              </a:rPr>
              <a:t>Do not add date or text boxes in the black footer.</a:t>
            </a:r>
          </a:p>
          <a:p>
            <a:endParaRPr lang="en-US" sz="1150">
              <a:solidFill>
                <a:schemeClr val="tx1">
                  <a:alpha val="90000"/>
                </a:schemeClr>
              </a:solidFill>
            </a:endParaRPr>
          </a:p>
        </p:txBody>
      </p:sp>
      <p:sp>
        <p:nvSpPr>
          <p:cNvPr id="11" name="Text Placeholder 14">
            <a:extLst>
              <a:ext uri="{FF2B5EF4-FFF2-40B4-BE49-F238E27FC236}">
                <a16:creationId xmlns:a16="http://schemas.microsoft.com/office/drawing/2014/main" id="{24893727-33C4-6661-11ED-837B77A5A35A}"/>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End</a:t>
            </a:r>
          </a:p>
        </p:txBody>
      </p:sp>
      <p:cxnSp>
        <p:nvCxnSpPr>
          <p:cNvPr id="12" name="Straight Connector 11">
            <a:extLst>
              <a:ext uri="{FF2B5EF4-FFF2-40B4-BE49-F238E27FC236}">
                <a16:creationId xmlns:a16="http://schemas.microsoft.com/office/drawing/2014/main" id="{C56949FB-49FC-1A8F-C989-9640D70328B8}"/>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4605149"/>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59FB4E-823E-413B-B741-B28844C666F8}"/>
              </a:ext>
            </a:extLst>
          </p:cNvPr>
          <p:cNvSpPr>
            <a:spLocks/>
          </p:cNvSpPr>
          <p:nvPr userDrawn="1"/>
        </p:nvSpPr>
        <p:spPr>
          <a:xfrm>
            <a:off x="449580" y="778164"/>
            <a:ext cx="11292840" cy="2659190"/>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Do not use layouts after this (if any) </a:t>
            </a:r>
          </a:p>
        </p:txBody>
      </p:sp>
      <p:sp>
        <p:nvSpPr>
          <p:cNvPr id="10" name="Rectangle 9">
            <a:extLst>
              <a:ext uri="{FF2B5EF4-FFF2-40B4-BE49-F238E27FC236}">
                <a16:creationId xmlns:a16="http://schemas.microsoft.com/office/drawing/2014/main" id="{0F0BA21A-F948-D87E-FA9F-CAC0573B54B4}"/>
              </a:ext>
            </a:extLst>
          </p:cNvPr>
          <p:cNvSpPr>
            <a:spLocks/>
          </p:cNvSpPr>
          <p:nvPr userDrawn="1"/>
        </p:nvSpPr>
        <p:spPr>
          <a:xfrm>
            <a:off x="1011382" y="3628090"/>
            <a:ext cx="10169236" cy="1475001"/>
          </a:xfrm>
          <a:prstGeom prst="rect">
            <a:avLst/>
          </a:prstGeom>
          <a:noFill/>
          <a:ln w="9525" cap="flat">
            <a:noFill/>
            <a:prstDash val="solid"/>
            <a:miter/>
          </a:ln>
        </p:spPr>
        <p:txBody>
          <a:bodyPr rot="0" spcFirstLastPara="0" vertOverflow="overflow" horzOverflow="overflow" vert="horz" wrap="square" lIns="396000" tIns="72000" rIns="180000" bIns="72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4000" b="0" i="0" u="none" strike="noStrike" kern="1200" cap="none" spc="-30" normalizeH="0" baseline="0" noProof="0">
                <a:ln>
                  <a:noFill/>
                </a:ln>
                <a:solidFill>
                  <a:schemeClr val="bg1"/>
                </a:solidFill>
                <a:effectLst/>
                <a:uLnTx/>
                <a:uFillTx/>
                <a:latin typeface="+mn-lt"/>
                <a:ea typeface="+mn-ea"/>
                <a:cs typeface="+mn-cs"/>
              </a:rPr>
              <a:t>Due to how PowerPoint works, more layouts may appear after this one. </a:t>
            </a:r>
          </a:p>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4000" b="0" i="0" u="none" strike="noStrike" kern="1200" cap="none" spc="-30" normalizeH="0" baseline="0" noProof="0">
                <a:ln>
                  <a:noFill/>
                </a:ln>
                <a:solidFill>
                  <a:schemeClr val="bg1"/>
                </a:solidFill>
                <a:effectLst/>
                <a:uLnTx/>
                <a:uFillTx/>
                <a:latin typeface="+mn-lt"/>
                <a:ea typeface="+mn-ea"/>
                <a:cs typeface="+mn-cs"/>
              </a:rPr>
              <a:t>These layouts are duplicates from other templates and should not be used.</a:t>
            </a:r>
          </a:p>
        </p:txBody>
      </p:sp>
    </p:spTree>
    <p:extLst>
      <p:ext uri="{BB962C8B-B14F-4D97-AF65-F5344CB8AC3E}">
        <p14:creationId xmlns:p14="http://schemas.microsoft.com/office/powerpoint/2010/main" val="37402931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Title</a:t>
            </a:r>
          </a:p>
        </p:txBody>
      </p:sp>
    </p:spTree>
    <p:extLst>
      <p:ext uri="{BB962C8B-B14F-4D97-AF65-F5344CB8AC3E}">
        <p14:creationId xmlns:p14="http://schemas.microsoft.com/office/powerpoint/2010/main" val="11279984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layout">
    <p:spTree>
      <p:nvGrpSpPr>
        <p:cNvPr id="1" name=""/>
        <p:cNvGrpSpPr/>
        <p:nvPr/>
      </p:nvGrpSpPr>
      <p:grpSpPr>
        <a:xfrm>
          <a:off x="0" y="0"/>
          <a:ext cx="0" cy="0"/>
          <a:chOff x="0" y="0"/>
          <a:chExt cx="0" cy="0"/>
        </a:xfrm>
      </p:grpSpPr>
      <p:pic>
        <p:nvPicPr>
          <p:cNvPr id="14" name="Picture 13" descr="A bridge over water with a city in the background&#10;&#10;Description automatically generated">
            <a:extLst>
              <a:ext uri="{FF2B5EF4-FFF2-40B4-BE49-F238E27FC236}">
                <a16:creationId xmlns:a16="http://schemas.microsoft.com/office/drawing/2014/main" id="{2FF56083-EF44-4D03-F22B-D8BF3915BE8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317999"/>
          </a:xfrm>
          <a:prstGeom prst="rect">
            <a:avLst/>
          </a:prstGeom>
        </p:spPr>
      </p:pic>
      <p:sp>
        <p:nvSpPr>
          <p:cNvPr id="7" name="Rectangle 6">
            <a:extLst>
              <a:ext uri="{FF2B5EF4-FFF2-40B4-BE49-F238E27FC236}">
                <a16:creationId xmlns:a16="http://schemas.microsoft.com/office/drawing/2014/main" id="{DF2EEBA4-8D7D-C7D6-8079-8475A22BBE09}"/>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BD6C6BAD-1F86-7B7B-4E7C-5A8F4112B93F}"/>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467231C2-8EC2-FDAA-4BD7-1A4FD42785A0}"/>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should always start the presentation.</a:t>
            </a:r>
          </a:p>
          <a:p>
            <a:pPr>
              <a:lnSpc>
                <a:spcPct val="100000"/>
              </a:lnSpc>
              <a:spcBef>
                <a:spcPts val="600"/>
              </a:spcBef>
              <a:spcAft>
                <a:spcPts val="600"/>
              </a:spcAft>
            </a:pPr>
            <a:r>
              <a:rPr lang="en-US" sz="1050">
                <a:solidFill>
                  <a:schemeClr val="tx1">
                    <a:alpha val="90000"/>
                  </a:schemeClr>
                </a:solidFill>
              </a:rPr>
              <a:t>This picture may not be altered or exchanged.</a:t>
            </a:r>
          </a:p>
          <a:p>
            <a:pPr>
              <a:lnSpc>
                <a:spcPct val="100000"/>
              </a:lnSpc>
              <a:spcBef>
                <a:spcPts val="600"/>
              </a:spcBef>
              <a:spcAft>
                <a:spcPts val="600"/>
              </a:spcAft>
            </a:pPr>
            <a:r>
              <a:rPr lang="en-US" sz="1050">
                <a:solidFill>
                  <a:schemeClr val="tx1">
                    <a:alpha val="90000"/>
                  </a:schemeClr>
                </a:solidFill>
              </a:rPr>
              <a:t>If you would like an image tailored to your presentation, it should be on a slide following this one. A suggested layout for that type of slide is the chapter divider. </a:t>
            </a:r>
          </a:p>
          <a:p>
            <a:pPr>
              <a:lnSpc>
                <a:spcPct val="100000"/>
              </a:lnSpc>
              <a:spcBef>
                <a:spcPts val="600"/>
              </a:spcBef>
              <a:spcAft>
                <a:spcPts val="600"/>
              </a:spcAft>
            </a:pPr>
            <a:r>
              <a:rPr lang="en-US" sz="1050">
                <a:solidFill>
                  <a:schemeClr val="tx1">
                    <a:alpha val="90000"/>
                  </a:schemeClr>
                </a:solidFill>
              </a:rPr>
              <a:t>Do not add date or text boxes in the black footer.</a:t>
            </a:r>
          </a:p>
          <a:p>
            <a:endParaRPr lang="en-US" sz="1050">
              <a:solidFill>
                <a:schemeClr val="tx1">
                  <a:alpha val="90000"/>
                </a:schemeClr>
              </a:solidFill>
            </a:endParaRPr>
          </a:p>
        </p:txBody>
      </p:sp>
      <p:sp>
        <p:nvSpPr>
          <p:cNvPr id="10" name="Text Placeholder 14">
            <a:extLst>
              <a:ext uri="{FF2B5EF4-FFF2-40B4-BE49-F238E27FC236}">
                <a16:creationId xmlns:a16="http://schemas.microsoft.com/office/drawing/2014/main" id="{A0D785D4-DE7B-68D2-23F6-0754A584AF81}"/>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a:t>
            </a:r>
          </a:p>
        </p:txBody>
      </p:sp>
      <p:cxnSp>
        <p:nvCxnSpPr>
          <p:cNvPr id="11" name="Straight Connector 10">
            <a:extLst>
              <a:ext uri="{FF2B5EF4-FFF2-40B4-BE49-F238E27FC236}">
                <a16:creationId xmlns:a16="http://schemas.microsoft.com/office/drawing/2014/main" id="{B782ADE1-E5B9-F688-D4F4-33C02E09A378}"/>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Platshållare för text 5">
            <a:extLst>
              <a:ext uri="{FF2B5EF4-FFF2-40B4-BE49-F238E27FC236}">
                <a16:creationId xmlns:a16="http://schemas.microsoft.com/office/drawing/2014/main" id="{91D07A75-093C-CC29-0295-DD1A43DF9891}"/>
              </a:ext>
            </a:extLst>
          </p:cNvPr>
          <p:cNvSpPr txBox="1">
            <a:spLocks/>
          </p:cNvSpPr>
          <p:nvPr userDrawn="1"/>
        </p:nvSpPr>
        <p:spPr>
          <a:xfrm>
            <a:off x="4447548" y="2863373"/>
            <a:ext cx="5527988" cy="1123384"/>
          </a:xfrm>
          <a:prstGeom prst="rect">
            <a:avLst/>
          </a:prstGeom>
        </p:spPr>
        <p:txBody>
          <a:bodyPr wrap="none">
            <a:spAutoFit/>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200"/>
              </a:spcBef>
              <a:buSzPct val="120000"/>
              <a:buNone/>
            </a:pPr>
            <a:r>
              <a:rPr lang="en-US" sz="6700" b="1" kern="2400" spc="-550">
                <a:solidFill>
                  <a:schemeClr val="bg1">
                    <a:alpha val="65000"/>
                  </a:schemeClr>
                </a:solidFill>
                <a:latin typeface="Arial"/>
                <a:ea typeface="ＭＳ Ｐゴシック" charset="0"/>
                <a:cs typeface="Arial"/>
              </a:rPr>
              <a:t>Welcome to the</a:t>
            </a:r>
          </a:p>
        </p:txBody>
      </p:sp>
      <p:sp>
        <p:nvSpPr>
          <p:cNvPr id="18" name="Platshållare för text 6">
            <a:extLst>
              <a:ext uri="{FF2B5EF4-FFF2-40B4-BE49-F238E27FC236}">
                <a16:creationId xmlns:a16="http://schemas.microsoft.com/office/drawing/2014/main" id="{9CA49248-ADE0-5317-90A4-4884DA335D1E}"/>
              </a:ext>
            </a:extLst>
          </p:cNvPr>
          <p:cNvSpPr txBox="1">
            <a:spLocks/>
          </p:cNvSpPr>
          <p:nvPr userDrawn="1"/>
        </p:nvSpPr>
        <p:spPr>
          <a:xfrm>
            <a:off x="5080230" y="3327778"/>
            <a:ext cx="6702091" cy="1123384"/>
          </a:xfrm>
          <a:prstGeom prst="rect">
            <a:avLst/>
          </a:prstGeom>
        </p:spPr>
        <p:txBody>
          <a:bodyPr wrap="none">
            <a:spAutoFit/>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200"/>
              </a:spcBef>
              <a:buSzPct val="120000"/>
              <a:buNone/>
            </a:pPr>
            <a:r>
              <a:rPr lang="en-US" sz="6700" b="1" kern="2400" spc="-550">
                <a:solidFill>
                  <a:schemeClr val="bg1">
                    <a:alpha val="90000"/>
                  </a:schemeClr>
                </a:solidFill>
                <a:latin typeface="Arial"/>
                <a:ea typeface="ＭＳ Ｐゴシック" charset="0"/>
                <a:cs typeface="Arial"/>
              </a:rPr>
              <a:t>World of Trelleborg</a:t>
            </a:r>
          </a:p>
        </p:txBody>
      </p:sp>
      <p:sp>
        <p:nvSpPr>
          <p:cNvPr id="19" name="Title 5">
            <a:extLst>
              <a:ext uri="{FF2B5EF4-FFF2-40B4-BE49-F238E27FC236}">
                <a16:creationId xmlns:a16="http://schemas.microsoft.com/office/drawing/2014/main" id="{EE4E0A4E-F1A4-4C53-6FCB-78BDB21504AA}"/>
              </a:ext>
            </a:extLst>
          </p:cNvPr>
          <p:cNvSpPr>
            <a:spLocks noGrp="1"/>
          </p:cNvSpPr>
          <p:nvPr>
            <p:ph type="title" hasCustomPrompt="1"/>
          </p:nvPr>
        </p:nvSpPr>
        <p:spPr>
          <a:xfrm>
            <a:off x="5272201" y="4492547"/>
            <a:ext cx="6400800" cy="429348"/>
          </a:xfrm>
        </p:spPr>
        <p:txBody>
          <a:bodyPr wrap="square">
            <a:spAutoFit/>
          </a:bodyPr>
          <a:lstStyle>
            <a:lvl1pPr>
              <a:defRPr sz="3100">
                <a:solidFill>
                  <a:schemeClr val="bg1">
                    <a:alpha val="90000"/>
                  </a:schemeClr>
                </a:solidFill>
              </a:defRPr>
            </a:lvl1pPr>
          </a:lstStyle>
          <a:p>
            <a:r>
              <a:rPr lang="en-US"/>
              <a:t>Click to add presentation name</a:t>
            </a:r>
          </a:p>
        </p:txBody>
      </p:sp>
      <p:sp>
        <p:nvSpPr>
          <p:cNvPr id="20" name="Text Placeholder 14">
            <a:extLst>
              <a:ext uri="{FF2B5EF4-FFF2-40B4-BE49-F238E27FC236}">
                <a16:creationId xmlns:a16="http://schemas.microsoft.com/office/drawing/2014/main" id="{9A31CA47-65E2-612A-723D-E0638444D2DE}"/>
              </a:ext>
            </a:extLst>
          </p:cNvPr>
          <p:cNvSpPr>
            <a:spLocks noGrp="1"/>
          </p:cNvSpPr>
          <p:nvPr>
            <p:ph type="body" sz="quarter" idx="13" hasCustomPrompt="1"/>
          </p:nvPr>
        </p:nvSpPr>
        <p:spPr>
          <a:xfrm>
            <a:off x="5272201" y="4994504"/>
            <a:ext cx="6400800" cy="324000"/>
          </a:xfrm>
        </p:spPr>
        <p:txBody>
          <a:bodyPr wrap="square">
            <a:spAutoFit/>
          </a:bodyPr>
          <a:lstStyle>
            <a:lvl1pPr marL="0" indent="0">
              <a:buNone/>
              <a:defRPr sz="2400">
                <a:solidFill>
                  <a:schemeClr val="bg1">
                    <a:alpha val="90000"/>
                  </a:schemeClr>
                </a:solidFill>
              </a:defRPr>
            </a:lvl1pPr>
            <a:lvl2pPr marL="178775" indent="0">
              <a:buNone/>
              <a:defRPr>
                <a:solidFill>
                  <a:schemeClr val="bg1"/>
                </a:solidFill>
              </a:defRPr>
            </a:lvl2pPr>
            <a:lvl3pPr marL="360000" indent="0">
              <a:buNone/>
              <a:defRPr>
                <a:solidFill>
                  <a:schemeClr val="bg1"/>
                </a:solidFill>
              </a:defRPr>
            </a:lvl3pPr>
            <a:lvl4pPr marL="539138" indent="0">
              <a:buNone/>
              <a:defRPr>
                <a:solidFill>
                  <a:schemeClr val="bg1"/>
                </a:solidFill>
              </a:defRPr>
            </a:lvl4pPr>
            <a:lvl5pPr marL="720000" indent="0">
              <a:buNone/>
              <a:defRPr>
                <a:solidFill>
                  <a:schemeClr val="bg1"/>
                </a:solidFill>
              </a:defRPr>
            </a:lvl5pPr>
          </a:lstStyle>
          <a:p>
            <a:pPr lvl="0"/>
            <a:r>
              <a:rPr lang="en-US"/>
              <a:t>Click to add location and date</a:t>
            </a:r>
          </a:p>
        </p:txBody>
      </p:sp>
      <p:sp>
        <p:nvSpPr>
          <p:cNvPr id="21" name="Text Placeholder 14">
            <a:extLst>
              <a:ext uri="{FF2B5EF4-FFF2-40B4-BE49-F238E27FC236}">
                <a16:creationId xmlns:a16="http://schemas.microsoft.com/office/drawing/2014/main" id="{F30FA783-13B7-CC24-C426-21199798B860}"/>
              </a:ext>
            </a:extLst>
          </p:cNvPr>
          <p:cNvSpPr>
            <a:spLocks noGrp="1"/>
          </p:cNvSpPr>
          <p:nvPr>
            <p:ph type="body" sz="quarter" idx="14" hasCustomPrompt="1"/>
          </p:nvPr>
        </p:nvSpPr>
        <p:spPr>
          <a:xfrm>
            <a:off x="5272201" y="5338754"/>
            <a:ext cx="6400800" cy="324000"/>
          </a:xfrm>
        </p:spPr>
        <p:txBody>
          <a:bodyPr wrap="square">
            <a:spAutoFit/>
          </a:bodyPr>
          <a:lstStyle>
            <a:lvl1pPr marL="0" indent="0">
              <a:buNone/>
              <a:defRPr sz="2400">
                <a:solidFill>
                  <a:schemeClr val="bg1">
                    <a:alpha val="90000"/>
                  </a:schemeClr>
                </a:solidFill>
              </a:defRPr>
            </a:lvl1pPr>
            <a:lvl2pPr marL="178775" indent="0">
              <a:buNone/>
              <a:defRPr>
                <a:solidFill>
                  <a:schemeClr val="bg1"/>
                </a:solidFill>
              </a:defRPr>
            </a:lvl2pPr>
            <a:lvl3pPr marL="360000" indent="0">
              <a:buNone/>
              <a:defRPr>
                <a:solidFill>
                  <a:schemeClr val="bg1"/>
                </a:solidFill>
              </a:defRPr>
            </a:lvl3pPr>
            <a:lvl4pPr marL="539138" indent="0">
              <a:buNone/>
              <a:defRPr>
                <a:solidFill>
                  <a:schemeClr val="bg1"/>
                </a:solidFill>
              </a:defRPr>
            </a:lvl4pPr>
            <a:lvl5pPr marL="720000" indent="0">
              <a:buNone/>
              <a:defRPr>
                <a:solidFill>
                  <a:schemeClr val="bg1"/>
                </a:solidFill>
              </a:defRPr>
            </a:lvl5pPr>
          </a:lstStyle>
          <a:p>
            <a:pPr lvl="0"/>
            <a:r>
              <a:rPr lang="en-US"/>
              <a:t>Click to add name and title</a:t>
            </a:r>
          </a:p>
        </p:txBody>
      </p:sp>
    </p:spTree>
    <p:extLst>
      <p:ext uri="{BB962C8B-B14F-4D97-AF65-F5344CB8AC3E}">
        <p14:creationId xmlns:p14="http://schemas.microsoft.com/office/powerpoint/2010/main" val="144857366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Section divider</a:t>
            </a:r>
          </a:p>
        </p:txBody>
      </p:sp>
    </p:spTree>
    <p:extLst>
      <p:ext uri="{BB962C8B-B14F-4D97-AF65-F5344CB8AC3E}">
        <p14:creationId xmlns:p14="http://schemas.microsoft.com/office/powerpoint/2010/main" val="2002214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  Section divider  (option 1)">
    <p:spTree>
      <p:nvGrpSpPr>
        <p:cNvPr id="1" name=""/>
        <p:cNvGrpSpPr/>
        <p:nvPr/>
      </p:nvGrpSpPr>
      <p:grpSpPr>
        <a:xfrm>
          <a:off x="0" y="0"/>
          <a:ext cx="0" cy="0"/>
          <a:chOff x="0" y="0"/>
          <a:chExt cx="0" cy="0"/>
        </a:xfrm>
      </p:grpSpPr>
      <p:pic>
        <p:nvPicPr>
          <p:cNvPr id="12" name="Picture 11" descr="A pile of blue round objects&#10;&#10;Description automatically generated">
            <a:extLst>
              <a:ext uri="{FF2B5EF4-FFF2-40B4-BE49-F238E27FC236}">
                <a16:creationId xmlns:a16="http://schemas.microsoft.com/office/drawing/2014/main" id="{A5D78FF6-AC81-C982-4659-4CA811ADE347}"/>
              </a:ext>
            </a:extLst>
          </p:cNvPr>
          <p:cNvPicPr>
            <a:picLocks noChangeAspect="1"/>
          </p:cNvPicPr>
          <p:nvPr userDrawn="1"/>
        </p:nvPicPr>
        <p:blipFill rotWithShape="1">
          <a:blip r:embed="rId2"/>
          <a:srcRect b="7778"/>
          <a:stretch/>
        </p:blipFill>
        <p:spPr>
          <a:xfrm>
            <a:off x="1" y="0"/>
            <a:ext cx="12186217" cy="6321600"/>
          </a:xfrm>
          <a:prstGeom prst="rect">
            <a:avLst/>
          </a:prstGeom>
        </p:spPr>
      </p:pic>
      <p:sp>
        <p:nvSpPr>
          <p:cNvPr id="3" name="Footer Placeholder 2">
            <a:extLst>
              <a:ext uri="{FF2B5EF4-FFF2-40B4-BE49-F238E27FC236}">
                <a16:creationId xmlns:a16="http://schemas.microsoft.com/office/drawing/2014/main" id="{CD2E82C4-E4C4-75F7-134D-532AAFEFE9C6}"/>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75BCA23C-5C32-5088-F69D-1334AF24ED3E}"/>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6F1A2ADD-C034-0CE2-60D7-A98BC33CC8C1}"/>
              </a:ext>
            </a:extLst>
          </p:cNvPr>
          <p:cNvSpPr>
            <a:spLocks noGrp="1"/>
          </p:cNvSpPr>
          <p:nvPr>
            <p:ph type="dt" sz="half" idx="12"/>
          </p:nvPr>
        </p:nvSpPr>
        <p:spPr/>
        <p:txBody>
          <a:bodyPr/>
          <a:lstStyle/>
          <a:p>
            <a:fld id="{343B7AF6-E61D-4D5E-AA5E-F0A0FEE57720}" type="datetime4">
              <a:rPr lang="en-US" smtClean="0"/>
              <a:t>March 3, 2026</a:t>
            </a:fld>
            <a:endParaRPr lang="en-US"/>
          </a:p>
        </p:txBody>
      </p:sp>
      <p:sp>
        <p:nvSpPr>
          <p:cNvPr id="13" name="Title 12">
            <a:extLst>
              <a:ext uri="{FF2B5EF4-FFF2-40B4-BE49-F238E27FC236}">
                <a16:creationId xmlns:a16="http://schemas.microsoft.com/office/drawing/2014/main" id="{09B5E219-96E4-B92D-AE36-E2D19DEBA32E}"/>
              </a:ext>
            </a:extLst>
          </p:cNvPr>
          <p:cNvSpPr>
            <a:spLocks noGrp="1"/>
          </p:cNvSpPr>
          <p:nvPr>
            <p:ph type="title" hasCustomPrompt="1"/>
          </p:nvPr>
        </p:nvSpPr>
        <p:spPr>
          <a:xfrm>
            <a:off x="793999" y="3717156"/>
            <a:ext cx="10859839" cy="927946"/>
          </a:xfrm>
        </p:spPr>
        <p:txBody>
          <a:bodyPr wrap="square" anchor="t">
            <a:spAutoFit/>
          </a:bodyPr>
          <a:lstStyle>
            <a:lvl1pPr>
              <a:defRPr sz="6700" kern="2400" spc="-550" baseline="0">
                <a:solidFill>
                  <a:schemeClr val="bg1">
                    <a:alpha val="65000"/>
                  </a:schemeClr>
                </a:solidFill>
              </a:defRPr>
            </a:lvl1pPr>
          </a:lstStyle>
          <a:p>
            <a:r>
              <a:rPr lang="en-US"/>
              <a:t>Click to add section divider text</a:t>
            </a:r>
          </a:p>
        </p:txBody>
      </p:sp>
      <p:sp>
        <p:nvSpPr>
          <p:cNvPr id="21" name="Text Placeholder 20">
            <a:extLst>
              <a:ext uri="{FF2B5EF4-FFF2-40B4-BE49-F238E27FC236}">
                <a16:creationId xmlns:a16="http://schemas.microsoft.com/office/drawing/2014/main" id="{9115E250-E415-ADB7-5CD0-E76009059116}"/>
              </a:ext>
            </a:extLst>
          </p:cNvPr>
          <p:cNvSpPr>
            <a:spLocks noGrp="1"/>
          </p:cNvSpPr>
          <p:nvPr>
            <p:ph type="body" sz="quarter" idx="14" hasCustomPrompt="1"/>
          </p:nvPr>
        </p:nvSpPr>
        <p:spPr>
          <a:xfrm>
            <a:off x="1417648" y="4058698"/>
            <a:ext cx="10236189" cy="1046184"/>
          </a:xfrm>
        </p:spPr>
        <p:txBody>
          <a:bodyPr wrap="square">
            <a:spAutoFit/>
          </a:bodyPr>
          <a:lstStyle>
            <a:lvl1pPr marL="0" indent="0">
              <a:buNone/>
              <a:defRPr sz="6700" b="1" kern="2400" spc="-550" baseline="0">
                <a:solidFill>
                  <a:schemeClr val="bg1">
                    <a:alpha val="90000"/>
                  </a:schemeClr>
                </a:solidFill>
              </a:defRPr>
            </a:lvl1pPr>
          </a:lstStyle>
          <a:p>
            <a:pPr lvl="0"/>
            <a:r>
              <a:rPr lang="en-US"/>
              <a:t>preferably two lines</a:t>
            </a:r>
          </a:p>
        </p:txBody>
      </p:sp>
      <p:sp>
        <p:nvSpPr>
          <p:cNvPr id="6" name="Rectangle 5">
            <a:extLst>
              <a:ext uri="{FF2B5EF4-FFF2-40B4-BE49-F238E27FC236}">
                <a16:creationId xmlns:a16="http://schemas.microsoft.com/office/drawing/2014/main" id="{8580A4D0-62DF-1D03-2CBF-172ABDF7AE5E}"/>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80222FCD-6EFA-D57F-3CCB-25A6F4818FFE}"/>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8" name="Text Placeholder 14">
            <a:extLst>
              <a:ext uri="{FF2B5EF4-FFF2-40B4-BE49-F238E27FC236}">
                <a16:creationId xmlns:a16="http://schemas.microsoft.com/office/drawing/2014/main" id="{FA6D5942-2F9C-5E1F-D2C4-2BEF6EB128B9}"/>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dividing the presentation into sections.</a:t>
            </a:r>
          </a:p>
          <a:p>
            <a:pPr>
              <a:lnSpc>
                <a:spcPct val="100000"/>
              </a:lnSpc>
              <a:spcBef>
                <a:spcPts val="600"/>
              </a:spcBef>
              <a:spcAft>
                <a:spcPts val="600"/>
              </a:spcAft>
            </a:pPr>
            <a:r>
              <a:rPr lang="en-US" sz="1050">
                <a:solidFill>
                  <a:schemeClr val="tx1">
                    <a:alpha val="90000"/>
                  </a:schemeClr>
                </a:solidFill>
              </a:rPr>
              <a:t>This picture is </a:t>
            </a:r>
            <a:br>
              <a:rPr lang="en-US" sz="1050">
                <a:solidFill>
                  <a:schemeClr val="tx1">
                    <a:alpha val="90000"/>
                  </a:schemeClr>
                </a:solidFill>
              </a:rPr>
            </a:br>
            <a:r>
              <a:rPr lang="en-US" sz="1050">
                <a:solidFill>
                  <a:schemeClr val="tx1">
                    <a:alpha val="90000"/>
                  </a:schemeClr>
                </a:solidFill>
              </a:rPr>
              <a:t>one of two default options.</a:t>
            </a:r>
          </a:p>
          <a:p>
            <a:pPr>
              <a:lnSpc>
                <a:spcPct val="100000"/>
              </a:lnSpc>
              <a:spcBef>
                <a:spcPts val="600"/>
              </a:spcBef>
              <a:spcAft>
                <a:spcPts val="600"/>
              </a:spcAft>
            </a:pPr>
            <a:r>
              <a:rPr lang="en-US" sz="1050">
                <a:solidFill>
                  <a:schemeClr val="tx1">
                    <a:alpha val="90000"/>
                  </a:schemeClr>
                </a:solidFill>
              </a:rPr>
              <a:t>The picture may be exchanged. </a:t>
            </a:r>
            <a:br>
              <a:rPr lang="en-US" sz="1050">
                <a:solidFill>
                  <a:schemeClr val="tx1">
                    <a:alpha val="90000"/>
                  </a:schemeClr>
                </a:solidFill>
              </a:rPr>
            </a:br>
            <a:r>
              <a:rPr lang="en-US" sz="1050">
                <a:solidFill>
                  <a:schemeClr val="tx1">
                    <a:alpha val="90000"/>
                  </a:schemeClr>
                </a:solidFill>
              </a:rPr>
              <a:t>To do so, please use the next slides with either black or white text. Choose the option with the best legibility.</a:t>
            </a:r>
          </a:p>
          <a:p>
            <a:endParaRPr lang="en-US" sz="1050">
              <a:solidFill>
                <a:schemeClr val="tx1">
                  <a:alpha val="90000"/>
                </a:schemeClr>
              </a:solidFill>
            </a:endParaRPr>
          </a:p>
        </p:txBody>
      </p:sp>
      <p:sp>
        <p:nvSpPr>
          <p:cNvPr id="9" name="Text Placeholder 14">
            <a:extLst>
              <a:ext uri="{FF2B5EF4-FFF2-40B4-BE49-F238E27FC236}">
                <a16:creationId xmlns:a16="http://schemas.microsoft.com/office/drawing/2014/main" id="{B3141728-31EC-6AB0-5F94-ADA984279C10}"/>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Section divider (option 1)</a:t>
            </a:r>
          </a:p>
        </p:txBody>
      </p:sp>
      <p:cxnSp>
        <p:nvCxnSpPr>
          <p:cNvPr id="10" name="Straight Connector 9">
            <a:extLst>
              <a:ext uri="{FF2B5EF4-FFF2-40B4-BE49-F238E27FC236}">
                <a16:creationId xmlns:a16="http://schemas.microsoft.com/office/drawing/2014/main" id="{4C2D8BAE-8265-943B-4F1A-5211C25E9C08}"/>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89298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divider   (option 2)">
    <p:spTree>
      <p:nvGrpSpPr>
        <p:cNvPr id="1" name=""/>
        <p:cNvGrpSpPr/>
        <p:nvPr/>
      </p:nvGrpSpPr>
      <p:grpSpPr>
        <a:xfrm>
          <a:off x="0" y="0"/>
          <a:ext cx="0" cy="0"/>
          <a:chOff x="0" y="0"/>
          <a:chExt cx="0" cy="0"/>
        </a:xfrm>
      </p:grpSpPr>
      <p:pic>
        <p:nvPicPr>
          <p:cNvPr id="15" name="Picture 14" descr="Close-up of a molecule model&#10;&#10;Description automatically generated">
            <a:extLst>
              <a:ext uri="{FF2B5EF4-FFF2-40B4-BE49-F238E27FC236}">
                <a16:creationId xmlns:a16="http://schemas.microsoft.com/office/drawing/2014/main" id="{74B99D62-9F91-5C92-67D0-79C3034972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323584"/>
          </a:xfrm>
          <a:prstGeom prst="rect">
            <a:avLst/>
          </a:prstGeom>
        </p:spPr>
      </p:pic>
      <p:sp>
        <p:nvSpPr>
          <p:cNvPr id="3" name="Footer Placeholder 2">
            <a:extLst>
              <a:ext uri="{FF2B5EF4-FFF2-40B4-BE49-F238E27FC236}">
                <a16:creationId xmlns:a16="http://schemas.microsoft.com/office/drawing/2014/main" id="{CD2E82C4-E4C4-75F7-134D-532AAFEFE9C6}"/>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75BCA23C-5C32-5088-F69D-1334AF24ED3E}"/>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6F1A2ADD-C034-0CE2-60D7-A98BC33CC8C1}"/>
              </a:ext>
            </a:extLst>
          </p:cNvPr>
          <p:cNvSpPr>
            <a:spLocks noGrp="1"/>
          </p:cNvSpPr>
          <p:nvPr>
            <p:ph type="dt" sz="half" idx="12"/>
          </p:nvPr>
        </p:nvSpPr>
        <p:spPr/>
        <p:txBody>
          <a:bodyPr/>
          <a:lstStyle/>
          <a:p>
            <a:fld id="{B1576624-D3C2-40D0-A3F0-D4FECC101AFD}" type="datetime4">
              <a:rPr lang="en-US" smtClean="0"/>
              <a:t>March 3, 2026</a:t>
            </a:fld>
            <a:endParaRPr lang="en-US"/>
          </a:p>
        </p:txBody>
      </p:sp>
      <p:sp>
        <p:nvSpPr>
          <p:cNvPr id="8" name="Title 12">
            <a:extLst>
              <a:ext uri="{FF2B5EF4-FFF2-40B4-BE49-F238E27FC236}">
                <a16:creationId xmlns:a16="http://schemas.microsoft.com/office/drawing/2014/main" id="{17646EFD-1BA6-B9D0-1A4E-4B29DA263089}"/>
              </a:ext>
            </a:extLst>
          </p:cNvPr>
          <p:cNvSpPr>
            <a:spLocks noGrp="1"/>
          </p:cNvSpPr>
          <p:nvPr>
            <p:ph type="title" hasCustomPrompt="1"/>
          </p:nvPr>
        </p:nvSpPr>
        <p:spPr>
          <a:xfrm>
            <a:off x="793999" y="3717156"/>
            <a:ext cx="10859839" cy="927946"/>
          </a:xfrm>
        </p:spPr>
        <p:txBody>
          <a:bodyPr wrap="square" anchor="t">
            <a:spAutoFit/>
          </a:bodyPr>
          <a:lstStyle>
            <a:lvl1pPr>
              <a:defRPr sz="6700" kern="2400" spc="-550" baseline="0">
                <a:solidFill>
                  <a:schemeClr val="tx1">
                    <a:alpha val="65000"/>
                  </a:schemeClr>
                </a:solidFill>
              </a:defRPr>
            </a:lvl1pPr>
          </a:lstStyle>
          <a:p>
            <a:r>
              <a:rPr lang="en-US"/>
              <a:t>Click to add section divider text</a:t>
            </a:r>
          </a:p>
        </p:txBody>
      </p:sp>
      <p:sp>
        <p:nvSpPr>
          <p:cNvPr id="9" name="Text Placeholder 20">
            <a:extLst>
              <a:ext uri="{FF2B5EF4-FFF2-40B4-BE49-F238E27FC236}">
                <a16:creationId xmlns:a16="http://schemas.microsoft.com/office/drawing/2014/main" id="{7979CC9F-AAF7-2AF9-D714-EB52A17293DF}"/>
              </a:ext>
            </a:extLst>
          </p:cNvPr>
          <p:cNvSpPr>
            <a:spLocks noGrp="1"/>
          </p:cNvSpPr>
          <p:nvPr>
            <p:ph type="body" sz="quarter" idx="14" hasCustomPrompt="1"/>
          </p:nvPr>
        </p:nvSpPr>
        <p:spPr>
          <a:xfrm>
            <a:off x="1417648" y="4058698"/>
            <a:ext cx="10236189" cy="1046184"/>
          </a:xfrm>
        </p:spPr>
        <p:txBody>
          <a:bodyPr wrap="square">
            <a:spAutoFit/>
          </a:bodyPr>
          <a:lstStyle>
            <a:lvl1pPr marL="0" indent="0">
              <a:buNone/>
              <a:defRPr sz="6700" b="1" kern="2400" spc="-550" baseline="0">
                <a:solidFill>
                  <a:schemeClr val="tx1">
                    <a:alpha val="90000"/>
                  </a:schemeClr>
                </a:solidFill>
              </a:defRPr>
            </a:lvl1pPr>
          </a:lstStyle>
          <a:p>
            <a:pPr lvl="0"/>
            <a:r>
              <a:rPr lang="en-US"/>
              <a:t>preferably two lines</a:t>
            </a:r>
          </a:p>
        </p:txBody>
      </p:sp>
      <p:sp>
        <p:nvSpPr>
          <p:cNvPr id="6" name="Rectangle 5">
            <a:extLst>
              <a:ext uri="{FF2B5EF4-FFF2-40B4-BE49-F238E27FC236}">
                <a16:creationId xmlns:a16="http://schemas.microsoft.com/office/drawing/2014/main" id="{9E56BE92-B6AF-4EBF-C16F-778DC6C57D4D}"/>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4954EA71-083A-12A4-22DD-BB27C3CE0C50}"/>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0" name="Text Placeholder 14">
            <a:extLst>
              <a:ext uri="{FF2B5EF4-FFF2-40B4-BE49-F238E27FC236}">
                <a16:creationId xmlns:a16="http://schemas.microsoft.com/office/drawing/2014/main" id="{330B1C6D-BEDE-9B44-1534-C7F64762F418}"/>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dividing the presentation into sections.</a:t>
            </a:r>
          </a:p>
          <a:p>
            <a:pPr>
              <a:lnSpc>
                <a:spcPct val="100000"/>
              </a:lnSpc>
              <a:spcBef>
                <a:spcPts val="600"/>
              </a:spcBef>
              <a:spcAft>
                <a:spcPts val="600"/>
              </a:spcAft>
            </a:pPr>
            <a:r>
              <a:rPr lang="en-US" sz="1050">
                <a:solidFill>
                  <a:schemeClr val="tx1">
                    <a:alpha val="90000"/>
                  </a:schemeClr>
                </a:solidFill>
              </a:rPr>
              <a:t>This picture is </a:t>
            </a:r>
            <a:br>
              <a:rPr lang="en-US" sz="1050">
                <a:solidFill>
                  <a:schemeClr val="tx1">
                    <a:alpha val="90000"/>
                  </a:schemeClr>
                </a:solidFill>
              </a:rPr>
            </a:br>
            <a:r>
              <a:rPr lang="en-US" sz="1050">
                <a:solidFill>
                  <a:schemeClr val="tx1">
                    <a:alpha val="90000"/>
                  </a:schemeClr>
                </a:solidFill>
              </a:rPr>
              <a:t>one of two default options.</a:t>
            </a:r>
          </a:p>
          <a:p>
            <a:pPr>
              <a:lnSpc>
                <a:spcPct val="100000"/>
              </a:lnSpc>
              <a:spcBef>
                <a:spcPts val="600"/>
              </a:spcBef>
              <a:spcAft>
                <a:spcPts val="600"/>
              </a:spcAft>
            </a:pPr>
            <a:r>
              <a:rPr lang="en-US" sz="1050">
                <a:solidFill>
                  <a:schemeClr val="tx1">
                    <a:alpha val="90000"/>
                  </a:schemeClr>
                </a:solidFill>
              </a:rPr>
              <a:t>The picture may be exchanged. </a:t>
            </a:r>
            <a:br>
              <a:rPr lang="en-US" sz="1050">
                <a:solidFill>
                  <a:schemeClr val="tx1">
                    <a:alpha val="90000"/>
                  </a:schemeClr>
                </a:solidFill>
              </a:rPr>
            </a:br>
            <a:r>
              <a:rPr lang="en-US" sz="1050">
                <a:solidFill>
                  <a:schemeClr val="tx1">
                    <a:alpha val="90000"/>
                  </a:schemeClr>
                </a:solidFill>
              </a:rPr>
              <a:t>To do so, please use the next slides with either black or white text. Choose the option with the best legibility.</a:t>
            </a:r>
          </a:p>
        </p:txBody>
      </p:sp>
      <p:sp>
        <p:nvSpPr>
          <p:cNvPr id="11" name="Text Placeholder 14">
            <a:extLst>
              <a:ext uri="{FF2B5EF4-FFF2-40B4-BE49-F238E27FC236}">
                <a16:creationId xmlns:a16="http://schemas.microsoft.com/office/drawing/2014/main" id="{377B16C4-9D9B-7425-9943-F5F8AEA356F0}"/>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Section divider </a:t>
            </a:r>
            <a:br>
              <a:rPr lang="en-US" sz="1500" b="1">
                <a:solidFill>
                  <a:schemeClr val="tx1">
                    <a:alpha val="90000"/>
                  </a:schemeClr>
                </a:solidFill>
              </a:rPr>
            </a:br>
            <a:r>
              <a:rPr lang="en-US" sz="1500" b="1">
                <a:solidFill>
                  <a:schemeClr val="tx1">
                    <a:alpha val="90000"/>
                  </a:schemeClr>
                </a:solidFill>
              </a:rPr>
              <a:t>(option 2)</a:t>
            </a:r>
          </a:p>
        </p:txBody>
      </p:sp>
      <p:cxnSp>
        <p:nvCxnSpPr>
          <p:cNvPr id="12" name="Straight Connector 11">
            <a:extLst>
              <a:ext uri="{FF2B5EF4-FFF2-40B4-BE49-F238E27FC236}">
                <a16:creationId xmlns:a16="http://schemas.microsoft.com/office/drawing/2014/main" id="{62B737E4-A90E-3E2E-DD24-E48CC21B9DAA}"/>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15016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  Section divider    (white text)">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0DA28AF9-6B31-A8DE-F8D6-C4B3FAF3273A}"/>
              </a:ext>
            </a:extLst>
          </p:cNvPr>
          <p:cNvSpPr>
            <a:spLocks noGrp="1"/>
          </p:cNvSpPr>
          <p:nvPr>
            <p:ph type="pic" sz="quarter" idx="30"/>
          </p:nvPr>
        </p:nvSpPr>
        <p:spPr>
          <a:xfrm>
            <a:off x="0" y="0"/>
            <a:ext cx="12192000" cy="6319838"/>
          </a:xfrm>
          <a:solidFill>
            <a:schemeClr val="bg2"/>
          </a:solidFill>
        </p:spPr>
        <p:txBody>
          <a:bodyPr tIns="2628000"/>
          <a:lstStyle>
            <a:lvl1pPr marL="0" indent="0" algn="ctr">
              <a:buNone/>
              <a:defRPr i="1"/>
            </a:lvl1pPr>
          </a:lstStyle>
          <a:p>
            <a:r>
              <a:rPr lang="en-US"/>
              <a:t>Click icon to add picture</a:t>
            </a:r>
          </a:p>
        </p:txBody>
      </p:sp>
      <p:sp>
        <p:nvSpPr>
          <p:cNvPr id="3" name="Footer Placeholder 2">
            <a:extLst>
              <a:ext uri="{FF2B5EF4-FFF2-40B4-BE49-F238E27FC236}">
                <a16:creationId xmlns:a16="http://schemas.microsoft.com/office/drawing/2014/main" id="{CD2E82C4-E4C4-75F7-134D-532AAFEFE9C6}"/>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75BCA23C-5C32-5088-F69D-1334AF24ED3E}"/>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6F1A2ADD-C034-0CE2-60D7-A98BC33CC8C1}"/>
              </a:ext>
            </a:extLst>
          </p:cNvPr>
          <p:cNvSpPr>
            <a:spLocks noGrp="1"/>
          </p:cNvSpPr>
          <p:nvPr>
            <p:ph type="dt" sz="half" idx="12"/>
          </p:nvPr>
        </p:nvSpPr>
        <p:spPr/>
        <p:txBody>
          <a:bodyPr/>
          <a:lstStyle/>
          <a:p>
            <a:fld id="{B1576624-D3C2-40D0-A3F0-D4FECC101AFD}" type="datetime4">
              <a:rPr lang="en-US" smtClean="0"/>
              <a:t>March 3, 2026</a:t>
            </a:fld>
            <a:endParaRPr lang="en-US"/>
          </a:p>
        </p:txBody>
      </p:sp>
      <p:sp>
        <p:nvSpPr>
          <p:cNvPr id="8" name="Title 12">
            <a:extLst>
              <a:ext uri="{FF2B5EF4-FFF2-40B4-BE49-F238E27FC236}">
                <a16:creationId xmlns:a16="http://schemas.microsoft.com/office/drawing/2014/main" id="{17646EFD-1BA6-B9D0-1A4E-4B29DA263089}"/>
              </a:ext>
            </a:extLst>
          </p:cNvPr>
          <p:cNvSpPr>
            <a:spLocks noGrp="1"/>
          </p:cNvSpPr>
          <p:nvPr>
            <p:ph type="title" hasCustomPrompt="1"/>
          </p:nvPr>
        </p:nvSpPr>
        <p:spPr>
          <a:xfrm>
            <a:off x="793999" y="3717156"/>
            <a:ext cx="10859839" cy="927946"/>
          </a:xfrm>
        </p:spPr>
        <p:txBody>
          <a:bodyPr wrap="square" anchor="t">
            <a:spAutoFit/>
          </a:bodyPr>
          <a:lstStyle>
            <a:lvl1pPr>
              <a:defRPr sz="6700" kern="2400" spc="-550" baseline="0">
                <a:solidFill>
                  <a:schemeClr val="bg1">
                    <a:alpha val="65000"/>
                  </a:schemeClr>
                </a:solidFill>
              </a:defRPr>
            </a:lvl1pPr>
          </a:lstStyle>
          <a:p>
            <a:r>
              <a:rPr lang="en-US"/>
              <a:t>Click to add section divider text</a:t>
            </a:r>
          </a:p>
        </p:txBody>
      </p:sp>
      <p:sp>
        <p:nvSpPr>
          <p:cNvPr id="9" name="Text Placeholder 20">
            <a:extLst>
              <a:ext uri="{FF2B5EF4-FFF2-40B4-BE49-F238E27FC236}">
                <a16:creationId xmlns:a16="http://schemas.microsoft.com/office/drawing/2014/main" id="{7979CC9F-AAF7-2AF9-D714-EB52A17293DF}"/>
              </a:ext>
            </a:extLst>
          </p:cNvPr>
          <p:cNvSpPr>
            <a:spLocks noGrp="1"/>
          </p:cNvSpPr>
          <p:nvPr>
            <p:ph type="body" sz="quarter" idx="14" hasCustomPrompt="1"/>
          </p:nvPr>
        </p:nvSpPr>
        <p:spPr>
          <a:xfrm>
            <a:off x="1417648" y="4058698"/>
            <a:ext cx="10236189" cy="1046184"/>
          </a:xfrm>
        </p:spPr>
        <p:txBody>
          <a:bodyPr wrap="square">
            <a:spAutoFit/>
          </a:bodyPr>
          <a:lstStyle>
            <a:lvl1pPr marL="0" indent="0">
              <a:buNone/>
              <a:defRPr sz="6700" b="1" kern="2400" spc="-550" baseline="0">
                <a:solidFill>
                  <a:schemeClr val="bg1">
                    <a:alpha val="90000"/>
                  </a:schemeClr>
                </a:solidFill>
              </a:defRPr>
            </a:lvl1pPr>
          </a:lstStyle>
          <a:p>
            <a:pPr lvl="0"/>
            <a:r>
              <a:rPr lang="en-US"/>
              <a:t>preferably two lines</a:t>
            </a:r>
          </a:p>
        </p:txBody>
      </p:sp>
      <p:sp>
        <p:nvSpPr>
          <p:cNvPr id="6" name="Rectangle 5">
            <a:extLst>
              <a:ext uri="{FF2B5EF4-FFF2-40B4-BE49-F238E27FC236}">
                <a16:creationId xmlns:a16="http://schemas.microsoft.com/office/drawing/2014/main" id="{6292582B-B814-EAB8-3D6E-D6AC89177A74}"/>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84C7EB64-5E1A-9222-5FA6-49C6F7F9009D}"/>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0" name="Text Placeholder 14">
            <a:extLst>
              <a:ext uri="{FF2B5EF4-FFF2-40B4-BE49-F238E27FC236}">
                <a16:creationId xmlns:a16="http://schemas.microsoft.com/office/drawing/2014/main" id="{612A211E-01A4-071E-72EC-4DC6854341F5}"/>
              </a:ext>
            </a:extLst>
          </p:cNvPr>
          <p:cNvSpPr txBox="1">
            <a:spLocks/>
          </p:cNvSpPr>
          <p:nvPr userDrawn="1"/>
        </p:nvSpPr>
        <p:spPr>
          <a:xfrm>
            <a:off x="-1584000" y="1105200"/>
            <a:ext cx="1476000" cy="5333772"/>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dividing the presentation into sections.</a:t>
            </a:r>
          </a:p>
          <a:p>
            <a:pPr>
              <a:lnSpc>
                <a:spcPct val="100000"/>
              </a:lnSpc>
              <a:spcBef>
                <a:spcPts val="600"/>
              </a:spcBef>
              <a:spcAft>
                <a:spcPts val="600"/>
              </a:spcAft>
            </a:pPr>
            <a:r>
              <a:rPr lang="en-US" sz="1050">
                <a:solidFill>
                  <a:schemeClr val="tx1">
                    <a:alpha val="90000"/>
                  </a:schemeClr>
                </a:solidFill>
              </a:rPr>
              <a:t>Use this slide to insert a picture. To do so, click the icon on the slide. If possible, select a picture that picks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The picture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b="1">
                <a:solidFill>
                  <a:schemeClr val="tx1">
                    <a:alpha val="90000"/>
                  </a:schemeClr>
                </a:solidFill>
              </a:rPr>
              <a:t>Check the legibility </a:t>
            </a:r>
            <a:r>
              <a:rPr lang="en-US" sz="1050">
                <a:solidFill>
                  <a:schemeClr val="tx1">
                    <a:alpha val="90000"/>
                  </a:schemeClr>
                </a:solidFill>
              </a:rPr>
              <a:t>of the text and consider if this text color works the best, or if the layout option with black text is better. </a:t>
            </a:r>
          </a:p>
        </p:txBody>
      </p:sp>
      <p:sp>
        <p:nvSpPr>
          <p:cNvPr id="11" name="Text Placeholder 14">
            <a:extLst>
              <a:ext uri="{FF2B5EF4-FFF2-40B4-BE49-F238E27FC236}">
                <a16:creationId xmlns:a16="http://schemas.microsoft.com/office/drawing/2014/main" id="{27E9DDD8-A8FD-1769-4AF5-3433EB05625A}"/>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Section divider </a:t>
            </a:r>
            <a:br>
              <a:rPr lang="en-US" sz="1500" b="1">
                <a:solidFill>
                  <a:schemeClr val="tx1">
                    <a:alpha val="90000"/>
                  </a:schemeClr>
                </a:solidFill>
              </a:rPr>
            </a:br>
            <a:r>
              <a:rPr lang="en-US" sz="1500" b="1">
                <a:solidFill>
                  <a:schemeClr val="tx1">
                    <a:alpha val="90000"/>
                  </a:schemeClr>
                </a:solidFill>
              </a:rPr>
              <a:t>(white text)</a:t>
            </a:r>
          </a:p>
        </p:txBody>
      </p:sp>
      <p:cxnSp>
        <p:nvCxnSpPr>
          <p:cNvPr id="12" name="Straight Connector 11">
            <a:extLst>
              <a:ext uri="{FF2B5EF4-FFF2-40B4-BE49-F238E27FC236}">
                <a16:creationId xmlns:a16="http://schemas.microsoft.com/office/drawing/2014/main" id="{E285B26E-7DCC-BF3F-F5A4-F0978CB640DE}"/>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69811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  Section divider    (black text)">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7C3D02A2-500F-8322-38B5-0A1AB415FAD5}"/>
              </a:ext>
            </a:extLst>
          </p:cNvPr>
          <p:cNvSpPr>
            <a:spLocks noGrp="1"/>
          </p:cNvSpPr>
          <p:nvPr>
            <p:ph type="pic" sz="quarter" idx="30"/>
          </p:nvPr>
        </p:nvSpPr>
        <p:spPr>
          <a:xfrm>
            <a:off x="0" y="0"/>
            <a:ext cx="12192000" cy="6319838"/>
          </a:xfrm>
          <a:solidFill>
            <a:schemeClr val="bg2"/>
          </a:solidFill>
        </p:spPr>
        <p:txBody>
          <a:bodyPr tIns="2628000"/>
          <a:lstStyle>
            <a:lvl1pPr marL="0" indent="0" algn="ctr">
              <a:buNone/>
              <a:defRPr i="1"/>
            </a:lvl1pPr>
          </a:lstStyle>
          <a:p>
            <a:r>
              <a:rPr lang="en-US"/>
              <a:t>Click icon to add picture</a:t>
            </a:r>
          </a:p>
        </p:txBody>
      </p:sp>
      <p:sp>
        <p:nvSpPr>
          <p:cNvPr id="3" name="Footer Placeholder 2">
            <a:extLst>
              <a:ext uri="{FF2B5EF4-FFF2-40B4-BE49-F238E27FC236}">
                <a16:creationId xmlns:a16="http://schemas.microsoft.com/office/drawing/2014/main" id="{CD2E82C4-E4C4-75F7-134D-532AAFEFE9C6}"/>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75BCA23C-5C32-5088-F69D-1334AF24ED3E}"/>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6F1A2ADD-C034-0CE2-60D7-A98BC33CC8C1}"/>
              </a:ext>
            </a:extLst>
          </p:cNvPr>
          <p:cNvSpPr>
            <a:spLocks noGrp="1"/>
          </p:cNvSpPr>
          <p:nvPr>
            <p:ph type="dt" sz="half" idx="12"/>
          </p:nvPr>
        </p:nvSpPr>
        <p:spPr/>
        <p:txBody>
          <a:bodyPr/>
          <a:lstStyle/>
          <a:p>
            <a:fld id="{B1576624-D3C2-40D0-A3F0-D4FECC101AFD}" type="datetime4">
              <a:rPr lang="en-US" smtClean="0"/>
              <a:t>March 3, 2026</a:t>
            </a:fld>
            <a:endParaRPr lang="en-US"/>
          </a:p>
        </p:txBody>
      </p:sp>
      <p:sp>
        <p:nvSpPr>
          <p:cNvPr id="8" name="Title 12">
            <a:extLst>
              <a:ext uri="{FF2B5EF4-FFF2-40B4-BE49-F238E27FC236}">
                <a16:creationId xmlns:a16="http://schemas.microsoft.com/office/drawing/2014/main" id="{17646EFD-1BA6-B9D0-1A4E-4B29DA263089}"/>
              </a:ext>
            </a:extLst>
          </p:cNvPr>
          <p:cNvSpPr>
            <a:spLocks noGrp="1"/>
          </p:cNvSpPr>
          <p:nvPr>
            <p:ph type="title" hasCustomPrompt="1"/>
          </p:nvPr>
        </p:nvSpPr>
        <p:spPr>
          <a:xfrm>
            <a:off x="793999" y="3717156"/>
            <a:ext cx="10859839" cy="927946"/>
          </a:xfrm>
        </p:spPr>
        <p:txBody>
          <a:bodyPr wrap="square" anchor="t">
            <a:spAutoFit/>
          </a:bodyPr>
          <a:lstStyle>
            <a:lvl1pPr>
              <a:defRPr sz="6700" kern="2400" spc="-550" baseline="0">
                <a:solidFill>
                  <a:schemeClr val="tx1">
                    <a:alpha val="65000"/>
                  </a:schemeClr>
                </a:solidFill>
              </a:defRPr>
            </a:lvl1pPr>
          </a:lstStyle>
          <a:p>
            <a:r>
              <a:rPr lang="en-US"/>
              <a:t>Click to add section divider text</a:t>
            </a:r>
          </a:p>
        </p:txBody>
      </p:sp>
      <p:sp>
        <p:nvSpPr>
          <p:cNvPr id="9" name="Text Placeholder 20">
            <a:extLst>
              <a:ext uri="{FF2B5EF4-FFF2-40B4-BE49-F238E27FC236}">
                <a16:creationId xmlns:a16="http://schemas.microsoft.com/office/drawing/2014/main" id="{7979CC9F-AAF7-2AF9-D714-EB52A17293DF}"/>
              </a:ext>
            </a:extLst>
          </p:cNvPr>
          <p:cNvSpPr>
            <a:spLocks noGrp="1"/>
          </p:cNvSpPr>
          <p:nvPr>
            <p:ph type="body" sz="quarter" idx="14" hasCustomPrompt="1"/>
          </p:nvPr>
        </p:nvSpPr>
        <p:spPr>
          <a:xfrm>
            <a:off x="1417648" y="4058698"/>
            <a:ext cx="10236189" cy="1046184"/>
          </a:xfrm>
        </p:spPr>
        <p:txBody>
          <a:bodyPr wrap="square">
            <a:spAutoFit/>
          </a:bodyPr>
          <a:lstStyle>
            <a:lvl1pPr marL="0" indent="0">
              <a:buNone/>
              <a:defRPr sz="6700" b="1" kern="2400" spc="-550" baseline="0">
                <a:solidFill>
                  <a:schemeClr val="tx1">
                    <a:alpha val="90000"/>
                  </a:schemeClr>
                </a:solidFill>
              </a:defRPr>
            </a:lvl1pPr>
          </a:lstStyle>
          <a:p>
            <a:pPr lvl="0"/>
            <a:r>
              <a:rPr lang="en-US"/>
              <a:t>preferably two lines</a:t>
            </a:r>
          </a:p>
        </p:txBody>
      </p:sp>
      <p:sp>
        <p:nvSpPr>
          <p:cNvPr id="6" name="Rectangle 5">
            <a:extLst>
              <a:ext uri="{FF2B5EF4-FFF2-40B4-BE49-F238E27FC236}">
                <a16:creationId xmlns:a16="http://schemas.microsoft.com/office/drawing/2014/main" id="{9E56BE92-B6AF-4EBF-C16F-778DC6C57D4D}"/>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4954EA71-083A-12A4-22DD-BB27C3CE0C50}"/>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0" name="Text Placeholder 14">
            <a:extLst>
              <a:ext uri="{FF2B5EF4-FFF2-40B4-BE49-F238E27FC236}">
                <a16:creationId xmlns:a16="http://schemas.microsoft.com/office/drawing/2014/main" id="{330B1C6D-BEDE-9B44-1534-C7F64762F418}"/>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dividing the presentation into sections.</a:t>
            </a:r>
          </a:p>
          <a:p>
            <a:pPr>
              <a:lnSpc>
                <a:spcPct val="100000"/>
              </a:lnSpc>
              <a:spcBef>
                <a:spcPts val="600"/>
              </a:spcBef>
              <a:spcAft>
                <a:spcPts val="600"/>
              </a:spcAft>
            </a:pPr>
            <a:r>
              <a:rPr lang="en-US" sz="1050">
                <a:solidFill>
                  <a:schemeClr val="tx1">
                    <a:alpha val="90000"/>
                  </a:schemeClr>
                </a:solidFill>
              </a:rPr>
              <a:t>Use this slide to insert a picture. To do so, click the icon on the slide. If possible, select a picture that picks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The picture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b="1">
                <a:solidFill>
                  <a:schemeClr val="tx1">
                    <a:alpha val="90000"/>
                  </a:schemeClr>
                </a:solidFill>
              </a:rPr>
              <a:t>Check the legibility </a:t>
            </a:r>
            <a:r>
              <a:rPr lang="en-US" sz="1050">
                <a:solidFill>
                  <a:schemeClr val="tx1">
                    <a:alpha val="90000"/>
                  </a:schemeClr>
                </a:solidFill>
              </a:rPr>
              <a:t>of the text and consider if this text color works the best, or if the layout option with white text is better. </a:t>
            </a:r>
          </a:p>
        </p:txBody>
      </p:sp>
      <p:sp>
        <p:nvSpPr>
          <p:cNvPr id="11" name="Text Placeholder 14">
            <a:extLst>
              <a:ext uri="{FF2B5EF4-FFF2-40B4-BE49-F238E27FC236}">
                <a16:creationId xmlns:a16="http://schemas.microsoft.com/office/drawing/2014/main" id="{377B16C4-9D9B-7425-9943-F5F8AEA356F0}"/>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Section divider </a:t>
            </a:r>
            <a:br>
              <a:rPr lang="en-US" sz="1500" b="1">
                <a:solidFill>
                  <a:schemeClr val="tx1">
                    <a:alpha val="90000"/>
                  </a:schemeClr>
                </a:solidFill>
              </a:rPr>
            </a:br>
            <a:r>
              <a:rPr lang="en-US" sz="1500" b="1">
                <a:solidFill>
                  <a:schemeClr val="tx1">
                    <a:alpha val="90000"/>
                  </a:schemeClr>
                </a:solidFill>
              </a:rPr>
              <a:t>(black text)</a:t>
            </a:r>
          </a:p>
        </p:txBody>
      </p:sp>
      <p:cxnSp>
        <p:nvCxnSpPr>
          <p:cNvPr id="12" name="Straight Connector 11">
            <a:extLst>
              <a:ext uri="{FF2B5EF4-FFF2-40B4-BE49-F238E27FC236}">
                <a16:creationId xmlns:a16="http://schemas.microsoft.com/office/drawing/2014/main" id="{62B737E4-A90E-3E2E-DD24-E48CC21B9DAA}"/>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61401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Agenda</a:t>
            </a:r>
          </a:p>
        </p:txBody>
      </p:sp>
    </p:spTree>
    <p:extLst>
      <p:ext uri="{BB962C8B-B14F-4D97-AF65-F5344CB8AC3E}">
        <p14:creationId xmlns:p14="http://schemas.microsoft.com/office/powerpoint/2010/main" val="277001242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 Title &amp; subtitle + agenda (option 1)">
    <p:spTree>
      <p:nvGrpSpPr>
        <p:cNvPr id="1" name=""/>
        <p:cNvGrpSpPr/>
        <p:nvPr/>
      </p:nvGrpSpPr>
      <p:grpSpPr>
        <a:xfrm>
          <a:off x="0" y="0"/>
          <a:ext cx="0" cy="0"/>
          <a:chOff x="0" y="0"/>
          <a:chExt cx="0" cy="0"/>
        </a:xfrm>
      </p:grpSpPr>
      <p:pic>
        <p:nvPicPr>
          <p:cNvPr id="32" name="Picture 31" descr="A white flag with black text on a pole&#10;&#10;Description automatically generated">
            <a:extLst>
              <a:ext uri="{FF2B5EF4-FFF2-40B4-BE49-F238E27FC236}">
                <a16:creationId xmlns:a16="http://schemas.microsoft.com/office/drawing/2014/main" id="{763E3F4E-B0BB-E808-818B-D3020FABE93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6637" cy="6317997"/>
          </a:xfrm>
          <a:prstGeom prst="rect">
            <a:avLst/>
          </a:prstGeom>
        </p:spPr>
      </p:pic>
      <p:sp>
        <p:nvSpPr>
          <p:cNvPr id="9" name="Rectangle 8">
            <a:extLst>
              <a:ext uri="{FF2B5EF4-FFF2-40B4-BE49-F238E27FC236}">
                <a16:creationId xmlns:a16="http://schemas.microsoft.com/office/drawing/2014/main" id="{A8F97CC1-C8F3-57AD-6461-1870B0EDC7FC}"/>
              </a:ext>
            </a:extLst>
          </p:cNvPr>
          <p:cNvSpPr>
            <a:spLocks/>
          </p:cNvSpPr>
          <p:nvPr userDrawn="1"/>
        </p:nvSpPr>
        <p:spPr>
          <a:xfrm>
            <a:off x="-1" y="-1"/>
            <a:ext cx="6365876" cy="6317997"/>
          </a:xfrm>
          <a:prstGeom prst="rect">
            <a:avLst/>
          </a:prstGeom>
          <a:solidFill>
            <a:schemeClr val="bg1">
              <a:alpha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algn="l">
              <a:lnSpc>
                <a:spcPct val="110000"/>
              </a:lnSpc>
              <a:spcBef>
                <a:spcPts val="800"/>
              </a:spcBef>
            </a:pPr>
            <a:endParaRPr lang="en-US">
              <a:solidFill>
                <a:schemeClr val="bg1"/>
              </a:solidFill>
            </a:endParaRPr>
          </a:p>
        </p:txBody>
      </p:sp>
      <p:sp>
        <p:nvSpPr>
          <p:cNvPr id="11" name="Text Placeholder 14">
            <a:extLst>
              <a:ext uri="{FF2B5EF4-FFF2-40B4-BE49-F238E27FC236}">
                <a16:creationId xmlns:a16="http://schemas.microsoft.com/office/drawing/2014/main" id="{04998956-E43A-F3AB-7595-667FEA1CE224}"/>
              </a:ext>
            </a:extLst>
          </p:cNvPr>
          <p:cNvSpPr>
            <a:spLocks noGrp="1"/>
          </p:cNvSpPr>
          <p:nvPr>
            <p:ph type="body" sz="quarter" idx="13"/>
          </p:nvPr>
        </p:nvSpPr>
        <p:spPr>
          <a:xfrm>
            <a:off x="937260" y="120491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2" name="Text Placeholder 14">
            <a:extLst>
              <a:ext uri="{FF2B5EF4-FFF2-40B4-BE49-F238E27FC236}">
                <a16:creationId xmlns:a16="http://schemas.microsoft.com/office/drawing/2014/main" id="{7D8B2A71-1E91-052E-05E9-2052BBDCC0CF}"/>
              </a:ext>
            </a:extLst>
          </p:cNvPr>
          <p:cNvSpPr>
            <a:spLocks noGrp="1"/>
          </p:cNvSpPr>
          <p:nvPr>
            <p:ph type="body" sz="quarter" idx="15" hasCustomPrompt="1"/>
          </p:nvPr>
        </p:nvSpPr>
        <p:spPr>
          <a:xfrm>
            <a:off x="539999" y="120491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3" name="Text Placeholder 14">
            <a:extLst>
              <a:ext uri="{FF2B5EF4-FFF2-40B4-BE49-F238E27FC236}">
                <a16:creationId xmlns:a16="http://schemas.microsoft.com/office/drawing/2014/main" id="{879E254E-98D5-5A9E-ADF4-B8405E3A4233}"/>
              </a:ext>
            </a:extLst>
          </p:cNvPr>
          <p:cNvSpPr>
            <a:spLocks noGrp="1"/>
          </p:cNvSpPr>
          <p:nvPr>
            <p:ph type="body" sz="quarter" idx="16"/>
          </p:nvPr>
        </p:nvSpPr>
        <p:spPr>
          <a:xfrm>
            <a:off x="937260" y="176924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4" name="Text Placeholder 14">
            <a:extLst>
              <a:ext uri="{FF2B5EF4-FFF2-40B4-BE49-F238E27FC236}">
                <a16:creationId xmlns:a16="http://schemas.microsoft.com/office/drawing/2014/main" id="{ACC4BAA2-6BCC-4828-A794-FA95A0A63065}"/>
              </a:ext>
            </a:extLst>
          </p:cNvPr>
          <p:cNvSpPr>
            <a:spLocks noGrp="1"/>
          </p:cNvSpPr>
          <p:nvPr>
            <p:ph type="body" sz="quarter" idx="17" hasCustomPrompt="1"/>
          </p:nvPr>
        </p:nvSpPr>
        <p:spPr>
          <a:xfrm>
            <a:off x="539999" y="176924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5" name="Text Placeholder 14">
            <a:extLst>
              <a:ext uri="{FF2B5EF4-FFF2-40B4-BE49-F238E27FC236}">
                <a16:creationId xmlns:a16="http://schemas.microsoft.com/office/drawing/2014/main" id="{4EA26915-F7BB-55EF-0F30-6ADA6B979869}"/>
              </a:ext>
            </a:extLst>
          </p:cNvPr>
          <p:cNvSpPr>
            <a:spLocks noGrp="1"/>
          </p:cNvSpPr>
          <p:nvPr>
            <p:ph type="body" sz="quarter" idx="18"/>
          </p:nvPr>
        </p:nvSpPr>
        <p:spPr>
          <a:xfrm>
            <a:off x="937260" y="233357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6" name="Text Placeholder 14">
            <a:extLst>
              <a:ext uri="{FF2B5EF4-FFF2-40B4-BE49-F238E27FC236}">
                <a16:creationId xmlns:a16="http://schemas.microsoft.com/office/drawing/2014/main" id="{257CB600-F9B0-1864-97F6-1D774ECF80A5}"/>
              </a:ext>
            </a:extLst>
          </p:cNvPr>
          <p:cNvSpPr>
            <a:spLocks noGrp="1"/>
          </p:cNvSpPr>
          <p:nvPr>
            <p:ph type="body" sz="quarter" idx="19" hasCustomPrompt="1"/>
          </p:nvPr>
        </p:nvSpPr>
        <p:spPr>
          <a:xfrm>
            <a:off x="539999" y="233357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7" name="Text Placeholder 14">
            <a:extLst>
              <a:ext uri="{FF2B5EF4-FFF2-40B4-BE49-F238E27FC236}">
                <a16:creationId xmlns:a16="http://schemas.microsoft.com/office/drawing/2014/main" id="{0560897C-1AD8-3377-6871-4272FF90094B}"/>
              </a:ext>
            </a:extLst>
          </p:cNvPr>
          <p:cNvSpPr>
            <a:spLocks noGrp="1"/>
          </p:cNvSpPr>
          <p:nvPr>
            <p:ph type="body" sz="quarter" idx="20"/>
          </p:nvPr>
        </p:nvSpPr>
        <p:spPr>
          <a:xfrm>
            <a:off x="937260" y="289790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8" name="Text Placeholder 14">
            <a:extLst>
              <a:ext uri="{FF2B5EF4-FFF2-40B4-BE49-F238E27FC236}">
                <a16:creationId xmlns:a16="http://schemas.microsoft.com/office/drawing/2014/main" id="{D301C9E1-08CE-BFB6-4698-D0156087E1F6}"/>
              </a:ext>
            </a:extLst>
          </p:cNvPr>
          <p:cNvSpPr>
            <a:spLocks noGrp="1"/>
          </p:cNvSpPr>
          <p:nvPr>
            <p:ph type="body" sz="quarter" idx="21" hasCustomPrompt="1"/>
          </p:nvPr>
        </p:nvSpPr>
        <p:spPr>
          <a:xfrm>
            <a:off x="539999" y="289790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9" name="Text Placeholder 14">
            <a:extLst>
              <a:ext uri="{FF2B5EF4-FFF2-40B4-BE49-F238E27FC236}">
                <a16:creationId xmlns:a16="http://schemas.microsoft.com/office/drawing/2014/main" id="{0CC2E283-D3BF-9260-EB0C-1FC89129E5D5}"/>
              </a:ext>
            </a:extLst>
          </p:cNvPr>
          <p:cNvSpPr>
            <a:spLocks noGrp="1"/>
          </p:cNvSpPr>
          <p:nvPr>
            <p:ph type="body" sz="quarter" idx="22"/>
          </p:nvPr>
        </p:nvSpPr>
        <p:spPr>
          <a:xfrm>
            <a:off x="937260" y="346223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0" name="Text Placeholder 14">
            <a:extLst>
              <a:ext uri="{FF2B5EF4-FFF2-40B4-BE49-F238E27FC236}">
                <a16:creationId xmlns:a16="http://schemas.microsoft.com/office/drawing/2014/main" id="{CCA538C9-A95B-B77A-306A-0A21B6167A67}"/>
              </a:ext>
            </a:extLst>
          </p:cNvPr>
          <p:cNvSpPr>
            <a:spLocks noGrp="1"/>
          </p:cNvSpPr>
          <p:nvPr>
            <p:ph type="body" sz="quarter" idx="23" hasCustomPrompt="1"/>
          </p:nvPr>
        </p:nvSpPr>
        <p:spPr>
          <a:xfrm>
            <a:off x="539999" y="346223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1" name="Text Placeholder 14">
            <a:extLst>
              <a:ext uri="{FF2B5EF4-FFF2-40B4-BE49-F238E27FC236}">
                <a16:creationId xmlns:a16="http://schemas.microsoft.com/office/drawing/2014/main" id="{8BC031F2-00E6-BD42-A50A-E5BBBCC20963}"/>
              </a:ext>
            </a:extLst>
          </p:cNvPr>
          <p:cNvSpPr>
            <a:spLocks noGrp="1"/>
          </p:cNvSpPr>
          <p:nvPr>
            <p:ph type="body" sz="quarter" idx="24"/>
          </p:nvPr>
        </p:nvSpPr>
        <p:spPr>
          <a:xfrm>
            <a:off x="937260" y="402656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2" name="Text Placeholder 14">
            <a:extLst>
              <a:ext uri="{FF2B5EF4-FFF2-40B4-BE49-F238E27FC236}">
                <a16:creationId xmlns:a16="http://schemas.microsoft.com/office/drawing/2014/main" id="{C29D2051-2F3E-4FBB-9F68-5F10EC4053CF}"/>
              </a:ext>
            </a:extLst>
          </p:cNvPr>
          <p:cNvSpPr>
            <a:spLocks noGrp="1"/>
          </p:cNvSpPr>
          <p:nvPr>
            <p:ph type="body" sz="quarter" idx="25" hasCustomPrompt="1"/>
          </p:nvPr>
        </p:nvSpPr>
        <p:spPr>
          <a:xfrm>
            <a:off x="539999" y="402656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3" name="Text Placeholder 14">
            <a:extLst>
              <a:ext uri="{FF2B5EF4-FFF2-40B4-BE49-F238E27FC236}">
                <a16:creationId xmlns:a16="http://schemas.microsoft.com/office/drawing/2014/main" id="{E98DD467-EFE2-B4DA-351E-F3F2A4FBAA42}"/>
              </a:ext>
            </a:extLst>
          </p:cNvPr>
          <p:cNvSpPr>
            <a:spLocks noGrp="1"/>
          </p:cNvSpPr>
          <p:nvPr>
            <p:ph type="body" sz="quarter" idx="26"/>
          </p:nvPr>
        </p:nvSpPr>
        <p:spPr>
          <a:xfrm>
            <a:off x="937260" y="459089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4" name="Text Placeholder 14">
            <a:extLst>
              <a:ext uri="{FF2B5EF4-FFF2-40B4-BE49-F238E27FC236}">
                <a16:creationId xmlns:a16="http://schemas.microsoft.com/office/drawing/2014/main" id="{80D3DEFE-783C-331B-AB1D-E81C1C98013C}"/>
              </a:ext>
            </a:extLst>
          </p:cNvPr>
          <p:cNvSpPr>
            <a:spLocks noGrp="1"/>
          </p:cNvSpPr>
          <p:nvPr>
            <p:ph type="body" sz="quarter" idx="27" hasCustomPrompt="1"/>
          </p:nvPr>
        </p:nvSpPr>
        <p:spPr>
          <a:xfrm>
            <a:off x="539999" y="459089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5" name="Text Placeholder 14">
            <a:extLst>
              <a:ext uri="{FF2B5EF4-FFF2-40B4-BE49-F238E27FC236}">
                <a16:creationId xmlns:a16="http://schemas.microsoft.com/office/drawing/2014/main" id="{1901CA78-DF83-4732-0646-9DC429F8C719}"/>
              </a:ext>
            </a:extLst>
          </p:cNvPr>
          <p:cNvSpPr>
            <a:spLocks noGrp="1"/>
          </p:cNvSpPr>
          <p:nvPr>
            <p:ph type="body" sz="quarter" idx="28"/>
          </p:nvPr>
        </p:nvSpPr>
        <p:spPr>
          <a:xfrm>
            <a:off x="937260" y="515522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6" name="Text Placeholder 14">
            <a:extLst>
              <a:ext uri="{FF2B5EF4-FFF2-40B4-BE49-F238E27FC236}">
                <a16:creationId xmlns:a16="http://schemas.microsoft.com/office/drawing/2014/main" id="{BF171B47-BB86-A5AF-6D5C-5D271E9A052C}"/>
              </a:ext>
            </a:extLst>
          </p:cNvPr>
          <p:cNvSpPr>
            <a:spLocks noGrp="1"/>
          </p:cNvSpPr>
          <p:nvPr>
            <p:ph type="body" sz="quarter" idx="29" hasCustomPrompt="1"/>
          </p:nvPr>
        </p:nvSpPr>
        <p:spPr>
          <a:xfrm>
            <a:off x="539999" y="515522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 name="Title 1">
            <a:extLst>
              <a:ext uri="{FF2B5EF4-FFF2-40B4-BE49-F238E27FC236}">
                <a16:creationId xmlns:a16="http://schemas.microsoft.com/office/drawing/2014/main" id="{585A9461-212B-2481-9B8B-1C07C6031034}"/>
              </a:ext>
            </a:extLst>
          </p:cNvPr>
          <p:cNvSpPr>
            <a:spLocks noGrp="1"/>
          </p:cNvSpPr>
          <p:nvPr>
            <p:ph type="title" hasCustomPrompt="1"/>
          </p:nvPr>
        </p:nvSpPr>
        <p:spPr>
          <a:xfrm>
            <a:off x="539999" y="262800"/>
            <a:ext cx="5285999" cy="332399"/>
          </a:xfrm>
        </p:spPr>
        <p:txBody>
          <a:bodyPr/>
          <a:lstStyle>
            <a:lvl1pPr>
              <a:defRPr/>
            </a:lvl1pPr>
          </a:lstStyle>
          <a:p>
            <a:r>
              <a:rPr lang="en-US"/>
              <a:t>Click to add title – max 1 line</a:t>
            </a:r>
          </a:p>
        </p:txBody>
      </p:sp>
      <p:sp>
        <p:nvSpPr>
          <p:cNvPr id="3" name="Footer Placeholder 2">
            <a:extLst>
              <a:ext uri="{FF2B5EF4-FFF2-40B4-BE49-F238E27FC236}">
                <a16:creationId xmlns:a16="http://schemas.microsoft.com/office/drawing/2014/main" id="{E538266D-6CBF-98C2-53D8-F9EF63586C0C}"/>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A78FA822-9C83-46E0-11C2-02F0F885C81F}"/>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C9C05BFD-D292-2868-9CDC-E2C672DB1BAF}"/>
              </a:ext>
            </a:extLst>
          </p:cNvPr>
          <p:cNvSpPr>
            <a:spLocks noGrp="1"/>
          </p:cNvSpPr>
          <p:nvPr>
            <p:ph type="dt" sz="half" idx="12"/>
          </p:nvPr>
        </p:nvSpPr>
        <p:spPr/>
        <p:txBody>
          <a:bodyPr/>
          <a:lstStyle/>
          <a:p>
            <a:fld id="{9D8D5793-8DAA-4E66-BEA3-B39FF0FAAA6C}" type="datetime4">
              <a:rPr lang="en-US" smtClean="0"/>
              <a:t>March 3, 2026</a:t>
            </a:fld>
            <a:endParaRPr lang="en-US"/>
          </a:p>
        </p:txBody>
      </p:sp>
      <p:sp>
        <p:nvSpPr>
          <p:cNvPr id="7" name="Text Placeholder 7">
            <a:extLst>
              <a:ext uri="{FF2B5EF4-FFF2-40B4-BE49-F238E27FC236}">
                <a16:creationId xmlns:a16="http://schemas.microsoft.com/office/drawing/2014/main" id="{D2474749-3AF2-5EAB-2CCB-5CAC4BD1D53D}"/>
              </a:ext>
            </a:extLst>
          </p:cNvPr>
          <p:cNvSpPr>
            <a:spLocks noGrp="1"/>
          </p:cNvSpPr>
          <p:nvPr>
            <p:ph type="body" sz="quarter" idx="14" hasCustomPrompt="1"/>
          </p:nvPr>
        </p:nvSpPr>
        <p:spPr>
          <a:xfrm>
            <a:off x="539998" y="660922"/>
            <a:ext cx="528599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Insert subtitle – max 1 line</a:t>
            </a:r>
          </a:p>
        </p:txBody>
      </p:sp>
      <p:sp>
        <p:nvSpPr>
          <p:cNvPr id="6" name="Rectangle 5">
            <a:extLst>
              <a:ext uri="{FF2B5EF4-FFF2-40B4-BE49-F238E27FC236}">
                <a16:creationId xmlns:a16="http://schemas.microsoft.com/office/drawing/2014/main" id="{315DC66A-771E-9A4A-20CA-8A95549278F9}"/>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27" name="Content Placeholder 7">
            <a:extLst>
              <a:ext uri="{FF2B5EF4-FFF2-40B4-BE49-F238E27FC236}">
                <a16:creationId xmlns:a16="http://schemas.microsoft.com/office/drawing/2014/main" id="{27C53BBA-60D4-B8FC-1583-0BEAFE774A97}"/>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28" name="Text Placeholder 14">
            <a:extLst>
              <a:ext uri="{FF2B5EF4-FFF2-40B4-BE49-F238E27FC236}">
                <a16:creationId xmlns:a16="http://schemas.microsoft.com/office/drawing/2014/main" id="{18C0ECBE-554A-10C5-1042-4FCA8DAE9CDA}"/>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the presentation’s  agenda.</a:t>
            </a:r>
          </a:p>
          <a:p>
            <a:pPr>
              <a:lnSpc>
                <a:spcPct val="100000"/>
              </a:lnSpc>
              <a:spcBef>
                <a:spcPts val="600"/>
              </a:spcBef>
              <a:spcAft>
                <a:spcPts val="600"/>
              </a:spcAft>
            </a:pPr>
            <a:r>
              <a:rPr lang="en-US" sz="1050">
                <a:solidFill>
                  <a:schemeClr val="tx1">
                    <a:alpha val="90000"/>
                  </a:schemeClr>
                </a:solidFill>
              </a:rPr>
              <a:t>This picture is </a:t>
            </a:r>
            <a:br>
              <a:rPr lang="en-US" sz="1050">
                <a:solidFill>
                  <a:schemeClr val="tx1">
                    <a:alpha val="90000"/>
                  </a:schemeClr>
                </a:solidFill>
              </a:rPr>
            </a:br>
            <a:r>
              <a:rPr lang="en-US" sz="1050">
                <a:solidFill>
                  <a:schemeClr val="tx1">
                    <a:alpha val="90000"/>
                  </a:schemeClr>
                </a:solidFill>
              </a:rPr>
              <a:t>one of two default options.</a:t>
            </a:r>
          </a:p>
          <a:p>
            <a:pPr>
              <a:lnSpc>
                <a:spcPct val="100000"/>
              </a:lnSpc>
              <a:spcBef>
                <a:spcPts val="600"/>
              </a:spcBef>
              <a:spcAft>
                <a:spcPts val="600"/>
              </a:spcAft>
            </a:pPr>
            <a:r>
              <a:rPr lang="en-US" sz="1050">
                <a:solidFill>
                  <a:schemeClr val="tx1">
                    <a:alpha val="90000"/>
                  </a:schemeClr>
                </a:solidFill>
              </a:rPr>
              <a:t>The picture may be exchanged. To do so, please use the layout “Title + agenda (option 3)”. </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sp>
        <p:nvSpPr>
          <p:cNvPr id="29" name="Text Placeholder 14">
            <a:extLst>
              <a:ext uri="{FF2B5EF4-FFF2-40B4-BE49-F238E27FC236}">
                <a16:creationId xmlns:a16="http://schemas.microsoft.com/office/drawing/2014/main" id="{75FB66CE-A1E5-862C-E320-2BD569AEF432}"/>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agenda (option 1)</a:t>
            </a:r>
          </a:p>
        </p:txBody>
      </p:sp>
      <p:cxnSp>
        <p:nvCxnSpPr>
          <p:cNvPr id="30" name="Straight Connector 29">
            <a:extLst>
              <a:ext uri="{FF2B5EF4-FFF2-40B4-BE49-F238E27FC236}">
                <a16:creationId xmlns:a16="http://schemas.microsoft.com/office/drawing/2014/main" id="{45DC5C47-A914-D75C-ED4C-B911589321A3}"/>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Line">
            <a:extLst>
              <a:ext uri="{FF2B5EF4-FFF2-40B4-BE49-F238E27FC236}">
                <a16:creationId xmlns:a16="http://schemas.microsoft.com/office/drawing/2014/main" id="{A91AD660-4FC9-EA6F-9BBB-E77AC7D6C4E2}"/>
              </a:ext>
            </a:extLst>
          </p:cNvPr>
          <p:cNvSpPr>
            <a:spLocks/>
          </p:cNvSpPr>
          <p:nvPr userDrawn="1"/>
        </p:nvSpPr>
        <p:spPr>
          <a:xfrm flipH="1" flipV="1">
            <a:off x="540000" y="1006831"/>
            <a:ext cx="5289549" cy="0"/>
          </a:xfrm>
          <a:prstGeom prst="line">
            <a:avLst/>
          </a:prstGeom>
          <a:ln w="12700">
            <a:solidFill>
              <a:schemeClr val="tx1"/>
            </a:solidFill>
            <a:miter/>
          </a:ln>
        </p:spPr>
        <p:txBody>
          <a:bodyPr lIns="45719" rIns="45719"/>
          <a:lstStyle/>
          <a:p>
            <a:endParaRPr lang="en-US"/>
          </a:p>
        </p:txBody>
      </p:sp>
    </p:spTree>
    <p:extLst>
      <p:ext uri="{BB962C8B-B14F-4D97-AF65-F5344CB8AC3E}">
        <p14:creationId xmlns:p14="http://schemas.microsoft.com/office/powerpoint/2010/main" val="544595568"/>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 Title &amp; subtitle + agenda (option 2)">
    <p:spTree>
      <p:nvGrpSpPr>
        <p:cNvPr id="1" name=""/>
        <p:cNvGrpSpPr/>
        <p:nvPr/>
      </p:nvGrpSpPr>
      <p:grpSpPr>
        <a:xfrm>
          <a:off x="0" y="0"/>
          <a:ext cx="0" cy="0"/>
          <a:chOff x="0" y="0"/>
          <a:chExt cx="0" cy="0"/>
        </a:xfrm>
      </p:grpSpPr>
      <p:pic>
        <p:nvPicPr>
          <p:cNvPr id="30" name="Picture 29" descr="A close up of a fabric&#10;&#10;Description automatically generated">
            <a:extLst>
              <a:ext uri="{FF2B5EF4-FFF2-40B4-BE49-F238E27FC236}">
                <a16:creationId xmlns:a16="http://schemas.microsoft.com/office/drawing/2014/main" id="{A1958D24-4412-031A-38F6-D2D40D568D1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318000"/>
          </a:xfrm>
          <a:prstGeom prst="rect">
            <a:avLst/>
          </a:prstGeom>
        </p:spPr>
      </p:pic>
      <p:sp>
        <p:nvSpPr>
          <p:cNvPr id="9" name="Rectangle 8">
            <a:extLst>
              <a:ext uri="{FF2B5EF4-FFF2-40B4-BE49-F238E27FC236}">
                <a16:creationId xmlns:a16="http://schemas.microsoft.com/office/drawing/2014/main" id="{A8F97CC1-C8F3-57AD-6461-1870B0EDC7FC}"/>
              </a:ext>
            </a:extLst>
          </p:cNvPr>
          <p:cNvSpPr>
            <a:spLocks/>
          </p:cNvSpPr>
          <p:nvPr userDrawn="1"/>
        </p:nvSpPr>
        <p:spPr>
          <a:xfrm>
            <a:off x="-1" y="-1"/>
            <a:ext cx="6365876" cy="6317997"/>
          </a:xfrm>
          <a:prstGeom prst="rect">
            <a:avLst/>
          </a:prstGeom>
          <a:solidFill>
            <a:schemeClr val="bg1">
              <a:alpha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algn="l">
              <a:lnSpc>
                <a:spcPct val="110000"/>
              </a:lnSpc>
              <a:spcBef>
                <a:spcPts val="800"/>
              </a:spcBef>
            </a:pPr>
            <a:endParaRPr lang="en-US">
              <a:solidFill>
                <a:schemeClr val="bg1"/>
              </a:solidFill>
            </a:endParaRPr>
          </a:p>
        </p:txBody>
      </p:sp>
      <p:sp>
        <p:nvSpPr>
          <p:cNvPr id="3" name="Footer Placeholder 2">
            <a:extLst>
              <a:ext uri="{FF2B5EF4-FFF2-40B4-BE49-F238E27FC236}">
                <a16:creationId xmlns:a16="http://schemas.microsoft.com/office/drawing/2014/main" id="{E538266D-6CBF-98C2-53D8-F9EF63586C0C}"/>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A78FA822-9C83-46E0-11C2-02F0F885C81F}"/>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C9C05BFD-D292-2868-9CDC-E2C672DB1BAF}"/>
              </a:ext>
            </a:extLst>
          </p:cNvPr>
          <p:cNvSpPr>
            <a:spLocks noGrp="1"/>
          </p:cNvSpPr>
          <p:nvPr>
            <p:ph type="dt" sz="half" idx="12"/>
          </p:nvPr>
        </p:nvSpPr>
        <p:spPr/>
        <p:txBody>
          <a:bodyPr/>
          <a:lstStyle/>
          <a:p>
            <a:fld id="{9D8D5793-8DAA-4E66-BEA3-B39FF0FAAA6C}" type="datetime4">
              <a:rPr lang="en-US" smtClean="0"/>
              <a:t>March 3, 2026</a:t>
            </a:fld>
            <a:endParaRPr lang="en-US"/>
          </a:p>
        </p:txBody>
      </p:sp>
      <p:sp>
        <p:nvSpPr>
          <p:cNvPr id="11" name="Text Placeholder 14">
            <a:extLst>
              <a:ext uri="{FF2B5EF4-FFF2-40B4-BE49-F238E27FC236}">
                <a16:creationId xmlns:a16="http://schemas.microsoft.com/office/drawing/2014/main" id="{04998956-E43A-F3AB-7595-667FEA1CE224}"/>
              </a:ext>
            </a:extLst>
          </p:cNvPr>
          <p:cNvSpPr>
            <a:spLocks noGrp="1"/>
          </p:cNvSpPr>
          <p:nvPr>
            <p:ph type="body" sz="quarter" idx="13"/>
          </p:nvPr>
        </p:nvSpPr>
        <p:spPr>
          <a:xfrm>
            <a:off x="937260" y="120491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2" name="Text Placeholder 14">
            <a:extLst>
              <a:ext uri="{FF2B5EF4-FFF2-40B4-BE49-F238E27FC236}">
                <a16:creationId xmlns:a16="http://schemas.microsoft.com/office/drawing/2014/main" id="{7D8B2A71-1E91-052E-05E9-2052BBDCC0CF}"/>
              </a:ext>
            </a:extLst>
          </p:cNvPr>
          <p:cNvSpPr>
            <a:spLocks noGrp="1"/>
          </p:cNvSpPr>
          <p:nvPr>
            <p:ph type="body" sz="quarter" idx="15" hasCustomPrompt="1"/>
          </p:nvPr>
        </p:nvSpPr>
        <p:spPr>
          <a:xfrm>
            <a:off x="539999" y="120491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3" name="Text Placeholder 14">
            <a:extLst>
              <a:ext uri="{FF2B5EF4-FFF2-40B4-BE49-F238E27FC236}">
                <a16:creationId xmlns:a16="http://schemas.microsoft.com/office/drawing/2014/main" id="{879E254E-98D5-5A9E-ADF4-B8405E3A4233}"/>
              </a:ext>
            </a:extLst>
          </p:cNvPr>
          <p:cNvSpPr>
            <a:spLocks noGrp="1"/>
          </p:cNvSpPr>
          <p:nvPr>
            <p:ph type="body" sz="quarter" idx="16"/>
          </p:nvPr>
        </p:nvSpPr>
        <p:spPr>
          <a:xfrm>
            <a:off x="937260" y="176924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4" name="Text Placeholder 14">
            <a:extLst>
              <a:ext uri="{FF2B5EF4-FFF2-40B4-BE49-F238E27FC236}">
                <a16:creationId xmlns:a16="http://schemas.microsoft.com/office/drawing/2014/main" id="{ACC4BAA2-6BCC-4828-A794-FA95A0A63065}"/>
              </a:ext>
            </a:extLst>
          </p:cNvPr>
          <p:cNvSpPr>
            <a:spLocks noGrp="1"/>
          </p:cNvSpPr>
          <p:nvPr>
            <p:ph type="body" sz="quarter" idx="17" hasCustomPrompt="1"/>
          </p:nvPr>
        </p:nvSpPr>
        <p:spPr>
          <a:xfrm>
            <a:off x="539999" y="176924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5" name="Text Placeholder 14">
            <a:extLst>
              <a:ext uri="{FF2B5EF4-FFF2-40B4-BE49-F238E27FC236}">
                <a16:creationId xmlns:a16="http://schemas.microsoft.com/office/drawing/2014/main" id="{4EA26915-F7BB-55EF-0F30-6ADA6B979869}"/>
              </a:ext>
            </a:extLst>
          </p:cNvPr>
          <p:cNvSpPr>
            <a:spLocks noGrp="1"/>
          </p:cNvSpPr>
          <p:nvPr>
            <p:ph type="body" sz="quarter" idx="18"/>
          </p:nvPr>
        </p:nvSpPr>
        <p:spPr>
          <a:xfrm>
            <a:off x="937260" y="233357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6" name="Text Placeholder 14">
            <a:extLst>
              <a:ext uri="{FF2B5EF4-FFF2-40B4-BE49-F238E27FC236}">
                <a16:creationId xmlns:a16="http://schemas.microsoft.com/office/drawing/2014/main" id="{257CB600-F9B0-1864-97F6-1D774ECF80A5}"/>
              </a:ext>
            </a:extLst>
          </p:cNvPr>
          <p:cNvSpPr>
            <a:spLocks noGrp="1"/>
          </p:cNvSpPr>
          <p:nvPr>
            <p:ph type="body" sz="quarter" idx="19" hasCustomPrompt="1"/>
          </p:nvPr>
        </p:nvSpPr>
        <p:spPr>
          <a:xfrm>
            <a:off x="539999" y="233357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7" name="Text Placeholder 14">
            <a:extLst>
              <a:ext uri="{FF2B5EF4-FFF2-40B4-BE49-F238E27FC236}">
                <a16:creationId xmlns:a16="http://schemas.microsoft.com/office/drawing/2014/main" id="{0560897C-1AD8-3377-6871-4272FF90094B}"/>
              </a:ext>
            </a:extLst>
          </p:cNvPr>
          <p:cNvSpPr>
            <a:spLocks noGrp="1"/>
          </p:cNvSpPr>
          <p:nvPr>
            <p:ph type="body" sz="quarter" idx="20"/>
          </p:nvPr>
        </p:nvSpPr>
        <p:spPr>
          <a:xfrm>
            <a:off x="937260" y="289790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8" name="Text Placeholder 14">
            <a:extLst>
              <a:ext uri="{FF2B5EF4-FFF2-40B4-BE49-F238E27FC236}">
                <a16:creationId xmlns:a16="http://schemas.microsoft.com/office/drawing/2014/main" id="{D301C9E1-08CE-BFB6-4698-D0156087E1F6}"/>
              </a:ext>
            </a:extLst>
          </p:cNvPr>
          <p:cNvSpPr>
            <a:spLocks noGrp="1"/>
          </p:cNvSpPr>
          <p:nvPr>
            <p:ph type="body" sz="quarter" idx="21" hasCustomPrompt="1"/>
          </p:nvPr>
        </p:nvSpPr>
        <p:spPr>
          <a:xfrm>
            <a:off x="539999" y="289790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9" name="Text Placeholder 14">
            <a:extLst>
              <a:ext uri="{FF2B5EF4-FFF2-40B4-BE49-F238E27FC236}">
                <a16:creationId xmlns:a16="http://schemas.microsoft.com/office/drawing/2014/main" id="{0CC2E283-D3BF-9260-EB0C-1FC89129E5D5}"/>
              </a:ext>
            </a:extLst>
          </p:cNvPr>
          <p:cNvSpPr>
            <a:spLocks noGrp="1"/>
          </p:cNvSpPr>
          <p:nvPr>
            <p:ph type="body" sz="quarter" idx="22"/>
          </p:nvPr>
        </p:nvSpPr>
        <p:spPr>
          <a:xfrm>
            <a:off x="937260" y="346223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0" name="Text Placeholder 14">
            <a:extLst>
              <a:ext uri="{FF2B5EF4-FFF2-40B4-BE49-F238E27FC236}">
                <a16:creationId xmlns:a16="http://schemas.microsoft.com/office/drawing/2014/main" id="{CCA538C9-A95B-B77A-306A-0A21B6167A67}"/>
              </a:ext>
            </a:extLst>
          </p:cNvPr>
          <p:cNvSpPr>
            <a:spLocks noGrp="1"/>
          </p:cNvSpPr>
          <p:nvPr>
            <p:ph type="body" sz="quarter" idx="23" hasCustomPrompt="1"/>
          </p:nvPr>
        </p:nvSpPr>
        <p:spPr>
          <a:xfrm>
            <a:off x="539999" y="346223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1" name="Text Placeholder 14">
            <a:extLst>
              <a:ext uri="{FF2B5EF4-FFF2-40B4-BE49-F238E27FC236}">
                <a16:creationId xmlns:a16="http://schemas.microsoft.com/office/drawing/2014/main" id="{8BC031F2-00E6-BD42-A50A-E5BBBCC20963}"/>
              </a:ext>
            </a:extLst>
          </p:cNvPr>
          <p:cNvSpPr>
            <a:spLocks noGrp="1"/>
          </p:cNvSpPr>
          <p:nvPr>
            <p:ph type="body" sz="quarter" idx="24"/>
          </p:nvPr>
        </p:nvSpPr>
        <p:spPr>
          <a:xfrm>
            <a:off x="937260" y="402656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2" name="Text Placeholder 14">
            <a:extLst>
              <a:ext uri="{FF2B5EF4-FFF2-40B4-BE49-F238E27FC236}">
                <a16:creationId xmlns:a16="http://schemas.microsoft.com/office/drawing/2014/main" id="{C29D2051-2F3E-4FBB-9F68-5F10EC4053CF}"/>
              </a:ext>
            </a:extLst>
          </p:cNvPr>
          <p:cNvSpPr>
            <a:spLocks noGrp="1"/>
          </p:cNvSpPr>
          <p:nvPr>
            <p:ph type="body" sz="quarter" idx="25" hasCustomPrompt="1"/>
          </p:nvPr>
        </p:nvSpPr>
        <p:spPr>
          <a:xfrm>
            <a:off x="539999" y="402656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3" name="Text Placeholder 14">
            <a:extLst>
              <a:ext uri="{FF2B5EF4-FFF2-40B4-BE49-F238E27FC236}">
                <a16:creationId xmlns:a16="http://schemas.microsoft.com/office/drawing/2014/main" id="{E98DD467-EFE2-B4DA-351E-F3F2A4FBAA42}"/>
              </a:ext>
            </a:extLst>
          </p:cNvPr>
          <p:cNvSpPr>
            <a:spLocks noGrp="1"/>
          </p:cNvSpPr>
          <p:nvPr>
            <p:ph type="body" sz="quarter" idx="26"/>
          </p:nvPr>
        </p:nvSpPr>
        <p:spPr>
          <a:xfrm>
            <a:off x="937260" y="459089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4" name="Text Placeholder 14">
            <a:extLst>
              <a:ext uri="{FF2B5EF4-FFF2-40B4-BE49-F238E27FC236}">
                <a16:creationId xmlns:a16="http://schemas.microsoft.com/office/drawing/2014/main" id="{80D3DEFE-783C-331B-AB1D-E81C1C98013C}"/>
              </a:ext>
            </a:extLst>
          </p:cNvPr>
          <p:cNvSpPr>
            <a:spLocks noGrp="1"/>
          </p:cNvSpPr>
          <p:nvPr>
            <p:ph type="body" sz="quarter" idx="27" hasCustomPrompt="1"/>
          </p:nvPr>
        </p:nvSpPr>
        <p:spPr>
          <a:xfrm>
            <a:off x="539999" y="459089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5" name="Text Placeholder 14">
            <a:extLst>
              <a:ext uri="{FF2B5EF4-FFF2-40B4-BE49-F238E27FC236}">
                <a16:creationId xmlns:a16="http://schemas.microsoft.com/office/drawing/2014/main" id="{1901CA78-DF83-4732-0646-9DC429F8C719}"/>
              </a:ext>
            </a:extLst>
          </p:cNvPr>
          <p:cNvSpPr>
            <a:spLocks noGrp="1"/>
          </p:cNvSpPr>
          <p:nvPr>
            <p:ph type="body" sz="quarter" idx="28"/>
          </p:nvPr>
        </p:nvSpPr>
        <p:spPr>
          <a:xfrm>
            <a:off x="937260" y="515522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6" name="Text Placeholder 14">
            <a:extLst>
              <a:ext uri="{FF2B5EF4-FFF2-40B4-BE49-F238E27FC236}">
                <a16:creationId xmlns:a16="http://schemas.microsoft.com/office/drawing/2014/main" id="{BF171B47-BB86-A5AF-6D5C-5D271E9A052C}"/>
              </a:ext>
            </a:extLst>
          </p:cNvPr>
          <p:cNvSpPr>
            <a:spLocks noGrp="1"/>
          </p:cNvSpPr>
          <p:nvPr>
            <p:ph type="body" sz="quarter" idx="29" hasCustomPrompt="1"/>
          </p:nvPr>
        </p:nvSpPr>
        <p:spPr>
          <a:xfrm>
            <a:off x="539999" y="515522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 name="Title 1">
            <a:extLst>
              <a:ext uri="{FF2B5EF4-FFF2-40B4-BE49-F238E27FC236}">
                <a16:creationId xmlns:a16="http://schemas.microsoft.com/office/drawing/2014/main" id="{585A9461-212B-2481-9B8B-1C07C6031034}"/>
              </a:ext>
            </a:extLst>
          </p:cNvPr>
          <p:cNvSpPr>
            <a:spLocks noGrp="1"/>
          </p:cNvSpPr>
          <p:nvPr>
            <p:ph type="title" hasCustomPrompt="1"/>
          </p:nvPr>
        </p:nvSpPr>
        <p:spPr>
          <a:xfrm>
            <a:off x="539999" y="262800"/>
            <a:ext cx="5285999" cy="332399"/>
          </a:xfrm>
        </p:spPr>
        <p:txBody>
          <a:bodyPr/>
          <a:lstStyle/>
          <a:p>
            <a:r>
              <a:rPr lang="en-US"/>
              <a:t>Click to add title – max 1 line</a:t>
            </a:r>
          </a:p>
        </p:txBody>
      </p:sp>
      <p:sp>
        <p:nvSpPr>
          <p:cNvPr id="7" name="Text Placeholder 7">
            <a:extLst>
              <a:ext uri="{FF2B5EF4-FFF2-40B4-BE49-F238E27FC236}">
                <a16:creationId xmlns:a16="http://schemas.microsoft.com/office/drawing/2014/main" id="{D2474749-3AF2-5EAB-2CCB-5CAC4BD1D53D}"/>
              </a:ext>
            </a:extLst>
          </p:cNvPr>
          <p:cNvSpPr>
            <a:spLocks noGrp="1"/>
          </p:cNvSpPr>
          <p:nvPr>
            <p:ph type="body" sz="quarter" idx="14" hasCustomPrompt="1"/>
          </p:nvPr>
        </p:nvSpPr>
        <p:spPr>
          <a:xfrm>
            <a:off x="539998" y="660922"/>
            <a:ext cx="528599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Insert subtitle – max 1 line</a:t>
            </a:r>
          </a:p>
        </p:txBody>
      </p:sp>
      <p:sp>
        <p:nvSpPr>
          <p:cNvPr id="6" name="Rectangle 5">
            <a:extLst>
              <a:ext uri="{FF2B5EF4-FFF2-40B4-BE49-F238E27FC236}">
                <a16:creationId xmlns:a16="http://schemas.microsoft.com/office/drawing/2014/main" id="{8614357D-A5EF-D152-D9C5-B27976AFDF2C}"/>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9A311020-FF54-9690-3446-9B2FB7BC0A17}"/>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27" name="Text Placeholder 14">
            <a:extLst>
              <a:ext uri="{FF2B5EF4-FFF2-40B4-BE49-F238E27FC236}">
                <a16:creationId xmlns:a16="http://schemas.microsoft.com/office/drawing/2014/main" id="{73953F82-9228-DA17-725D-C75898DFBA80}"/>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the presentation’s  agenda.</a:t>
            </a:r>
          </a:p>
          <a:p>
            <a:pPr>
              <a:lnSpc>
                <a:spcPct val="100000"/>
              </a:lnSpc>
              <a:spcBef>
                <a:spcPts val="600"/>
              </a:spcBef>
              <a:spcAft>
                <a:spcPts val="600"/>
              </a:spcAft>
            </a:pPr>
            <a:r>
              <a:rPr lang="en-US" sz="1050">
                <a:solidFill>
                  <a:schemeClr val="tx1">
                    <a:alpha val="90000"/>
                  </a:schemeClr>
                </a:solidFill>
              </a:rPr>
              <a:t>This picture is </a:t>
            </a:r>
            <a:br>
              <a:rPr lang="en-US" sz="1050">
                <a:solidFill>
                  <a:schemeClr val="tx1">
                    <a:alpha val="90000"/>
                  </a:schemeClr>
                </a:solidFill>
              </a:rPr>
            </a:br>
            <a:r>
              <a:rPr lang="en-US" sz="1050">
                <a:solidFill>
                  <a:schemeClr val="tx1">
                    <a:alpha val="90000"/>
                  </a:schemeClr>
                </a:solidFill>
              </a:rPr>
              <a:t>one of two default options.</a:t>
            </a:r>
          </a:p>
          <a:p>
            <a:pPr>
              <a:lnSpc>
                <a:spcPct val="100000"/>
              </a:lnSpc>
              <a:spcBef>
                <a:spcPts val="600"/>
              </a:spcBef>
              <a:spcAft>
                <a:spcPts val="600"/>
              </a:spcAft>
            </a:pPr>
            <a:r>
              <a:rPr lang="en-US" sz="1050">
                <a:solidFill>
                  <a:schemeClr val="tx1">
                    <a:alpha val="90000"/>
                  </a:schemeClr>
                </a:solidFill>
              </a:rPr>
              <a:t>The picture may be exchanged. To do so, please use the layout “Title + agenda (option 3)”. </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sp>
        <p:nvSpPr>
          <p:cNvPr id="28" name="Text Placeholder 14">
            <a:extLst>
              <a:ext uri="{FF2B5EF4-FFF2-40B4-BE49-F238E27FC236}">
                <a16:creationId xmlns:a16="http://schemas.microsoft.com/office/drawing/2014/main" id="{F0C94062-0E92-632B-A0B7-7F7F5C8C2F8D}"/>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agenda (option 2)</a:t>
            </a:r>
          </a:p>
        </p:txBody>
      </p:sp>
      <p:cxnSp>
        <p:nvCxnSpPr>
          <p:cNvPr id="29" name="Straight Connector 28">
            <a:extLst>
              <a:ext uri="{FF2B5EF4-FFF2-40B4-BE49-F238E27FC236}">
                <a16:creationId xmlns:a16="http://schemas.microsoft.com/office/drawing/2014/main" id="{E77BC3B6-1D5C-2AA0-FB83-D6727D4D3665}"/>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Line">
            <a:extLst>
              <a:ext uri="{FF2B5EF4-FFF2-40B4-BE49-F238E27FC236}">
                <a16:creationId xmlns:a16="http://schemas.microsoft.com/office/drawing/2014/main" id="{450EBB9D-7777-AEEE-64BC-D7EF219575A9}"/>
              </a:ext>
            </a:extLst>
          </p:cNvPr>
          <p:cNvSpPr>
            <a:spLocks/>
          </p:cNvSpPr>
          <p:nvPr userDrawn="1"/>
        </p:nvSpPr>
        <p:spPr>
          <a:xfrm flipH="1" flipV="1">
            <a:off x="540000" y="1006831"/>
            <a:ext cx="5289549" cy="0"/>
          </a:xfrm>
          <a:prstGeom prst="line">
            <a:avLst/>
          </a:prstGeom>
          <a:ln w="12700">
            <a:solidFill>
              <a:schemeClr val="tx1"/>
            </a:solidFill>
            <a:miter/>
          </a:ln>
        </p:spPr>
        <p:txBody>
          <a:bodyPr lIns="45719" rIns="45719"/>
          <a:lstStyle/>
          <a:p>
            <a:endParaRPr lang="en-US"/>
          </a:p>
        </p:txBody>
      </p:sp>
    </p:spTree>
    <p:extLst>
      <p:ext uri="{BB962C8B-B14F-4D97-AF65-F5344CB8AC3E}">
        <p14:creationId xmlns:p14="http://schemas.microsoft.com/office/powerpoint/2010/main" val="3943560234"/>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  Title &amp; subtitle + agenda (option 3)">
    <p:spTree>
      <p:nvGrpSpPr>
        <p:cNvPr id="1" name=""/>
        <p:cNvGrpSpPr/>
        <p:nvPr/>
      </p:nvGrpSpPr>
      <p:grpSpPr>
        <a:xfrm>
          <a:off x="0" y="0"/>
          <a:ext cx="0" cy="0"/>
          <a:chOff x="0" y="0"/>
          <a:chExt cx="0" cy="0"/>
        </a:xfrm>
      </p:grpSpPr>
      <p:sp>
        <p:nvSpPr>
          <p:cNvPr id="31" name="Picture Placeholder 8">
            <a:extLst>
              <a:ext uri="{FF2B5EF4-FFF2-40B4-BE49-F238E27FC236}">
                <a16:creationId xmlns:a16="http://schemas.microsoft.com/office/drawing/2014/main" id="{1F00182A-2046-6DC2-ABAE-D4E164B19AB7}"/>
              </a:ext>
            </a:extLst>
          </p:cNvPr>
          <p:cNvSpPr>
            <a:spLocks noGrp="1"/>
          </p:cNvSpPr>
          <p:nvPr>
            <p:ph type="pic" sz="quarter" idx="30" hasCustomPrompt="1"/>
          </p:nvPr>
        </p:nvSpPr>
        <p:spPr>
          <a:xfrm>
            <a:off x="0" y="0"/>
            <a:ext cx="12192000" cy="6319838"/>
          </a:xfrm>
          <a:solidFill>
            <a:schemeClr val="bg2"/>
          </a:solidFill>
        </p:spPr>
        <p:txBody>
          <a:bodyPr lIns="6552000" tIns="3024000" rIns="0"/>
          <a:lstStyle>
            <a:lvl1pPr marL="0" indent="0" algn="l">
              <a:buNone/>
              <a:defRPr i="1">
                <a:solidFill>
                  <a:schemeClr val="tx1"/>
                </a:solidFill>
              </a:defRPr>
            </a:lvl1pPr>
          </a:lstStyle>
          <a:p>
            <a:r>
              <a:rPr lang="en-US"/>
              <a:t> </a:t>
            </a:r>
          </a:p>
        </p:txBody>
      </p:sp>
      <p:sp>
        <p:nvSpPr>
          <p:cNvPr id="32" name="Text Placeholder 30">
            <a:extLst>
              <a:ext uri="{FF2B5EF4-FFF2-40B4-BE49-F238E27FC236}">
                <a16:creationId xmlns:a16="http://schemas.microsoft.com/office/drawing/2014/main" id="{E2B6D3F5-A9E1-4C05-A84C-980329DB0E19}"/>
              </a:ext>
            </a:extLst>
          </p:cNvPr>
          <p:cNvSpPr>
            <a:spLocks noGrp="1"/>
          </p:cNvSpPr>
          <p:nvPr>
            <p:ph type="body" sz="quarter" idx="31" hasCustomPrompt="1"/>
          </p:nvPr>
        </p:nvSpPr>
        <p:spPr>
          <a:xfrm>
            <a:off x="0" y="1841"/>
            <a:ext cx="6365876" cy="6317997"/>
          </a:xfrm>
          <a:solidFill>
            <a:schemeClr val="bg1">
              <a:alpha val="80000"/>
            </a:schemeClr>
          </a:solidFill>
        </p:spPr>
        <p:txBody>
          <a:bodyPr/>
          <a:lstStyle>
            <a:lvl1pPr marL="0" indent="0">
              <a:buNone/>
              <a:defRPr/>
            </a:lvl1pPr>
            <a:lvl2pPr marL="178775" indent="0">
              <a:buNone/>
              <a:defRPr/>
            </a:lvl2pPr>
            <a:lvl3pPr marL="360000" indent="0">
              <a:buNone/>
              <a:defRPr/>
            </a:lvl3pPr>
            <a:lvl4pPr marL="539138" indent="0">
              <a:buNone/>
              <a:defRPr/>
            </a:lvl4pPr>
            <a:lvl5pPr marL="720000" indent="0">
              <a:buNone/>
              <a:defRPr/>
            </a:lvl5pPr>
          </a:lstStyle>
          <a:p>
            <a:pPr lvl="0"/>
            <a:r>
              <a:rPr lang="en-US"/>
              <a:t> </a:t>
            </a:r>
          </a:p>
        </p:txBody>
      </p:sp>
      <p:sp>
        <p:nvSpPr>
          <p:cNvPr id="33" name="Text Placeholder 30">
            <a:extLst>
              <a:ext uri="{FF2B5EF4-FFF2-40B4-BE49-F238E27FC236}">
                <a16:creationId xmlns:a16="http://schemas.microsoft.com/office/drawing/2014/main" id="{409B1779-E2DE-DF5A-0420-9C2D6AA62B0C}"/>
              </a:ext>
            </a:extLst>
          </p:cNvPr>
          <p:cNvSpPr>
            <a:spLocks noGrp="1"/>
          </p:cNvSpPr>
          <p:nvPr>
            <p:ph type="body" sz="quarter" idx="32" hasCustomPrompt="1"/>
          </p:nvPr>
        </p:nvSpPr>
        <p:spPr>
          <a:xfrm>
            <a:off x="6654801" y="2184917"/>
            <a:ext cx="5248274" cy="1950003"/>
          </a:xfrm>
          <a:solidFill>
            <a:schemeClr val="accent1"/>
          </a:solidFill>
        </p:spPr>
        <p:txBody>
          <a:bodyPr wrap="square" lIns="72000" tIns="72000" rIns="72000" bIns="72000">
            <a:spAutoFit/>
          </a:bodyPr>
          <a:lstStyle>
            <a:lvl1pPr marL="0" indent="0">
              <a:buFont typeface="+mj-lt"/>
              <a:buNone/>
              <a:defRPr i="1">
                <a:solidFill>
                  <a:schemeClr val="bg1"/>
                </a:solidFill>
              </a:defRPr>
            </a:lvl1pPr>
            <a:lvl2pPr marL="178775" indent="0">
              <a:buNone/>
              <a:defRPr/>
            </a:lvl2pPr>
            <a:lvl3pPr marL="360000" indent="0">
              <a:buNone/>
              <a:defRPr/>
            </a:lvl3pPr>
            <a:lvl4pPr marL="539138" indent="0">
              <a:buNone/>
              <a:defRPr/>
            </a:lvl4pPr>
            <a:lvl5pPr marL="720000" indent="0">
              <a:buNone/>
              <a:defRPr/>
            </a:lvl5pPr>
          </a:lstStyle>
          <a:p>
            <a:pPr lvl="0"/>
            <a:r>
              <a:rPr lang="en-GB"/>
              <a:t>To insert a picture:                                                1. Delete the transparent box on the left-hand side                                                        2. Click the picture icon to add a picture               3. Go to Home &gt;&gt; Reset (to bring the box back)  4. Type your text                                                   5. Delete this instruction</a:t>
            </a:r>
            <a:endParaRPr lang="en-US"/>
          </a:p>
        </p:txBody>
      </p:sp>
      <p:sp>
        <p:nvSpPr>
          <p:cNvPr id="9" name="Rectangle 8">
            <a:extLst>
              <a:ext uri="{FF2B5EF4-FFF2-40B4-BE49-F238E27FC236}">
                <a16:creationId xmlns:a16="http://schemas.microsoft.com/office/drawing/2014/main" id="{A8F97CC1-C8F3-57AD-6461-1870B0EDC7FC}"/>
              </a:ext>
            </a:extLst>
          </p:cNvPr>
          <p:cNvSpPr>
            <a:spLocks/>
          </p:cNvSpPr>
          <p:nvPr userDrawn="1"/>
        </p:nvSpPr>
        <p:spPr>
          <a:xfrm>
            <a:off x="-1" y="-1"/>
            <a:ext cx="6365876" cy="6317997"/>
          </a:xfrm>
          <a:prstGeom prst="rect">
            <a:avLst/>
          </a:prstGeom>
          <a:solidFill>
            <a:schemeClr val="bg1">
              <a:alpha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algn="l">
              <a:lnSpc>
                <a:spcPct val="110000"/>
              </a:lnSpc>
              <a:spcBef>
                <a:spcPts val="800"/>
              </a:spcBef>
            </a:pPr>
            <a:endParaRPr lang="en-US">
              <a:solidFill>
                <a:schemeClr val="bg1"/>
              </a:solidFill>
            </a:endParaRPr>
          </a:p>
        </p:txBody>
      </p:sp>
      <p:sp>
        <p:nvSpPr>
          <p:cNvPr id="3" name="Footer Placeholder 2">
            <a:extLst>
              <a:ext uri="{FF2B5EF4-FFF2-40B4-BE49-F238E27FC236}">
                <a16:creationId xmlns:a16="http://schemas.microsoft.com/office/drawing/2014/main" id="{E538266D-6CBF-98C2-53D8-F9EF63586C0C}"/>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A78FA822-9C83-46E0-11C2-02F0F885C81F}"/>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C9C05BFD-D292-2868-9CDC-E2C672DB1BAF}"/>
              </a:ext>
            </a:extLst>
          </p:cNvPr>
          <p:cNvSpPr>
            <a:spLocks noGrp="1"/>
          </p:cNvSpPr>
          <p:nvPr>
            <p:ph type="dt" sz="half" idx="12"/>
          </p:nvPr>
        </p:nvSpPr>
        <p:spPr/>
        <p:txBody>
          <a:bodyPr/>
          <a:lstStyle/>
          <a:p>
            <a:fld id="{9D8D5793-8DAA-4E66-BEA3-B39FF0FAAA6C}" type="datetime4">
              <a:rPr lang="en-US" smtClean="0"/>
              <a:t>March 3, 2026</a:t>
            </a:fld>
            <a:endParaRPr lang="en-US"/>
          </a:p>
        </p:txBody>
      </p:sp>
      <p:sp>
        <p:nvSpPr>
          <p:cNvPr id="11" name="Text Placeholder 14">
            <a:extLst>
              <a:ext uri="{FF2B5EF4-FFF2-40B4-BE49-F238E27FC236}">
                <a16:creationId xmlns:a16="http://schemas.microsoft.com/office/drawing/2014/main" id="{04998956-E43A-F3AB-7595-667FEA1CE224}"/>
              </a:ext>
            </a:extLst>
          </p:cNvPr>
          <p:cNvSpPr>
            <a:spLocks noGrp="1"/>
          </p:cNvSpPr>
          <p:nvPr>
            <p:ph type="body" sz="quarter" idx="13"/>
          </p:nvPr>
        </p:nvSpPr>
        <p:spPr>
          <a:xfrm>
            <a:off x="937260" y="120491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2" name="Text Placeholder 14">
            <a:extLst>
              <a:ext uri="{FF2B5EF4-FFF2-40B4-BE49-F238E27FC236}">
                <a16:creationId xmlns:a16="http://schemas.microsoft.com/office/drawing/2014/main" id="{7D8B2A71-1E91-052E-05E9-2052BBDCC0CF}"/>
              </a:ext>
            </a:extLst>
          </p:cNvPr>
          <p:cNvSpPr>
            <a:spLocks noGrp="1"/>
          </p:cNvSpPr>
          <p:nvPr>
            <p:ph type="body" sz="quarter" idx="15" hasCustomPrompt="1"/>
          </p:nvPr>
        </p:nvSpPr>
        <p:spPr>
          <a:xfrm>
            <a:off x="539999" y="120491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3" name="Text Placeholder 14">
            <a:extLst>
              <a:ext uri="{FF2B5EF4-FFF2-40B4-BE49-F238E27FC236}">
                <a16:creationId xmlns:a16="http://schemas.microsoft.com/office/drawing/2014/main" id="{879E254E-98D5-5A9E-ADF4-B8405E3A4233}"/>
              </a:ext>
            </a:extLst>
          </p:cNvPr>
          <p:cNvSpPr>
            <a:spLocks noGrp="1"/>
          </p:cNvSpPr>
          <p:nvPr>
            <p:ph type="body" sz="quarter" idx="16"/>
          </p:nvPr>
        </p:nvSpPr>
        <p:spPr>
          <a:xfrm>
            <a:off x="937260" y="176924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4" name="Text Placeholder 14">
            <a:extLst>
              <a:ext uri="{FF2B5EF4-FFF2-40B4-BE49-F238E27FC236}">
                <a16:creationId xmlns:a16="http://schemas.microsoft.com/office/drawing/2014/main" id="{ACC4BAA2-6BCC-4828-A794-FA95A0A63065}"/>
              </a:ext>
            </a:extLst>
          </p:cNvPr>
          <p:cNvSpPr>
            <a:spLocks noGrp="1"/>
          </p:cNvSpPr>
          <p:nvPr>
            <p:ph type="body" sz="quarter" idx="17" hasCustomPrompt="1"/>
          </p:nvPr>
        </p:nvSpPr>
        <p:spPr>
          <a:xfrm>
            <a:off x="539999" y="176924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5" name="Text Placeholder 14">
            <a:extLst>
              <a:ext uri="{FF2B5EF4-FFF2-40B4-BE49-F238E27FC236}">
                <a16:creationId xmlns:a16="http://schemas.microsoft.com/office/drawing/2014/main" id="{4EA26915-F7BB-55EF-0F30-6ADA6B979869}"/>
              </a:ext>
            </a:extLst>
          </p:cNvPr>
          <p:cNvSpPr>
            <a:spLocks noGrp="1"/>
          </p:cNvSpPr>
          <p:nvPr>
            <p:ph type="body" sz="quarter" idx="18"/>
          </p:nvPr>
        </p:nvSpPr>
        <p:spPr>
          <a:xfrm>
            <a:off x="937260" y="233357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6" name="Text Placeholder 14">
            <a:extLst>
              <a:ext uri="{FF2B5EF4-FFF2-40B4-BE49-F238E27FC236}">
                <a16:creationId xmlns:a16="http://schemas.microsoft.com/office/drawing/2014/main" id="{257CB600-F9B0-1864-97F6-1D774ECF80A5}"/>
              </a:ext>
            </a:extLst>
          </p:cNvPr>
          <p:cNvSpPr>
            <a:spLocks noGrp="1"/>
          </p:cNvSpPr>
          <p:nvPr>
            <p:ph type="body" sz="quarter" idx="19" hasCustomPrompt="1"/>
          </p:nvPr>
        </p:nvSpPr>
        <p:spPr>
          <a:xfrm>
            <a:off x="539999" y="233357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7" name="Text Placeholder 14">
            <a:extLst>
              <a:ext uri="{FF2B5EF4-FFF2-40B4-BE49-F238E27FC236}">
                <a16:creationId xmlns:a16="http://schemas.microsoft.com/office/drawing/2014/main" id="{0560897C-1AD8-3377-6871-4272FF90094B}"/>
              </a:ext>
            </a:extLst>
          </p:cNvPr>
          <p:cNvSpPr>
            <a:spLocks noGrp="1"/>
          </p:cNvSpPr>
          <p:nvPr>
            <p:ph type="body" sz="quarter" idx="20"/>
          </p:nvPr>
        </p:nvSpPr>
        <p:spPr>
          <a:xfrm>
            <a:off x="937260" y="289790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18" name="Text Placeholder 14">
            <a:extLst>
              <a:ext uri="{FF2B5EF4-FFF2-40B4-BE49-F238E27FC236}">
                <a16:creationId xmlns:a16="http://schemas.microsoft.com/office/drawing/2014/main" id="{D301C9E1-08CE-BFB6-4698-D0156087E1F6}"/>
              </a:ext>
            </a:extLst>
          </p:cNvPr>
          <p:cNvSpPr>
            <a:spLocks noGrp="1"/>
          </p:cNvSpPr>
          <p:nvPr>
            <p:ph type="body" sz="quarter" idx="21" hasCustomPrompt="1"/>
          </p:nvPr>
        </p:nvSpPr>
        <p:spPr>
          <a:xfrm>
            <a:off x="539999" y="289790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19" name="Text Placeholder 14">
            <a:extLst>
              <a:ext uri="{FF2B5EF4-FFF2-40B4-BE49-F238E27FC236}">
                <a16:creationId xmlns:a16="http://schemas.microsoft.com/office/drawing/2014/main" id="{0CC2E283-D3BF-9260-EB0C-1FC89129E5D5}"/>
              </a:ext>
            </a:extLst>
          </p:cNvPr>
          <p:cNvSpPr>
            <a:spLocks noGrp="1"/>
          </p:cNvSpPr>
          <p:nvPr>
            <p:ph type="body" sz="quarter" idx="22"/>
          </p:nvPr>
        </p:nvSpPr>
        <p:spPr>
          <a:xfrm>
            <a:off x="937260" y="346223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0" name="Text Placeholder 14">
            <a:extLst>
              <a:ext uri="{FF2B5EF4-FFF2-40B4-BE49-F238E27FC236}">
                <a16:creationId xmlns:a16="http://schemas.microsoft.com/office/drawing/2014/main" id="{CCA538C9-A95B-B77A-306A-0A21B6167A67}"/>
              </a:ext>
            </a:extLst>
          </p:cNvPr>
          <p:cNvSpPr>
            <a:spLocks noGrp="1"/>
          </p:cNvSpPr>
          <p:nvPr>
            <p:ph type="body" sz="quarter" idx="23" hasCustomPrompt="1"/>
          </p:nvPr>
        </p:nvSpPr>
        <p:spPr>
          <a:xfrm>
            <a:off x="539999" y="346223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1" name="Text Placeholder 14">
            <a:extLst>
              <a:ext uri="{FF2B5EF4-FFF2-40B4-BE49-F238E27FC236}">
                <a16:creationId xmlns:a16="http://schemas.microsoft.com/office/drawing/2014/main" id="{8BC031F2-00E6-BD42-A50A-E5BBBCC20963}"/>
              </a:ext>
            </a:extLst>
          </p:cNvPr>
          <p:cNvSpPr>
            <a:spLocks noGrp="1"/>
          </p:cNvSpPr>
          <p:nvPr>
            <p:ph type="body" sz="quarter" idx="24"/>
          </p:nvPr>
        </p:nvSpPr>
        <p:spPr>
          <a:xfrm>
            <a:off x="937260" y="402656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2" name="Text Placeholder 14">
            <a:extLst>
              <a:ext uri="{FF2B5EF4-FFF2-40B4-BE49-F238E27FC236}">
                <a16:creationId xmlns:a16="http://schemas.microsoft.com/office/drawing/2014/main" id="{C29D2051-2F3E-4FBB-9F68-5F10EC4053CF}"/>
              </a:ext>
            </a:extLst>
          </p:cNvPr>
          <p:cNvSpPr>
            <a:spLocks noGrp="1"/>
          </p:cNvSpPr>
          <p:nvPr>
            <p:ph type="body" sz="quarter" idx="25" hasCustomPrompt="1"/>
          </p:nvPr>
        </p:nvSpPr>
        <p:spPr>
          <a:xfrm>
            <a:off x="539999" y="402656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3" name="Text Placeholder 14">
            <a:extLst>
              <a:ext uri="{FF2B5EF4-FFF2-40B4-BE49-F238E27FC236}">
                <a16:creationId xmlns:a16="http://schemas.microsoft.com/office/drawing/2014/main" id="{E98DD467-EFE2-B4DA-351E-F3F2A4FBAA42}"/>
              </a:ext>
            </a:extLst>
          </p:cNvPr>
          <p:cNvSpPr>
            <a:spLocks noGrp="1"/>
          </p:cNvSpPr>
          <p:nvPr>
            <p:ph type="body" sz="quarter" idx="26"/>
          </p:nvPr>
        </p:nvSpPr>
        <p:spPr>
          <a:xfrm>
            <a:off x="937260" y="459089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4" name="Text Placeholder 14">
            <a:extLst>
              <a:ext uri="{FF2B5EF4-FFF2-40B4-BE49-F238E27FC236}">
                <a16:creationId xmlns:a16="http://schemas.microsoft.com/office/drawing/2014/main" id="{80D3DEFE-783C-331B-AB1D-E81C1C98013C}"/>
              </a:ext>
            </a:extLst>
          </p:cNvPr>
          <p:cNvSpPr>
            <a:spLocks noGrp="1"/>
          </p:cNvSpPr>
          <p:nvPr>
            <p:ph type="body" sz="quarter" idx="27" hasCustomPrompt="1"/>
          </p:nvPr>
        </p:nvSpPr>
        <p:spPr>
          <a:xfrm>
            <a:off x="539999" y="459089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5" name="Text Placeholder 14">
            <a:extLst>
              <a:ext uri="{FF2B5EF4-FFF2-40B4-BE49-F238E27FC236}">
                <a16:creationId xmlns:a16="http://schemas.microsoft.com/office/drawing/2014/main" id="{1901CA78-DF83-4732-0646-9DC429F8C719}"/>
              </a:ext>
            </a:extLst>
          </p:cNvPr>
          <p:cNvSpPr>
            <a:spLocks noGrp="1"/>
          </p:cNvSpPr>
          <p:nvPr>
            <p:ph type="body" sz="quarter" idx="28"/>
          </p:nvPr>
        </p:nvSpPr>
        <p:spPr>
          <a:xfrm>
            <a:off x="937260" y="5155223"/>
            <a:ext cx="4888738" cy="312330"/>
          </a:xfrm>
        </p:spPr>
        <p:txBody>
          <a:bodyPr wrap="square" anchor="ctr">
            <a:spAutoFit/>
          </a:bodyPr>
          <a:lstStyle>
            <a:lvl1pPr marL="0" indent="0">
              <a:buNone/>
              <a:defRPr sz="2000"/>
            </a:lvl1pPr>
            <a:lvl2pPr>
              <a:defRPr sz="2000"/>
            </a:lvl2pPr>
            <a:lvl3pPr>
              <a:defRPr sz="2000"/>
            </a:lvl3pPr>
            <a:lvl4pPr>
              <a:defRPr sz="2000"/>
            </a:lvl4pPr>
            <a:lvl5pPr>
              <a:defRPr sz="2000"/>
            </a:lvl5pPr>
          </a:lstStyle>
          <a:p>
            <a:pPr lvl="0"/>
            <a:r>
              <a:rPr lang="en-US"/>
              <a:t>Click to edit Master text styles</a:t>
            </a:r>
          </a:p>
        </p:txBody>
      </p:sp>
      <p:sp>
        <p:nvSpPr>
          <p:cNvPr id="26" name="Text Placeholder 14">
            <a:extLst>
              <a:ext uri="{FF2B5EF4-FFF2-40B4-BE49-F238E27FC236}">
                <a16:creationId xmlns:a16="http://schemas.microsoft.com/office/drawing/2014/main" id="{BF171B47-BB86-A5AF-6D5C-5D271E9A052C}"/>
              </a:ext>
            </a:extLst>
          </p:cNvPr>
          <p:cNvSpPr>
            <a:spLocks noGrp="1"/>
          </p:cNvSpPr>
          <p:nvPr>
            <p:ph type="body" sz="quarter" idx="29" hasCustomPrompt="1"/>
          </p:nvPr>
        </p:nvSpPr>
        <p:spPr>
          <a:xfrm>
            <a:off x="539999" y="5155223"/>
            <a:ext cx="285335" cy="312330"/>
          </a:xfrm>
        </p:spPr>
        <p:txBody>
          <a:bodyPr wrap="none" anchor="ctr">
            <a:noAutofit/>
          </a:bodyPr>
          <a:lstStyle>
            <a:lvl1pPr marL="0" indent="0" algn="l">
              <a:buNone/>
              <a:defRPr sz="2000" b="1"/>
            </a:lvl1pPr>
            <a:lvl2pPr>
              <a:defRPr sz="2000"/>
            </a:lvl2pPr>
            <a:lvl3pPr>
              <a:defRPr sz="2000"/>
            </a:lvl3pPr>
            <a:lvl4pPr>
              <a:defRPr sz="2000"/>
            </a:lvl4pPr>
            <a:lvl5pPr>
              <a:defRPr sz="2000"/>
            </a:lvl5pPr>
          </a:lstStyle>
          <a:p>
            <a:pPr lvl="0"/>
            <a:r>
              <a:rPr lang="en-US"/>
              <a:t>#</a:t>
            </a:r>
          </a:p>
        </p:txBody>
      </p:sp>
      <p:sp>
        <p:nvSpPr>
          <p:cNvPr id="2" name="Title 1">
            <a:extLst>
              <a:ext uri="{FF2B5EF4-FFF2-40B4-BE49-F238E27FC236}">
                <a16:creationId xmlns:a16="http://schemas.microsoft.com/office/drawing/2014/main" id="{585A9461-212B-2481-9B8B-1C07C6031034}"/>
              </a:ext>
            </a:extLst>
          </p:cNvPr>
          <p:cNvSpPr>
            <a:spLocks noGrp="1"/>
          </p:cNvSpPr>
          <p:nvPr>
            <p:ph type="title" hasCustomPrompt="1"/>
          </p:nvPr>
        </p:nvSpPr>
        <p:spPr>
          <a:xfrm>
            <a:off x="539999" y="262800"/>
            <a:ext cx="5285999" cy="332399"/>
          </a:xfrm>
        </p:spPr>
        <p:txBody>
          <a:bodyPr/>
          <a:lstStyle/>
          <a:p>
            <a:r>
              <a:rPr lang="en-US"/>
              <a:t>Click to add title – max 1 line</a:t>
            </a:r>
          </a:p>
        </p:txBody>
      </p:sp>
      <p:sp>
        <p:nvSpPr>
          <p:cNvPr id="7" name="Text Placeholder 7">
            <a:extLst>
              <a:ext uri="{FF2B5EF4-FFF2-40B4-BE49-F238E27FC236}">
                <a16:creationId xmlns:a16="http://schemas.microsoft.com/office/drawing/2014/main" id="{D2474749-3AF2-5EAB-2CCB-5CAC4BD1D53D}"/>
              </a:ext>
            </a:extLst>
          </p:cNvPr>
          <p:cNvSpPr>
            <a:spLocks noGrp="1"/>
          </p:cNvSpPr>
          <p:nvPr>
            <p:ph type="body" sz="quarter" idx="14" hasCustomPrompt="1"/>
          </p:nvPr>
        </p:nvSpPr>
        <p:spPr>
          <a:xfrm>
            <a:off x="539998" y="660922"/>
            <a:ext cx="528599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Insert subtitle – max 1 line</a:t>
            </a:r>
          </a:p>
        </p:txBody>
      </p:sp>
      <p:sp>
        <p:nvSpPr>
          <p:cNvPr id="8" name="Rectangle 7">
            <a:extLst>
              <a:ext uri="{FF2B5EF4-FFF2-40B4-BE49-F238E27FC236}">
                <a16:creationId xmlns:a16="http://schemas.microsoft.com/office/drawing/2014/main" id="{9FF2BAC6-0A88-F19E-5642-EB0621BB4078}"/>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27" name="Content Placeholder 7">
            <a:extLst>
              <a:ext uri="{FF2B5EF4-FFF2-40B4-BE49-F238E27FC236}">
                <a16:creationId xmlns:a16="http://schemas.microsoft.com/office/drawing/2014/main" id="{35974C6E-E3E1-DAA9-DC97-5EFA381F830B}"/>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28" name="Text Placeholder 14">
            <a:extLst>
              <a:ext uri="{FF2B5EF4-FFF2-40B4-BE49-F238E27FC236}">
                <a16:creationId xmlns:a16="http://schemas.microsoft.com/office/drawing/2014/main" id="{BB5A514B-73EC-D1ED-BE3B-913B4F27F41C}"/>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the presentation’s  agenda.</a:t>
            </a:r>
          </a:p>
          <a:p>
            <a:pPr>
              <a:lnSpc>
                <a:spcPct val="100000"/>
              </a:lnSpc>
              <a:spcBef>
                <a:spcPts val="600"/>
              </a:spcBef>
              <a:spcAft>
                <a:spcPts val="600"/>
              </a:spcAft>
            </a:pPr>
            <a:r>
              <a:rPr lang="en-US" sz="1050">
                <a:solidFill>
                  <a:schemeClr val="tx1">
                    <a:alpha val="90000"/>
                  </a:schemeClr>
                </a:solidFill>
              </a:rPr>
              <a:t>Use this slide to insert a picture, by following the slide’s  instructions. If possible, select a picture that picks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The picture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Please </a:t>
            </a:r>
            <a:r>
              <a:rPr lang="en-US" sz="1050" b="1">
                <a:solidFill>
                  <a:schemeClr val="tx1">
                    <a:alpha val="90000"/>
                  </a:schemeClr>
                </a:solidFill>
              </a:rPr>
              <a:t>consider the legibility</a:t>
            </a:r>
            <a:r>
              <a:rPr lang="en-US" sz="1050">
                <a:solidFill>
                  <a:schemeClr val="tx1">
                    <a:alpha val="90000"/>
                  </a:schemeClr>
                </a:solidFill>
              </a:rPr>
              <a:t> of the text when selecting a picture. If needed, crop the picture differently or select another picture. </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a:p>
            <a:pPr>
              <a:lnSpc>
                <a:spcPct val="100000"/>
              </a:lnSpc>
              <a:spcBef>
                <a:spcPts val="600"/>
              </a:spcBef>
              <a:spcAft>
                <a:spcPts val="600"/>
              </a:spcAft>
            </a:pPr>
            <a:endParaRPr lang="en-US" sz="1050">
              <a:solidFill>
                <a:schemeClr val="tx1">
                  <a:alpha val="90000"/>
                </a:schemeClr>
              </a:solidFill>
            </a:endParaRPr>
          </a:p>
          <a:p>
            <a:pPr>
              <a:lnSpc>
                <a:spcPct val="100000"/>
              </a:lnSpc>
              <a:spcBef>
                <a:spcPts val="600"/>
              </a:spcBef>
              <a:spcAft>
                <a:spcPts val="600"/>
              </a:spcAft>
            </a:pPr>
            <a:endParaRPr lang="en-US" sz="1050">
              <a:solidFill>
                <a:schemeClr val="tx1">
                  <a:alpha val="90000"/>
                </a:schemeClr>
              </a:solidFill>
            </a:endParaRPr>
          </a:p>
        </p:txBody>
      </p:sp>
      <p:sp>
        <p:nvSpPr>
          <p:cNvPr id="29" name="Text Placeholder 14">
            <a:extLst>
              <a:ext uri="{FF2B5EF4-FFF2-40B4-BE49-F238E27FC236}">
                <a16:creationId xmlns:a16="http://schemas.microsoft.com/office/drawing/2014/main" id="{0E5A080A-96FA-EC45-B3D3-4E5362CE0919}"/>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agenda (option 3)</a:t>
            </a:r>
          </a:p>
        </p:txBody>
      </p:sp>
      <p:cxnSp>
        <p:nvCxnSpPr>
          <p:cNvPr id="30" name="Straight Connector 29">
            <a:extLst>
              <a:ext uri="{FF2B5EF4-FFF2-40B4-BE49-F238E27FC236}">
                <a16:creationId xmlns:a16="http://schemas.microsoft.com/office/drawing/2014/main" id="{20F65DD3-D44C-8A23-E83B-FFF512305C5C}"/>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Pladsholder til tekst 13">
            <a:extLst>
              <a:ext uri="{FF2B5EF4-FFF2-40B4-BE49-F238E27FC236}">
                <a16:creationId xmlns:a16="http://schemas.microsoft.com/office/drawing/2014/main" id="{4B55BAE9-2321-1810-8D49-741B5A560778}"/>
              </a:ext>
            </a:extLst>
          </p:cNvPr>
          <p:cNvSpPr>
            <a:spLocks noGrp="1"/>
          </p:cNvSpPr>
          <p:nvPr>
            <p:ph type="body" sz="quarter" idx="33" hasCustomPrompt="1"/>
          </p:nvPr>
        </p:nvSpPr>
        <p:spPr>
          <a:xfrm>
            <a:off x="540000" y="1000850"/>
            <a:ext cx="5289549" cy="10800"/>
          </a:xfrm>
          <a:solidFill>
            <a:schemeClr val="tx1"/>
          </a:solidFill>
          <a:ln w="3175">
            <a:solidFill>
              <a:schemeClr val="tx1"/>
            </a:solidFill>
            <a:miter lim="800000"/>
          </a:ln>
        </p:spPr>
        <p:txBody>
          <a:bodyPr/>
          <a:lstStyle>
            <a:lvl1pPr marL="0" indent="0">
              <a:buNone/>
              <a:defRPr sz="100"/>
            </a:lvl1pPr>
            <a:lvl2pPr marL="178775" indent="0">
              <a:buNone/>
              <a:defRPr/>
            </a:lvl2pPr>
            <a:lvl3pPr marL="360000" indent="0">
              <a:buNone/>
              <a:defRPr/>
            </a:lvl3pPr>
            <a:lvl4pPr marL="539138" indent="0">
              <a:buNone/>
              <a:defRPr/>
            </a:lvl4pPr>
            <a:lvl5pPr marL="720000" indent="0">
              <a:buNone/>
              <a:defRPr/>
            </a:lvl5pPr>
          </a:lstStyle>
          <a:p>
            <a:pPr lvl="0"/>
            <a:r>
              <a:rPr lang="da-DK"/>
              <a:t> </a:t>
            </a:r>
            <a:endParaRPr lang="en-GB"/>
          </a:p>
        </p:txBody>
      </p:sp>
    </p:spTree>
    <p:extLst>
      <p:ext uri="{BB962C8B-B14F-4D97-AF65-F5344CB8AC3E}">
        <p14:creationId xmlns:p14="http://schemas.microsoft.com/office/powerpoint/2010/main" val="2260457511"/>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Text and content</a:t>
            </a:r>
          </a:p>
        </p:txBody>
      </p:sp>
    </p:spTree>
    <p:extLst>
      <p:ext uri="{BB962C8B-B14F-4D97-AF65-F5344CB8AC3E}">
        <p14:creationId xmlns:p14="http://schemas.microsoft.com/office/powerpoint/2010/main" val="352064653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mp; subtitle +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14FD3EBB-921D-433C-8D4A-4A2A96453BB2}"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hasCustomPrompt="1"/>
          </p:nvPr>
        </p:nvSpPr>
        <p:spPr>
          <a:xfrm>
            <a:off x="540000" y="1204913"/>
            <a:ext cx="11111997" cy="4840287"/>
          </a:xfrm>
        </p:spPr>
        <p:txBody>
          <a:bodyPr/>
          <a:lstStyle>
            <a:lvl1pPr>
              <a:defRPr/>
            </a:lvl1pPr>
          </a:lstStyle>
          <a:p>
            <a:pPr lvl="0"/>
            <a:r>
              <a:rPr lang="en-US"/>
              <a:t>Click to add text or use the icons to insert content</a:t>
            </a:r>
          </a:p>
          <a:p>
            <a:pPr lvl="1"/>
            <a:r>
              <a:rPr lang="en-US"/>
              <a:t>Second level</a:t>
            </a:r>
          </a:p>
          <a:p>
            <a:pPr lvl="2"/>
            <a:r>
              <a:rPr lang="en-US"/>
              <a:t>Third level</a:t>
            </a:r>
          </a:p>
          <a:p>
            <a:pPr lvl="3"/>
            <a:r>
              <a:rPr lang="en-US"/>
              <a:t>Fourth level</a:t>
            </a:r>
          </a:p>
          <a:p>
            <a:pPr lvl="4"/>
            <a:r>
              <a:rPr lang="en-US"/>
              <a:t>Fifth level</a:t>
            </a:r>
          </a:p>
        </p:txBody>
      </p:sp>
      <p:sp>
        <p:nvSpPr>
          <p:cNvPr id="8" name="Title 7">
            <a:extLst>
              <a:ext uri="{FF2B5EF4-FFF2-40B4-BE49-F238E27FC236}">
                <a16:creationId xmlns:a16="http://schemas.microsoft.com/office/drawing/2014/main" id="{3FF8ABCD-5AF0-C7E1-ED2E-2ACFB77C8083}"/>
              </a:ext>
            </a:extLst>
          </p:cNvPr>
          <p:cNvSpPr>
            <a:spLocks noGrp="1"/>
          </p:cNvSpPr>
          <p:nvPr>
            <p:ph type="title" hasCustomPrompt="1"/>
          </p:nvPr>
        </p:nvSpPr>
        <p:spPr/>
        <p:txBody>
          <a:bodyPr/>
          <a:lstStyle>
            <a:lvl1pPr>
              <a:defRPr/>
            </a:lvl1pPr>
          </a:lstStyle>
          <a:p>
            <a:r>
              <a:rPr lang="en-US"/>
              <a:t>Click to add title – max 1 line</a:t>
            </a:r>
          </a:p>
        </p:txBody>
      </p:sp>
    </p:spTree>
    <p:extLst>
      <p:ext uri="{BB962C8B-B14F-4D97-AF65-F5344CB8AC3E}">
        <p14:creationId xmlns:p14="http://schemas.microsoft.com/office/powerpoint/2010/main" val="1687581959"/>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 Title &amp; subtitle + 2 x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0CC82D35-38BA-4733-8072-AC0A1C130EB1}"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6">
            <a:extLst>
              <a:ext uri="{FF2B5EF4-FFF2-40B4-BE49-F238E27FC236}">
                <a16:creationId xmlns:a16="http://schemas.microsoft.com/office/drawing/2014/main" id="{E832CD91-0663-5EA7-69DC-090BBDE27B26}"/>
              </a:ext>
            </a:extLst>
          </p:cNvPr>
          <p:cNvSpPr>
            <a:spLocks noGrp="1"/>
          </p:cNvSpPr>
          <p:nvPr>
            <p:ph type="title" hasCustomPrompt="1"/>
          </p:nvPr>
        </p:nvSpPr>
        <p:spPr/>
        <p:txBody>
          <a:bodyPr/>
          <a:lstStyle>
            <a:lvl1pPr>
              <a:defRPr/>
            </a:lvl1pPr>
          </a:lstStyle>
          <a:p>
            <a:r>
              <a:rPr lang="en-US"/>
              <a:t>Click to add title – max 1 line</a:t>
            </a:r>
          </a:p>
        </p:txBody>
      </p:sp>
      <p:sp>
        <p:nvSpPr>
          <p:cNvPr id="9" name="Text Placeholder 6">
            <a:extLst>
              <a:ext uri="{FF2B5EF4-FFF2-40B4-BE49-F238E27FC236}">
                <a16:creationId xmlns:a16="http://schemas.microsoft.com/office/drawing/2014/main" id="{ADB30E45-6F87-8E48-B964-3FA12CA949F6}"/>
              </a:ext>
            </a:extLst>
          </p:cNvPr>
          <p:cNvSpPr>
            <a:spLocks noGrp="1"/>
          </p:cNvSpPr>
          <p:nvPr>
            <p:ph type="body" sz="quarter" idx="28"/>
          </p:nvPr>
        </p:nvSpPr>
        <p:spPr>
          <a:xfrm>
            <a:off x="540000" y="1204913"/>
            <a:ext cx="5285998" cy="281103"/>
          </a:xfrm>
        </p:spPr>
        <p:txBody>
          <a:bodyPr anchor="b">
            <a:noAutofit/>
          </a:bodyPr>
          <a:lstStyle>
            <a:lvl1pPr marL="0" indent="0">
              <a:buNone/>
              <a:defRPr b="1"/>
            </a:lvl1pPr>
          </a:lstStyle>
          <a:p>
            <a:pPr lvl="0"/>
            <a:r>
              <a:rPr lang="en-US"/>
              <a:t>Click to edit Master text styles</a:t>
            </a:r>
          </a:p>
        </p:txBody>
      </p:sp>
      <p:sp>
        <p:nvSpPr>
          <p:cNvPr id="10" name="Content Placeholder 8">
            <a:extLst>
              <a:ext uri="{FF2B5EF4-FFF2-40B4-BE49-F238E27FC236}">
                <a16:creationId xmlns:a16="http://schemas.microsoft.com/office/drawing/2014/main" id="{A2DA405C-8706-D6A0-A804-4E31612EBBEC}"/>
              </a:ext>
            </a:extLst>
          </p:cNvPr>
          <p:cNvSpPr>
            <a:spLocks noGrp="1"/>
          </p:cNvSpPr>
          <p:nvPr>
            <p:ph sz="quarter" idx="29"/>
          </p:nvPr>
        </p:nvSpPr>
        <p:spPr>
          <a:xfrm>
            <a:off x="540000" y="1666016"/>
            <a:ext cx="5285999" cy="4380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6">
            <a:extLst>
              <a:ext uri="{FF2B5EF4-FFF2-40B4-BE49-F238E27FC236}">
                <a16:creationId xmlns:a16="http://schemas.microsoft.com/office/drawing/2014/main" id="{38082699-78CA-E7E5-2C78-99B124A10932}"/>
              </a:ext>
            </a:extLst>
          </p:cNvPr>
          <p:cNvSpPr>
            <a:spLocks noGrp="1"/>
          </p:cNvSpPr>
          <p:nvPr>
            <p:ph type="body" sz="quarter" idx="34"/>
          </p:nvPr>
        </p:nvSpPr>
        <p:spPr>
          <a:xfrm>
            <a:off x="6365999" y="1204913"/>
            <a:ext cx="5285998" cy="281103"/>
          </a:xfrm>
        </p:spPr>
        <p:txBody>
          <a:bodyPr anchor="b">
            <a:noAutofit/>
          </a:bodyPr>
          <a:lstStyle>
            <a:lvl1pPr marL="0" indent="0">
              <a:buNone/>
              <a:defRPr b="1"/>
            </a:lvl1pPr>
          </a:lstStyle>
          <a:p>
            <a:pPr lvl="0"/>
            <a:r>
              <a:rPr lang="en-US"/>
              <a:t>Click to edit Master text styles</a:t>
            </a:r>
          </a:p>
        </p:txBody>
      </p:sp>
      <p:sp>
        <p:nvSpPr>
          <p:cNvPr id="15" name="Content Placeholder 8">
            <a:extLst>
              <a:ext uri="{FF2B5EF4-FFF2-40B4-BE49-F238E27FC236}">
                <a16:creationId xmlns:a16="http://schemas.microsoft.com/office/drawing/2014/main" id="{DBC5536A-7708-7318-4D3F-51D16B72F692}"/>
              </a:ext>
            </a:extLst>
          </p:cNvPr>
          <p:cNvSpPr>
            <a:spLocks noGrp="1"/>
          </p:cNvSpPr>
          <p:nvPr>
            <p:ph sz="quarter" idx="35"/>
          </p:nvPr>
        </p:nvSpPr>
        <p:spPr>
          <a:xfrm>
            <a:off x="6365998" y="1666016"/>
            <a:ext cx="5285999" cy="4380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Line">
            <a:extLst>
              <a:ext uri="{FF2B5EF4-FFF2-40B4-BE49-F238E27FC236}">
                <a16:creationId xmlns:a16="http://schemas.microsoft.com/office/drawing/2014/main" id="{73787096-17DE-D6C6-85AD-12E004FF8769}"/>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6" name="Text Placeholder 7">
            <a:extLst>
              <a:ext uri="{FF2B5EF4-FFF2-40B4-BE49-F238E27FC236}">
                <a16:creationId xmlns:a16="http://schemas.microsoft.com/office/drawing/2014/main" id="{BC0A8268-FAEF-AF38-EFA8-909A0DBF14C6}"/>
              </a:ext>
            </a:extLst>
          </p:cNvPr>
          <p:cNvSpPr>
            <a:spLocks noGrp="1"/>
          </p:cNvSpPr>
          <p:nvPr>
            <p:ph type="body" sz="quarter" idx="14" hasCustomPrompt="1"/>
          </p:nvPr>
        </p:nvSpPr>
        <p:spPr>
          <a:xfrm>
            <a:off x="539998" y="660922"/>
            <a:ext cx="1111383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8" name="Rectangle 7">
            <a:extLst>
              <a:ext uri="{FF2B5EF4-FFF2-40B4-BE49-F238E27FC236}">
                <a16:creationId xmlns:a16="http://schemas.microsoft.com/office/drawing/2014/main" id="{29965313-D434-0F18-5942-EB32B41AE258}"/>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1" name="Content Placeholder 7">
            <a:extLst>
              <a:ext uri="{FF2B5EF4-FFF2-40B4-BE49-F238E27FC236}">
                <a16:creationId xmlns:a16="http://schemas.microsoft.com/office/drawing/2014/main" id="{37C98B6E-7E2E-2498-353C-EF8F3AEB9777}"/>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2" name="Text Placeholder 14">
            <a:extLst>
              <a:ext uri="{FF2B5EF4-FFF2-40B4-BE49-F238E27FC236}">
                <a16:creationId xmlns:a16="http://schemas.microsoft.com/office/drawing/2014/main" id="{4624AEC5-8C19-4C3E-511E-2150AE8AB951}"/>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two sections of content with headers. </a:t>
            </a:r>
          </a:p>
          <a:p>
            <a:pPr>
              <a:lnSpc>
                <a:spcPct val="100000"/>
              </a:lnSpc>
              <a:spcBef>
                <a:spcPts val="600"/>
              </a:spcBef>
              <a:spcAft>
                <a:spcPts val="600"/>
              </a:spcAft>
            </a:pPr>
            <a:r>
              <a:rPr lang="en-US" sz="1050">
                <a:solidFill>
                  <a:schemeClr val="tx1">
                    <a:alpha val="90000"/>
                  </a:schemeClr>
                </a:solidFill>
              </a:rPr>
              <a:t>In this layout, pictures remain in ratio while the place-holder size adjusts. Pictures seem “centered”. </a:t>
            </a:r>
          </a:p>
          <a:p>
            <a:pPr>
              <a:lnSpc>
                <a:spcPct val="100000"/>
              </a:lnSpc>
              <a:spcBef>
                <a:spcPts val="600"/>
              </a:spcBef>
              <a:spcAft>
                <a:spcPts val="600"/>
              </a:spcAft>
            </a:pPr>
            <a:r>
              <a:rPr lang="en-US" sz="1050" b="1">
                <a:solidFill>
                  <a:schemeClr val="tx1">
                    <a:alpha val="90000"/>
                  </a:schemeClr>
                </a:solidFill>
              </a:rPr>
              <a:t>For pictures to instead resize to the placeholder, </a:t>
            </a:r>
            <a:r>
              <a:rPr lang="en-US" sz="1050">
                <a:solidFill>
                  <a:schemeClr val="tx1">
                    <a:alpha val="90000"/>
                  </a:schemeClr>
                </a:solidFill>
              </a:rPr>
              <a:t>use the “text and picture layouts” in the next section.</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sp>
        <p:nvSpPr>
          <p:cNvPr id="13" name="Text Placeholder 14">
            <a:extLst>
              <a:ext uri="{FF2B5EF4-FFF2-40B4-BE49-F238E27FC236}">
                <a16:creationId xmlns:a16="http://schemas.microsoft.com/office/drawing/2014/main" id="{8F073324-8E4A-93A0-6049-12C5566177C8}"/>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2 x content</a:t>
            </a:r>
          </a:p>
        </p:txBody>
      </p:sp>
      <p:cxnSp>
        <p:nvCxnSpPr>
          <p:cNvPr id="16" name="Straight Connector 15">
            <a:extLst>
              <a:ext uri="{FF2B5EF4-FFF2-40B4-BE49-F238E27FC236}">
                <a16:creationId xmlns:a16="http://schemas.microsoft.com/office/drawing/2014/main" id="{A535999C-CA17-E62C-1CC0-A105713A4DAA}"/>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9299179"/>
      </p:ext>
    </p:extLst>
  </p:cSld>
  <p:clrMapOvr>
    <a:masterClrMapping/>
  </p:clrMapOvr>
  <p:extLst>
    <p:ext uri="{DCECCB84-F9BA-43D5-87BE-67443E8EF086}">
      <p15:sldGuideLst xmlns:p15="http://schemas.microsoft.com/office/powerpoint/2012/main">
        <p15:guide id="6" pos="3669">
          <p15:clr>
            <a:srgbClr val="5ACBF0"/>
          </p15:clr>
        </p15:guide>
        <p15:guide id="7" pos="4010">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 Title &amp; subtitle + 3 x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E0D0BD86-3EF5-4E31-A7F4-8C55A94494F8}"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11" name="Title 10">
            <a:extLst>
              <a:ext uri="{FF2B5EF4-FFF2-40B4-BE49-F238E27FC236}">
                <a16:creationId xmlns:a16="http://schemas.microsoft.com/office/drawing/2014/main" id="{8EBCCF1A-5373-C252-8F92-AB834B448FF5}"/>
              </a:ext>
            </a:extLst>
          </p:cNvPr>
          <p:cNvSpPr>
            <a:spLocks noGrp="1"/>
          </p:cNvSpPr>
          <p:nvPr>
            <p:ph type="title" hasCustomPrompt="1"/>
          </p:nvPr>
        </p:nvSpPr>
        <p:spPr/>
        <p:txBody>
          <a:bodyPr/>
          <a:lstStyle>
            <a:lvl1pPr>
              <a:defRPr/>
            </a:lvl1pPr>
          </a:lstStyle>
          <a:p>
            <a:r>
              <a:rPr lang="en-US"/>
              <a:t>Click to add title – max 1 line</a:t>
            </a:r>
          </a:p>
        </p:txBody>
      </p:sp>
      <p:sp>
        <p:nvSpPr>
          <p:cNvPr id="12" name="Text Placeholder 6">
            <a:extLst>
              <a:ext uri="{FF2B5EF4-FFF2-40B4-BE49-F238E27FC236}">
                <a16:creationId xmlns:a16="http://schemas.microsoft.com/office/drawing/2014/main" id="{D4B4B1EC-6838-6EB5-9EEC-D7F0BDF09CD0}"/>
              </a:ext>
            </a:extLst>
          </p:cNvPr>
          <p:cNvSpPr>
            <a:spLocks noGrp="1"/>
          </p:cNvSpPr>
          <p:nvPr>
            <p:ph type="body" sz="quarter" idx="28"/>
          </p:nvPr>
        </p:nvSpPr>
        <p:spPr>
          <a:xfrm>
            <a:off x="540001" y="1204913"/>
            <a:ext cx="3343999" cy="281103"/>
          </a:xfrm>
        </p:spPr>
        <p:txBody>
          <a:bodyPr anchor="b">
            <a:noAutofit/>
          </a:bodyPr>
          <a:lstStyle>
            <a:lvl1pPr marL="0" indent="0">
              <a:buNone/>
              <a:defRPr b="1"/>
            </a:lvl1pPr>
          </a:lstStyle>
          <a:p>
            <a:pPr lvl="0"/>
            <a:r>
              <a:rPr lang="en-US"/>
              <a:t>Click to edit Master text styles</a:t>
            </a:r>
          </a:p>
        </p:txBody>
      </p:sp>
      <p:sp>
        <p:nvSpPr>
          <p:cNvPr id="13" name="Content Placeholder 8">
            <a:extLst>
              <a:ext uri="{FF2B5EF4-FFF2-40B4-BE49-F238E27FC236}">
                <a16:creationId xmlns:a16="http://schemas.microsoft.com/office/drawing/2014/main" id="{D71D8E4A-10D7-09A9-F88F-FCA898147C9F}"/>
              </a:ext>
            </a:extLst>
          </p:cNvPr>
          <p:cNvSpPr>
            <a:spLocks noGrp="1"/>
          </p:cNvSpPr>
          <p:nvPr>
            <p:ph sz="quarter" idx="29"/>
          </p:nvPr>
        </p:nvSpPr>
        <p:spPr>
          <a:xfrm>
            <a:off x="540000" y="1666015"/>
            <a:ext cx="3343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6">
            <a:extLst>
              <a:ext uri="{FF2B5EF4-FFF2-40B4-BE49-F238E27FC236}">
                <a16:creationId xmlns:a16="http://schemas.microsoft.com/office/drawing/2014/main" id="{08FF0BA9-C34C-8519-FFE7-F5A3F6E63326}"/>
              </a:ext>
            </a:extLst>
          </p:cNvPr>
          <p:cNvSpPr>
            <a:spLocks noGrp="1"/>
          </p:cNvSpPr>
          <p:nvPr>
            <p:ph type="body" sz="quarter" idx="30"/>
          </p:nvPr>
        </p:nvSpPr>
        <p:spPr>
          <a:xfrm>
            <a:off x="4424000" y="1204913"/>
            <a:ext cx="3343999" cy="281103"/>
          </a:xfrm>
        </p:spPr>
        <p:txBody>
          <a:bodyPr anchor="b">
            <a:noAutofit/>
          </a:bodyPr>
          <a:lstStyle>
            <a:lvl1pPr marL="0" indent="0">
              <a:buNone/>
              <a:defRPr b="1"/>
            </a:lvl1pPr>
          </a:lstStyle>
          <a:p>
            <a:pPr lvl="0"/>
            <a:r>
              <a:rPr lang="en-US"/>
              <a:t>Click to edit Master text styles</a:t>
            </a:r>
          </a:p>
        </p:txBody>
      </p:sp>
      <p:sp>
        <p:nvSpPr>
          <p:cNvPr id="15" name="Content Placeholder 8">
            <a:extLst>
              <a:ext uri="{FF2B5EF4-FFF2-40B4-BE49-F238E27FC236}">
                <a16:creationId xmlns:a16="http://schemas.microsoft.com/office/drawing/2014/main" id="{02598A2E-56D7-E713-566B-47E4BC1C0AFB}"/>
              </a:ext>
            </a:extLst>
          </p:cNvPr>
          <p:cNvSpPr>
            <a:spLocks noGrp="1"/>
          </p:cNvSpPr>
          <p:nvPr>
            <p:ph sz="quarter" idx="31"/>
          </p:nvPr>
        </p:nvSpPr>
        <p:spPr>
          <a:xfrm>
            <a:off x="4423999" y="1666015"/>
            <a:ext cx="3343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6">
            <a:extLst>
              <a:ext uri="{FF2B5EF4-FFF2-40B4-BE49-F238E27FC236}">
                <a16:creationId xmlns:a16="http://schemas.microsoft.com/office/drawing/2014/main" id="{CD500465-5545-706A-2FF5-95107F801A26}"/>
              </a:ext>
            </a:extLst>
          </p:cNvPr>
          <p:cNvSpPr>
            <a:spLocks noGrp="1"/>
          </p:cNvSpPr>
          <p:nvPr>
            <p:ph type="body" sz="quarter" idx="34"/>
          </p:nvPr>
        </p:nvSpPr>
        <p:spPr>
          <a:xfrm>
            <a:off x="8307998" y="1204913"/>
            <a:ext cx="3343999" cy="281103"/>
          </a:xfrm>
        </p:spPr>
        <p:txBody>
          <a:bodyPr anchor="b">
            <a:noAutofit/>
          </a:bodyPr>
          <a:lstStyle>
            <a:lvl1pPr marL="0" indent="0">
              <a:buNone/>
              <a:defRPr b="1"/>
            </a:lvl1pPr>
          </a:lstStyle>
          <a:p>
            <a:pPr lvl="0"/>
            <a:r>
              <a:rPr lang="en-US"/>
              <a:t>Click to edit Master text styles</a:t>
            </a:r>
          </a:p>
        </p:txBody>
      </p:sp>
      <p:sp>
        <p:nvSpPr>
          <p:cNvPr id="20" name="Content Placeholder 8">
            <a:extLst>
              <a:ext uri="{FF2B5EF4-FFF2-40B4-BE49-F238E27FC236}">
                <a16:creationId xmlns:a16="http://schemas.microsoft.com/office/drawing/2014/main" id="{FAC640A2-0195-E324-897E-17CFA2A8BF94}"/>
              </a:ext>
            </a:extLst>
          </p:cNvPr>
          <p:cNvSpPr>
            <a:spLocks noGrp="1"/>
          </p:cNvSpPr>
          <p:nvPr>
            <p:ph sz="quarter" idx="35"/>
          </p:nvPr>
        </p:nvSpPr>
        <p:spPr>
          <a:xfrm>
            <a:off x="8307998" y="1666015"/>
            <a:ext cx="3343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Line">
            <a:extLst>
              <a:ext uri="{FF2B5EF4-FFF2-40B4-BE49-F238E27FC236}">
                <a16:creationId xmlns:a16="http://schemas.microsoft.com/office/drawing/2014/main" id="{1613170D-9A95-868A-AF41-8940F82CE8FC}"/>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6" name="Text Placeholder 7">
            <a:extLst>
              <a:ext uri="{FF2B5EF4-FFF2-40B4-BE49-F238E27FC236}">
                <a16:creationId xmlns:a16="http://schemas.microsoft.com/office/drawing/2014/main" id="{7DE6A9DC-5EF6-5951-04EC-C8FC55AFA6F6}"/>
              </a:ext>
            </a:extLst>
          </p:cNvPr>
          <p:cNvSpPr>
            <a:spLocks noGrp="1"/>
          </p:cNvSpPr>
          <p:nvPr>
            <p:ph type="body" sz="quarter" idx="14" hasCustomPrompt="1"/>
          </p:nvPr>
        </p:nvSpPr>
        <p:spPr>
          <a:xfrm>
            <a:off x="539998" y="660922"/>
            <a:ext cx="1111383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7" name="Rectangle 6">
            <a:extLst>
              <a:ext uri="{FF2B5EF4-FFF2-40B4-BE49-F238E27FC236}">
                <a16:creationId xmlns:a16="http://schemas.microsoft.com/office/drawing/2014/main" id="{BA5EDDF3-19EB-7066-8A87-076AB50EDD77}"/>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3E88EAE1-3542-3A7E-6DB8-309E2AA851D0}"/>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CA4B89A6-1502-365A-C6AC-9A17DACEC730}"/>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3 x content</a:t>
            </a:r>
          </a:p>
        </p:txBody>
      </p:sp>
      <p:sp>
        <p:nvSpPr>
          <p:cNvPr id="10" name="Text Placeholder 14">
            <a:extLst>
              <a:ext uri="{FF2B5EF4-FFF2-40B4-BE49-F238E27FC236}">
                <a16:creationId xmlns:a16="http://schemas.microsoft.com/office/drawing/2014/main" id="{ACE9DE05-3C7D-E743-889F-6B7E651BFB15}"/>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three sections of content with headers. </a:t>
            </a:r>
          </a:p>
          <a:p>
            <a:pPr>
              <a:lnSpc>
                <a:spcPct val="100000"/>
              </a:lnSpc>
              <a:spcBef>
                <a:spcPts val="600"/>
              </a:spcBef>
              <a:spcAft>
                <a:spcPts val="600"/>
              </a:spcAft>
            </a:pPr>
            <a:r>
              <a:rPr lang="en-US" sz="1050">
                <a:solidFill>
                  <a:schemeClr val="tx1">
                    <a:alpha val="90000"/>
                  </a:schemeClr>
                </a:solidFill>
              </a:rPr>
              <a:t>In this layout, pictures remain in ratio the place-holder size adjusts. Pictures seem “centered”. </a:t>
            </a:r>
          </a:p>
          <a:p>
            <a:pPr>
              <a:lnSpc>
                <a:spcPct val="100000"/>
              </a:lnSpc>
              <a:spcBef>
                <a:spcPts val="600"/>
              </a:spcBef>
              <a:spcAft>
                <a:spcPts val="600"/>
              </a:spcAft>
            </a:pPr>
            <a:r>
              <a:rPr lang="en-US" sz="1050" b="1">
                <a:solidFill>
                  <a:schemeClr val="tx1">
                    <a:alpha val="90000"/>
                  </a:schemeClr>
                </a:solidFill>
              </a:rPr>
              <a:t>For pictures to instead resize to the placeholder, </a:t>
            </a:r>
            <a:r>
              <a:rPr lang="en-US" sz="1050">
                <a:solidFill>
                  <a:schemeClr val="tx1">
                    <a:alpha val="90000"/>
                  </a:schemeClr>
                </a:solidFill>
              </a:rPr>
              <a:t>use the “text and picture layouts” in the next section.</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16" name="Straight Connector 15">
            <a:extLst>
              <a:ext uri="{FF2B5EF4-FFF2-40B4-BE49-F238E27FC236}">
                <a16:creationId xmlns:a16="http://schemas.microsoft.com/office/drawing/2014/main" id="{7E280CB7-B326-03C9-51E6-571B8D5ABD99}"/>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0661395"/>
      </p:ext>
    </p:extLst>
  </p:cSld>
  <p:clrMapOvr>
    <a:masterClrMapping/>
  </p:clrMapOvr>
  <p:extLst>
    <p:ext uri="{DCECCB84-F9BA-43D5-87BE-67443E8EF086}">
      <p15:sldGuideLst xmlns:p15="http://schemas.microsoft.com/office/powerpoint/2012/main">
        <p15:guide id="8" pos="2446">
          <p15:clr>
            <a:srgbClr val="5ACBF0"/>
          </p15:clr>
        </p15:guide>
        <p15:guide id="9" pos="2786">
          <p15:clr>
            <a:srgbClr val="5ACBF0"/>
          </p15:clr>
        </p15:guide>
        <p15:guide id="10" pos="4893">
          <p15:clr>
            <a:srgbClr val="5ACBF0"/>
          </p15:clr>
        </p15:guide>
        <p15:guide id="11" pos="5233">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 Title &amp; subtitle + 4 x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53875278-6FFE-4FE0-B4AD-82CA49CC656E}"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ext Placeholder 6">
            <a:extLst>
              <a:ext uri="{FF2B5EF4-FFF2-40B4-BE49-F238E27FC236}">
                <a16:creationId xmlns:a16="http://schemas.microsoft.com/office/drawing/2014/main" id="{40032028-DA2C-CE97-EC57-A23C142BB2C0}"/>
              </a:ext>
            </a:extLst>
          </p:cNvPr>
          <p:cNvSpPr>
            <a:spLocks noGrp="1"/>
          </p:cNvSpPr>
          <p:nvPr>
            <p:ph type="body" sz="quarter" idx="28"/>
          </p:nvPr>
        </p:nvSpPr>
        <p:spPr>
          <a:xfrm>
            <a:off x="540001" y="900215"/>
            <a:ext cx="2372999" cy="585801"/>
          </a:xfrm>
        </p:spPr>
        <p:txBody>
          <a:bodyPr anchor="b">
            <a:spAutoFit/>
          </a:bodyPr>
          <a:lstStyle>
            <a:lvl1pPr marL="0" indent="0">
              <a:buNone/>
              <a:defRPr b="1"/>
            </a:lvl1pPr>
          </a:lstStyle>
          <a:p>
            <a:pPr lvl="0"/>
            <a:r>
              <a:rPr lang="en-US"/>
              <a:t>Click to edit Master text styles</a:t>
            </a:r>
          </a:p>
        </p:txBody>
      </p:sp>
      <p:sp>
        <p:nvSpPr>
          <p:cNvPr id="6" name="Content Placeholder 8">
            <a:extLst>
              <a:ext uri="{FF2B5EF4-FFF2-40B4-BE49-F238E27FC236}">
                <a16:creationId xmlns:a16="http://schemas.microsoft.com/office/drawing/2014/main" id="{9DA29294-B370-BE0B-AA44-52BC588825D6}"/>
              </a:ext>
            </a:extLst>
          </p:cNvPr>
          <p:cNvSpPr>
            <a:spLocks noGrp="1"/>
          </p:cNvSpPr>
          <p:nvPr>
            <p:ph sz="quarter" idx="29"/>
          </p:nvPr>
        </p:nvSpPr>
        <p:spPr>
          <a:xfrm>
            <a:off x="540000" y="1666016"/>
            <a:ext cx="2372999" cy="43807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7564BC92-E524-61DF-FB8E-39CA0D9DCEB8}"/>
              </a:ext>
            </a:extLst>
          </p:cNvPr>
          <p:cNvSpPr>
            <a:spLocks noGrp="1"/>
          </p:cNvSpPr>
          <p:nvPr>
            <p:ph type="body" sz="quarter" idx="30"/>
          </p:nvPr>
        </p:nvSpPr>
        <p:spPr>
          <a:xfrm>
            <a:off x="3452999" y="900215"/>
            <a:ext cx="2372999" cy="585801"/>
          </a:xfrm>
        </p:spPr>
        <p:txBody>
          <a:bodyPr anchor="b">
            <a:spAutoFit/>
          </a:bodyPr>
          <a:lstStyle>
            <a:lvl1pPr marL="0" indent="0">
              <a:buNone/>
              <a:defRPr b="1"/>
            </a:lvl1pPr>
          </a:lstStyle>
          <a:p>
            <a:pPr lvl="0"/>
            <a:r>
              <a:rPr lang="en-US"/>
              <a:t>Click to edit Master text styles</a:t>
            </a:r>
          </a:p>
        </p:txBody>
      </p:sp>
      <p:sp>
        <p:nvSpPr>
          <p:cNvPr id="8" name="Content Placeholder 8">
            <a:extLst>
              <a:ext uri="{FF2B5EF4-FFF2-40B4-BE49-F238E27FC236}">
                <a16:creationId xmlns:a16="http://schemas.microsoft.com/office/drawing/2014/main" id="{FB010857-DAD1-112A-354A-5088F47BC525}"/>
              </a:ext>
            </a:extLst>
          </p:cNvPr>
          <p:cNvSpPr>
            <a:spLocks noGrp="1"/>
          </p:cNvSpPr>
          <p:nvPr>
            <p:ph sz="quarter" idx="31"/>
          </p:nvPr>
        </p:nvSpPr>
        <p:spPr>
          <a:xfrm>
            <a:off x="3452999" y="1666015"/>
            <a:ext cx="2372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8F6EE184-8B88-03BD-66E1-B914F3BB2FDB}"/>
              </a:ext>
            </a:extLst>
          </p:cNvPr>
          <p:cNvSpPr>
            <a:spLocks noGrp="1"/>
          </p:cNvSpPr>
          <p:nvPr>
            <p:ph type="body" sz="quarter" idx="32"/>
          </p:nvPr>
        </p:nvSpPr>
        <p:spPr>
          <a:xfrm>
            <a:off x="6365999" y="900215"/>
            <a:ext cx="2372999" cy="585801"/>
          </a:xfrm>
        </p:spPr>
        <p:txBody>
          <a:bodyPr anchor="b">
            <a:spAutoFit/>
          </a:bodyPr>
          <a:lstStyle>
            <a:lvl1pPr marL="0" indent="0">
              <a:buNone/>
              <a:defRPr b="1"/>
            </a:lvl1pPr>
          </a:lstStyle>
          <a:p>
            <a:pPr lvl="0"/>
            <a:r>
              <a:rPr lang="en-US"/>
              <a:t>Click to edit Master text styles</a:t>
            </a:r>
          </a:p>
        </p:txBody>
      </p:sp>
      <p:sp>
        <p:nvSpPr>
          <p:cNvPr id="11" name="Content Placeholder 8">
            <a:extLst>
              <a:ext uri="{FF2B5EF4-FFF2-40B4-BE49-F238E27FC236}">
                <a16:creationId xmlns:a16="http://schemas.microsoft.com/office/drawing/2014/main" id="{67B6A0EB-2F5B-8851-0BB7-A1EEEDCB3983}"/>
              </a:ext>
            </a:extLst>
          </p:cNvPr>
          <p:cNvSpPr>
            <a:spLocks noGrp="1"/>
          </p:cNvSpPr>
          <p:nvPr>
            <p:ph sz="quarter" idx="33"/>
          </p:nvPr>
        </p:nvSpPr>
        <p:spPr>
          <a:xfrm>
            <a:off x="6365998" y="1666015"/>
            <a:ext cx="2372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35BF5D85-424D-E19E-C529-BC2C758AB0E9}"/>
              </a:ext>
            </a:extLst>
          </p:cNvPr>
          <p:cNvSpPr>
            <a:spLocks noGrp="1"/>
          </p:cNvSpPr>
          <p:nvPr>
            <p:ph type="body" sz="quarter" idx="34"/>
          </p:nvPr>
        </p:nvSpPr>
        <p:spPr>
          <a:xfrm>
            <a:off x="9278998" y="900215"/>
            <a:ext cx="2372999" cy="585801"/>
          </a:xfrm>
        </p:spPr>
        <p:txBody>
          <a:bodyPr anchor="b">
            <a:spAutoFit/>
          </a:bodyPr>
          <a:lstStyle>
            <a:lvl1pPr marL="0" indent="0">
              <a:buNone/>
              <a:defRPr b="1"/>
            </a:lvl1pPr>
          </a:lstStyle>
          <a:p>
            <a:pPr lvl="0"/>
            <a:r>
              <a:rPr lang="en-US"/>
              <a:t>Click to edit Master text styles</a:t>
            </a:r>
          </a:p>
        </p:txBody>
      </p:sp>
      <p:sp>
        <p:nvSpPr>
          <p:cNvPr id="13" name="Content Placeholder 8">
            <a:extLst>
              <a:ext uri="{FF2B5EF4-FFF2-40B4-BE49-F238E27FC236}">
                <a16:creationId xmlns:a16="http://schemas.microsoft.com/office/drawing/2014/main" id="{436E464D-8264-2949-76B7-F62F6C647C7C}"/>
              </a:ext>
            </a:extLst>
          </p:cNvPr>
          <p:cNvSpPr>
            <a:spLocks noGrp="1"/>
          </p:cNvSpPr>
          <p:nvPr>
            <p:ph sz="quarter" idx="35"/>
          </p:nvPr>
        </p:nvSpPr>
        <p:spPr>
          <a:xfrm>
            <a:off x="9278998" y="1666015"/>
            <a:ext cx="2372999"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a:extLst>
              <a:ext uri="{FF2B5EF4-FFF2-40B4-BE49-F238E27FC236}">
                <a16:creationId xmlns:a16="http://schemas.microsoft.com/office/drawing/2014/main" id="{EECBD591-522A-53CA-303E-DE3E6E2E8D69}"/>
              </a:ext>
            </a:extLst>
          </p:cNvPr>
          <p:cNvSpPr>
            <a:spLocks noGrp="1"/>
          </p:cNvSpPr>
          <p:nvPr>
            <p:ph type="title" hasCustomPrompt="1"/>
          </p:nvPr>
        </p:nvSpPr>
        <p:spPr/>
        <p:txBody>
          <a:bodyPr/>
          <a:lstStyle>
            <a:lvl1pPr>
              <a:defRPr/>
            </a:lvl1pPr>
          </a:lstStyle>
          <a:p>
            <a:r>
              <a:rPr lang="en-US"/>
              <a:t>Click to add title – max 1 line</a:t>
            </a:r>
          </a:p>
        </p:txBody>
      </p:sp>
      <p:sp>
        <p:nvSpPr>
          <p:cNvPr id="14" name="Line">
            <a:extLst>
              <a:ext uri="{FF2B5EF4-FFF2-40B4-BE49-F238E27FC236}">
                <a16:creationId xmlns:a16="http://schemas.microsoft.com/office/drawing/2014/main" id="{43EA890F-5B38-E749-51D9-2112EC29F236}"/>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15" name="Text Placeholder 7">
            <a:extLst>
              <a:ext uri="{FF2B5EF4-FFF2-40B4-BE49-F238E27FC236}">
                <a16:creationId xmlns:a16="http://schemas.microsoft.com/office/drawing/2014/main" id="{DB198B25-2BDD-4E1D-00F9-23AF9DDDFB01}"/>
              </a:ext>
            </a:extLst>
          </p:cNvPr>
          <p:cNvSpPr>
            <a:spLocks noGrp="1"/>
          </p:cNvSpPr>
          <p:nvPr>
            <p:ph type="body" sz="quarter" idx="14" hasCustomPrompt="1"/>
          </p:nvPr>
        </p:nvSpPr>
        <p:spPr>
          <a:xfrm>
            <a:off x="539998" y="660922"/>
            <a:ext cx="1111383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16" name="Rectangle 15">
            <a:extLst>
              <a:ext uri="{FF2B5EF4-FFF2-40B4-BE49-F238E27FC236}">
                <a16:creationId xmlns:a16="http://schemas.microsoft.com/office/drawing/2014/main" id="{48766355-B0A8-EFF8-3C48-02C74F4FF62B}"/>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7" name="Content Placeholder 7">
            <a:extLst>
              <a:ext uri="{FF2B5EF4-FFF2-40B4-BE49-F238E27FC236}">
                <a16:creationId xmlns:a16="http://schemas.microsoft.com/office/drawing/2014/main" id="{5533D350-94D5-A063-69CD-43D7D2130A65}"/>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8" name="Text Placeholder 14">
            <a:extLst>
              <a:ext uri="{FF2B5EF4-FFF2-40B4-BE49-F238E27FC236}">
                <a16:creationId xmlns:a16="http://schemas.microsoft.com/office/drawing/2014/main" id="{F8B7001A-B966-98D3-2A6C-138B3687DFC4}"/>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4 x content</a:t>
            </a:r>
          </a:p>
        </p:txBody>
      </p:sp>
      <p:sp>
        <p:nvSpPr>
          <p:cNvPr id="19" name="Text Placeholder 14">
            <a:extLst>
              <a:ext uri="{FF2B5EF4-FFF2-40B4-BE49-F238E27FC236}">
                <a16:creationId xmlns:a16="http://schemas.microsoft.com/office/drawing/2014/main" id="{0F3E3F50-F046-5E93-0C2B-2F04ABA6E4EB}"/>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four sections of content with headers. </a:t>
            </a:r>
          </a:p>
          <a:p>
            <a:pPr>
              <a:lnSpc>
                <a:spcPct val="100000"/>
              </a:lnSpc>
              <a:spcBef>
                <a:spcPts val="600"/>
              </a:spcBef>
              <a:spcAft>
                <a:spcPts val="600"/>
              </a:spcAft>
            </a:pPr>
            <a:r>
              <a:rPr lang="en-US" sz="1050">
                <a:solidFill>
                  <a:schemeClr val="tx1">
                    <a:alpha val="90000"/>
                  </a:schemeClr>
                </a:solidFill>
              </a:rPr>
              <a:t>In this layout, pictures remain in ratio while the place-holder size adjusts. Pictures seem “centered”. </a:t>
            </a:r>
          </a:p>
          <a:p>
            <a:pPr>
              <a:lnSpc>
                <a:spcPct val="100000"/>
              </a:lnSpc>
              <a:spcBef>
                <a:spcPts val="600"/>
              </a:spcBef>
              <a:spcAft>
                <a:spcPts val="600"/>
              </a:spcAft>
            </a:pPr>
            <a:r>
              <a:rPr lang="en-US" sz="1050" b="1">
                <a:solidFill>
                  <a:schemeClr val="tx1">
                    <a:alpha val="90000"/>
                  </a:schemeClr>
                </a:solidFill>
              </a:rPr>
              <a:t>For pictures to instead resize to the placeholder, </a:t>
            </a:r>
            <a:r>
              <a:rPr lang="en-US" sz="1050">
                <a:solidFill>
                  <a:schemeClr val="tx1">
                    <a:alpha val="90000"/>
                  </a:schemeClr>
                </a:solidFill>
              </a:rPr>
              <a:t>use the “text and picture layouts” in the next section.</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20" name="Straight Connector 19">
            <a:extLst>
              <a:ext uri="{FF2B5EF4-FFF2-40B4-BE49-F238E27FC236}">
                <a16:creationId xmlns:a16="http://schemas.microsoft.com/office/drawing/2014/main" id="{E3910E0B-75BA-79D1-5019-70D4750B63E9}"/>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9994806"/>
      </p:ext>
    </p:extLst>
  </p:cSld>
  <p:clrMapOvr>
    <a:masterClrMapping/>
  </p:clrMapOvr>
  <p:extLst>
    <p:ext uri="{DCECCB84-F9BA-43D5-87BE-67443E8EF086}">
      <p15:sldGuideLst xmlns:p15="http://schemas.microsoft.com/office/powerpoint/2012/main">
        <p15:guide id="10" pos="1834">
          <p15:clr>
            <a:srgbClr val="5ACBF0"/>
          </p15:clr>
        </p15:guide>
        <p15:guide id="11" pos="2175">
          <p15:clr>
            <a:srgbClr val="5ACBF0"/>
          </p15:clr>
        </p15:guide>
        <p15:guide id="12" pos="3669">
          <p15:clr>
            <a:srgbClr val="5ACBF0"/>
          </p15:clr>
        </p15:guide>
        <p15:guide id="13" pos="4010">
          <p15:clr>
            <a:srgbClr val="5ACBF0"/>
          </p15:clr>
        </p15:guide>
        <p15:guide id="14" pos="5504">
          <p15:clr>
            <a:srgbClr val="5ACBF0"/>
          </p15:clr>
        </p15:guide>
        <p15:guide id="15" pos="5845">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 Title &amp; subtitle + 5 x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0C882C12-6116-4D0A-A8BF-BDF48B0530B3}"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ext Placeholder 6">
            <a:extLst>
              <a:ext uri="{FF2B5EF4-FFF2-40B4-BE49-F238E27FC236}">
                <a16:creationId xmlns:a16="http://schemas.microsoft.com/office/drawing/2014/main" id="{40032028-DA2C-CE97-EC57-A23C142BB2C0}"/>
              </a:ext>
            </a:extLst>
          </p:cNvPr>
          <p:cNvSpPr>
            <a:spLocks noGrp="1"/>
          </p:cNvSpPr>
          <p:nvPr>
            <p:ph type="body" sz="quarter" idx="28"/>
          </p:nvPr>
        </p:nvSpPr>
        <p:spPr>
          <a:xfrm>
            <a:off x="540001" y="900215"/>
            <a:ext cx="1934399" cy="585801"/>
          </a:xfrm>
        </p:spPr>
        <p:txBody>
          <a:bodyPr anchor="b">
            <a:spAutoFit/>
          </a:bodyPr>
          <a:lstStyle>
            <a:lvl1pPr marL="0" indent="0">
              <a:buNone/>
              <a:defRPr b="1"/>
            </a:lvl1pPr>
          </a:lstStyle>
          <a:p>
            <a:pPr lvl="0"/>
            <a:r>
              <a:rPr lang="en-US"/>
              <a:t>Click to edit Master text styles</a:t>
            </a:r>
          </a:p>
        </p:txBody>
      </p:sp>
      <p:sp>
        <p:nvSpPr>
          <p:cNvPr id="6" name="Content Placeholder 8">
            <a:extLst>
              <a:ext uri="{FF2B5EF4-FFF2-40B4-BE49-F238E27FC236}">
                <a16:creationId xmlns:a16="http://schemas.microsoft.com/office/drawing/2014/main" id="{9DA29294-B370-BE0B-AA44-52BC588825D6}"/>
              </a:ext>
            </a:extLst>
          </p:cNvPr>
          <p:cNvSpPr>
            <a:spLocks noGrp="1"/>
          </p:cNvSpPr>
          <p:nvPr>
            <p:ph sz="quarter" idx="29"/>
          </p:nvPr>
        </p:nvSpPr>
        <p:spPr>
          <a:xfrm>
            <a:off x="540000"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7564BC92-E524-61DF-FB8E-39CA0D9DCEB8}"/>
              </a:ext>
            </a:extLst>
          </p:cNvPr>
          <p:cNvSpPr>
            <a:spLocks noGrp="1"/>
          </p:cNvSpPr>
          <p:nvPr>
            <p:ph type="body" sz="quarter" idx="30"/>
          </p:nvPr>
        </p:nvSpPr>
        <p:spPr>
          <a:xfrm>
            <a:off x="2834400" y="900215"/>
            <a:ext cx="1934399" cy="585801"/>
          </a:xfrm>
        </p:spPr>
        <p:txBody>
          <a:bodyPr anchor="b">
            <a:spAutoFit/>
          </a:bodyPr>
          <a:lstStyle>
            <a:lvl1pPr marL="0" indent="0">
              <a:buNone/>
              <a:defRPr b="1"/>
            </a:lvl1pPr>
          </a:lstStyle>
          <a:p>
            <a:pPr lvl="0"/>
            <a:r>
              <a:rPr lang="en-US"/>
              <a:t>Click to edit Master text styles</a:t>
            </a:r>
          </a:p>
        </p:txBody>
      </p:sp>
      <p:sp>
        <p:nvSpPr>
          <p:cNvPr id="8" name="Content Placeholder 8">
            <a:extLst>
              <a:ext uri="{FF2B5EF4-FFF2-40B4-BE49-F238E27FC236}">
                <a16:creationId xmlns:a16="http://schemas.microsoft.com/office/drawing/2014/main" id="{FB010857-DAD1-112A-354A-5088F47BC525}"/>
              </a:ext>
            </a:extLst>
          </p:cNvPr>
          <p:cNvSpPr>
            <a:spLocks noGrp="1"/>
          </p:cNvSpPr>
          <p:nvPr>
            <p:ph sz="quarter" idx="31"/>
          </p:nvPr>
        </p:nvSpPr>
        <p:spPr>
          <a:xfrm>
            <a:off x="2834399"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8F6EE184-8B88-03BD-66E1-B914F3BB2FDB}"/>
              </a:ext>
            </a:extLst>
          </p:cNvPr>
          <p:cNvSpPr>
            <a:spLocks noGrp="1"/>
          </p:cNvSpPr>
          <p:nvPr>
            <p:ph type="body" sz="quarter" idx="32"/>
          </p:nvPr>
        </p:nvSpPr>
        <p:spPr>
          <a:xfrm>
            <a:off x="7423198" y="900215"/>
            <a:ext cx="1934399" cy="585801"/>
          </a:xfrm>
        </p:spPr>
        <p:txBody>
          <a:bodyPr anchor="b">
            <a:spAutoFit/>
          </a:bodyPr>
          <a:lstStyle>
            <a:lvl1pPr marL="0" indent="0">
              <a:buNone/>
              <a:defRPr b="1"/>
            </a:lvl1pPr>
          </a:lstStyle>
          <a:p>
            <a:pPr lvl="0"/>
            <a:r>
              <a:rPr lang="en-US"/>
              <a:t>Click to edit Master text styles</a:t>
            </a:r>
          </a:p>
        </p:txBody>
      </p:sp>
      <p:sp>
        <p:nvSpPr>
          <p:cNvPr id="11" name="Content Placeholder 8">
            <a:extLst>
              <a:ext uri="{FF2B5EF4-FFF2-40B4-BE49-F238E27FC236}">
                <a16:creationId xmlns:a16="http://schemas.microsoft.com/office/drawing/2014/main" id="{67B6A0EB-2F5B-8851-0BB7-A1EEEDCB3983}"/>
              </a:ext>
            </a:extLst>
          </p:cNvPr>
          <p:cNvSpPr>
            <a:spLocks noGrp="1"/>
          </p:cNvSpPr>
          <p:nvPr>
            <p:ph sz="quarter" idx="33"/>
          </p:nvPr>
        </p:nvSpPr>
        <p:spPr>
          <a:xfrm>
            <a:off x="7423198"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35BF5D85-424D-E19E-C529-BC2C758AB0E9}"/>
              </a:ext>
            </a:extLst>
          </p:cNvPr>
          <p:cNvSpPr>
            <a:spLocks noGrp="1"/>
          </p:cNvSpPr>
          <p:nvPr>
            <p:ph type="body" sz="quarter" idx="34"/>
          </p:nvPr>
        </p:nvSpPr>
        <p:spPr>
          <a:xfrm>
            <a:off x="9717598" y="900215"/>
            <a:ext cx="1934399" cy="585801"/>
          </a:xfrm>
        </p:spPr>
        <p:txBody>
          <a:bodyPr anchor="b">
            <a:spAutoFit/>
          </a:bodyPr>
          <a:lstStyle>
            <a:lvl1pPr marL="0" indent="0">
              <a:buNone/>
              <a:defRPr b="1"/>
            </a:lvl1pPr>
          </a:lstStyle>
          <a:p>
            <a:pPr lvl="0"/>
            <a:r>
              <a:rPr lang="en-US"/>
              <a:t>Click to edit Master text styles</a:t>
            </a:r>
          </a:p>
        </p:txBody>
      </p:sp>
      <p:sp>
        <p:nvSpPr>
          <p:cNvPr id="13" name="Content Placeholder 8">
            <a:extLst>
              <a:ext uri="{FF2B5EF4-FFF2-40B4-BE49-F238E27FC236}">
                <a16:creationId xmlns:a16="http://schemas.microsoft.com/office/drawing/2014/main" id="{436E464D-8264-2949-76B7-F62F6C647C7C}"/>
              </a:ext>
            </a:extLst>
          </p:cNvPr>
          <p:cNvSpPr>
            <a:spLocks noGrp="1"/>
          </p:cNvSpPr>
          <p:nvPr>
            <p:ph sz="quarter" idx="35"/>
          </p:nvPr>
        </p:nvSpPr>
        <p:spPr>
          <a:xfrm>
            <a:off x="9717598"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Line">
            <a:extLst>
              <a:ext uri="{FF2B5EF4-FFF2-40B4-BE49-F238E27FC236}">
                <a16:creationId xmlns:a16="http://schemas.microsoft.com/office/drawing/2014/main" id="{43EA890F-5B38-E749-51D9-2112EC29F236}"/>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15" name="Text Placeholder 6">
            <a:extLst>
              <a:ext uri="{FF2B5EF4-FFF2-40B4-BE49-F238E27FC236}">
                <a16:creationId xmlns:a16="http://schemas.microsoft.com/office/drawing/2014/main" id="{BA2D3DC5-9629-2C38-7C2F-3AD97B71C73A}"/>
              </a:ext>
            </a:extLst>
          </p:cNvPr>
          <p:cNvSpPr>
            <a:spLocks noGrp="1"/>
          </p:cNvSpPr>
          <p:nvPr>
            <p:ph type="body" sz="quarter" idx="36"/>
          </p:nvPr>
        </p:nvSpPr>
        <p:spPr>
          <a:xfrm>
            <a:off x="5128799" y="900215"/>
            <a:ext cx="1934399" cy="585801"/>
          </a:xfrm>
        </p:spPr>
        <p:txBody>
          <a:bodyPr anchor="b">
            <a:spAutoFit/>
          </a:bodyPr>
          <a:lstStyle>
            <a:lvl1pPr marL="0" indent="0">
              <a:buNone/>
              <a:defRPr b="1"/>
            </a:lvl1pPr>
          </a:lstStyle>
          <a:p>
            <a:pPr lvl="0"/>
            <a:r>
              <a:rPr lang="en-US"/>
              <a:t>Click to edit Master text styles</a:t>
            </a:r>
          </a:p>
        </p:txBody>
      </p:sp>
      <p:sp>
        <p:nvSpPr>
          <p:cNvPr id="16" name="Content Placeholder 8">
            <a:extLst>
              <a:ext uri="{FF2B5EF4-FFF2-40B4-BE49-F238E27FC236}">
                <a16:creationId xmlns:a16="http://schemas.microsoft.com/office/drawing/2014/main" id="{9F4ACD4F-192F-9FB1-E965-6891944E0D59}"/>
              </a:ext>
            </a:extLst>
          </p:cNvPr>
          <p:cNvSpPr>
            <a:spLocks noGrp="1"/>
          </p:cNvSpPr>
          <p:nvPr>
            <p:ph sz="quarter" idx="37"/>
          </p:nvPr>
        </p:nvSpPr>
        <p:spPr>
          <a:xfrm>
            <a:off x="5128799" y="1666015"/>
            <a:ext cx="1934400" cy="4380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6">
            <a:extLst>
              <a:ext uri="{FF2B5EF4-FFF2-40B4-BE49-F238E27FC236}">
                <a16:creationId xmlns:a16="http://schemas.microsoft.com/office/drawing/2014/main" id="{A19278E8-A303-097D-56D8-9154FA5D9FE3}"/>
              </a:ext>
            </a:extLst>
          </p:cNvPr>
          <p:cNvSpPr>
            <a:spLocks noGrp="1"/>
          </p:cNvSpPr>
          <p:nvPr>
            <p:ph type="title" hasCustomPrompt="1"/>
          </p:nvPr>
        </p:nvSpPr>
        <p:spPr/>
        <p:txBody>
          <a:bodyPr/>
          <a:lstStyle>
            <a:lvl1pPr>
              <a:defRPr/>
            </a:lvl1pPr>
          </a:lstStyle>
          <a:p>
            <a:r>
              <a:rPr lang="en-US"/>
              <a:t>Click to add title – max 1 line</a:t>
            </a:r>
          </a:p>
        </p:txBody>
      </p:sp>
      <p:sp>
        <p:nvSpPr>
          <p:cNvPr id="18" name="Text Placeholder 7">
            <a:extLst>
              <a:ext uri="{FF2B5EF4-FFF2-40B4-BE49-F238E27FC236}">
                <a16:creationId xmlns:a16="http://schemas.microsoft.com/office/drawing/2014/main" id="{0E9A25CD-DC6C-4BA6-CAA2-700D7BF5058A}"/>
              </a:ext>
            </a:extLst>
          </p:cNvPr>
          <p:cNvSpPr>
            <a:spLocks noGrp="1"/>
          </p:cNvSpPr>
          <p:nvPr>
            <p:ph type="body" sz="quarter" idx="14" hasCustomPrompt="1"/>
          </p:nvPr>
        </p:nvSpPr>
        <p:spPr>
          <a:xfrm>
            <a:off x="539998" y="660922"/>
            <a:ext cx="1111383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10" name="Rectangle 9">
            <a:extLst>
              <a:ext uri="{FF2B5EF4-FFF2-40B4-BE49-F238E27FC236}">
                <a16:creationId xmlns:a16="http://schemas.microsoft.com/office/drawing/2014/main" id="{FCD10875-0F15-C0B9-139B-18DFD2F1D6A5}"/>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9" name="Content Placeholder 7">
            <a:extLst>
              <a:ext uri="{FF2B5EF4-FFF2-40B4-BE49-F238E27FC236}">
                <a16:creationId xmlns:a16="http://schemas.microsoft.com/office/drawing/2014/main" id="{364D91F1-AE67-3CAF-010F-47D403A3F42C}"/>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20" name="Text Placeholder 14">
            <a:extLst>
              <a:ext uri="{FF2B5EF4-FFF2-40B4-BE49-F238E27FC236}">
                <a16:creationId xmlns:a16="http://schemas.microsoft.com/office/drawing/2014/main" id="{2453BAFE-6F4F-1D93-B873-86D119ECC71B}"/>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5 x content</a:t>
            </a:r>
          </a:p>
        </p:txBody>
      </p:sp>
      <p:sp>
        <p:nvSpPr>
          <p:cNvPr id="21" name="Text Placeholder 14">
            <a:extLst>
              <a:ext uri="{FF2B5EF4-FFF2-40B4-BE49-F238E27FC236}">
                <a16:creationId xmlns:a16="http://schemas.microsoft.com/office/drawing/2014/main" id="{CF3E8F93-07CA-E51A-7C5E-07E35DF5158B}"/>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five sections of content with headers. </a:t>
            </a:r>
          </a:p>
          <a:p>
            <a:pPr>
              <a:lnSpc>
                <a:spcPct val="100000"/>
              </a:lnSpc>
              <a:spcBef>
                <a:spcPts val="600"/>
              </a:spcBef>
              <a:spcAft>
                <a:spcPts val="600"/>
              </a:spcAft>
            </a:pPr>
            <a:r>
              <a:rPr lang="en-US" sz="1050">
                <a:solidFill>
                  <a:schemeClr val="tx1">
                    <a:alpha val="90000"/>
                  </a:schemeClr>
                </a:solidFill>
              </a:rPr>
              <a:t>In this layout, pictures remain in ratio while the place-holder size adjusts. Pictures seem “centered”. </a:t>
            </a:r>
          </a:p>
          <a:p>
            <a:pPr>
              <a:lnSpc>
                <a:spcPct val="100000"/>
              </a:lnSpc>
              <a:spcBef>
                <a:spcPts val="600"/>
              </a:spcBef>
              <a:spcAft>
                <a:spcPts val="600"/>
              </a:spcAft>
            </a:pPr>
            <a:r>
              <a:rPr lang="en-US" sz="1050" b="1">
                <a:solidFill>
                  <a:schemeClr val="tx1">
                    <a:alpha val="90000"/>
                  </a:schemeClr>
                </a:solidFill>
              </a:rPr>
              <a:t>For pictures to instead resize to the placeholder, </a:t>
            </a:r>
            <a:r>
              <a:rPr lang="en-US" sz="1050">
                <a:solidFill>
                  <a:schemeClr val="tx1">
                    <a:alpha val="90000"/>
                  </a:schemeClr>
                </a:solidFill>
              </a:rPr>
              <a:t>use the “text and picture layouts” in the next section.</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22" name="Straight Connector 21">
            <a:extLst>
              <a:ext uri="{FF2B5EF4-FFF2-40B4-BE49-F238E27FC236}">
                <a16:creationId xmlns:a16="http://schemas.microsoft.com/office/drawing/2014/main" id="{78F5FE41-793C-6000-7AD6-D0757033E530}"/>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8951907"/>
      </p:ext>
    </p:extLst>
  </p:cSld>
  <p:clrMapOvr>
    <a:masterClrMapping/>
  </p:clrMapOvr>
  <p:extLst>
    <p:ext uri="{DCECCB84-F9BA-43D5-87BE-67443E8EF086}">
      <p15:sldGuideLst xmlns:p15="http://schemas.microsoft.com/office/powerpoint/2012/main">
        <p15:guide id="3" pos="340">
          <p15:clr>
            <a:srgbClr val="5ACBF0"/>
          </p15:clr>
        </p15:guide>
        <p15:guide id="4" pos="1558">
          <p15:clr>
            <a:srgbClr val="5ACBF0"/>
          </p15:clr>
        </p15:guide>
        <p15:guide id="5" pos="1785">
          <p15:clr>
            <a:srgbClr val="5ACBF0"/>
          </p15:clr>
        </p15:guide>
        <p15:guide id="6" pos="3003">
          <p15:clr>
            <a:srgbClr val="5ACBF0"/>
          </p15:clr>
        </p15:guide>
        <p15:guide id="7" pos="4676">
          <p15:clr>
            <a:srgbClr val="5ACBF0"/>
          </p15:clr>
        </p15:guide>
        <p15:guide id="8" pos="5894">
          <p15:clr>
            <a:srgbClr val="5ACBF0"/>
          </p15:clr>
        </p15:guide>
        <p15:guide id="9" pos="6121">
          <p15:clr>
            <a:srgbClr val="5ACBF0"/>
          </p15:clr>
        </p15:guide>
        <p15:guide id="10" pos="7339">
          <p15:clr>
            <a:srgbClr val="FBAE40"/>
          </p15:clr>
        </p15:guide>
        <p15:guide id="12" pos="7341">
          <p15:clr>
            <a:srgbClr val="FBAE40"/>
          </p15:clr>
        </p15:guide>
        <p15:guide id="13" pos="3230">
          <p15:clr>
            <a:srgbClr val="5ACBF0"/>
          </p15:clr>
        </p15:guide>
        <p15:guide id="14" pos="4449">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Text and pictures</a:t>
            </a:r>
          </a:p>
        </p:txBody>
      </p:sp>
    </p:spTree>
    <p:extLst>
      <p:ext uri="{BB962C8B-B14F-4D97-AF65-F5344CB8AC3E}">
        <p14:creationId xmlns:p14="http://schemas.microsoft.com/office/powerpoint/2010/main" val="21849070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amp; subtitle + slim picture righ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5CF0E67C-A8AF-477D-B5A6-DF50AB980D38}"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p:nvPr>
        </p:nvSpPr>
        <p:spPr>
          <a:xfrm>
            <a:off x="539999" y="1204913"/>
            <a:ext cx="8199000" cy="4840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Line">
            <a:extLst>
              <a:ext uri="{FF2B5EF4-FFF2-40B4-BE49-F238E27FC236}">
                <a16:creationId xmlns:a16="http://schemas.microsoft.com/office/drawing/2014/main" id="{B56F61D2-3C24-6F54-C3D6-60D9690C6CAC}"/>
              </a:ext>
            </a:extLst>
          </p:cNvPr>
          <p:cNvSpPr>
            <a:spLocks/>
          </p:cNvSpPr>
          <p:nvPr/>
        </p:nvSpPr>
        <p:spPr>
          <a:xfrm flipH="1" flipV="1">
            <a:off x="539999" y="1006831"/>
            <a:ext cx="8199000" cy="0"/>
          </a:xfrm>
          <a:prstGeom prst="line">
            <a:avLst/>
          </a:prstGeom>
          <a:ln w="12700">
            <a:solidFill>
              <a:schemeClr val="tx1"/>
            </a:solidFill>
            <a:miter/>
          </a:ln>
        </p:spPr>
        <p:txBody>
          <a:bodyPr lIns="45719" rIns="45719"/>
          <a:lstStyle/>
          <a:p>
            <a:endParaRPr lang="en-US"/>
          </a:p>
        </p:txBody>
      </p:sp>
      <p:sp>
        <p:nvSpPr>
          <p:cNvPr id="9" name="Title 8">
            <a:extLst>
              <a:ext uri="{FF2B5EF4-FFF2-40B4-BE49-F238E27FC236}">
                <a16:creationId xmlns:a16="http://schemas.microsoft.com/office/drawing/2014/main" id="{357B0456-0660-ADC3-0DE7-79DA1941DC9A}"/>
              </a:ext>
            </a:extLst>
          </p:cNvPr>
          <p:cNvSpPr>
            <a:spLocks noGrp="1"/>
          </p:cNvSpPr>
          <p:nvPr>
            <p:ph type="title" hasCustomPrompt="1"/>
          </p:nvPr>
        </p:nvSpPr>
        <p:spPr>
          <a:xfrm>
            <a:off x="539999" y="262800"/>
            <a:ext cx="8199000" cy="332399"/>
          </a:xfrm>
        </p:spPr>
        <p:txBody>
          <a:bodyPr/>
          <a:lstStyle>
            <a:lvl1pPr>
              <a:defRPr/>
            </a:lvl1pPr>
          </a:lstStyle>
          <a:p>
            <a:r>
              <a:rPr lang="en-US"/>
              <a:t>Click to add title – max 1 line</a:t>
            </a:r>
          </a:p>
        </p:txBody>
      </p:sp>
      <p:sp>
        <p:nvSpPr>
          <p:cNvPr id="10" name="Text Placeholder 7">
            <a:extLst>
              <a:ext uri="{FF2B5EF4-FFF2-40B4-BE49-F238E27FC236}">
                <a16:creationId xmlns:a16="http://schemas.microsoft.com/office/drawing/2014/main" id="{9CD62068-8A16-6BD4-CC28-2A7B40234B02}"/>
              </a:ext>
            </a:extLst>
          </p:cNvPr>
          <p:cNvSpPr>
            <a:spLocks noGrp="1"/>
          </p:cNvSpPr>
          <p:nvPr>
            <p:ph type="body" sz="quarter" idx="14" hasCustomPrompt="1"/>
          </p:nvPr>
        </p:nvSpPr>
        <p:spPr>
          <a:xfrm>
            <a:off x="539998" y="660922"/>
            <a:ext cx="8199000"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8" name="Picture Placeholder 8">
            <a:extLst>
              <a:ext uri="{FF2B5EF4-FFF2-40B4-BE49-F238E27FC236}">
                <a16:creationId xmlns:a16="http://schemas.microsoft.com/office/drawing/2014/main" id="{401FC2FE-A3A1-060E-2506-68883377CAC8}"/>
              </a:ext>
            </a:extLst>
          </p:cNvPr>
          <p:cNvSpPr>
            <a:spLocks noGrp="1"/>
          </p:cNvSpPr>
          <p:nvPr>
            <p:ph type="pic" sz="quarter" idx="15"/>
          </p:nvPr>
        </p:nvSpPr>
        <p:spPr>
          <a:xfrm>
            <a:off x="9279000" y="0"/>
            <a:ext cx="2912999" cy="6319838"/>
          </a:xfrm>
          <a:solidFill>
            <a:schemeClr val="bg2"/>
          </a:solidFill>
        </p:spPr>
        <p:txBody>
          <a:bodyPr tIns="2628000"/>
          <a:lstStyle>
            <a:lvl1pPr marL="0" indent="0" algn="ctr">
              <a:buNone/>
              <a:defRPr i="1"/>
            </a:lvl1pPr>
          </a:lstStyle>
          <a:p>
            <a:r>
              <a:rPr lang="en-US"/>
              <a:t>Click icon to add picture</a:t>
            </a:r>
          </a:p>
        </p:txBody>
      </p:sp>
      <p:sp>
        <p:nvSpPr>
          <p:cNvPr id="2" name="Rectangle 1">
            <a:extLst>
              <a:ext uri="{FF2B5EF4-FFF2-40B4-BE49-F238E27FC236}">
                <a16:creationId xmlns:a16="http://schemas.microsoft.com/office/drawing/2014/main" id="{7EEEE384-FAF4-0C0D-97B4-8711ECA19E05}"/>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1" name="Content Placeholder 7">
            <a:extLst>
              <a:ext uri="{FF2B5EF4-FFF2-40B4-BE49-F238E27FC236}">
                <a16:creationId xmlns:a16="http://schemas.microsoft.com/office/drawing/2014/main" id="{96C2CA3F-9CCA-56A8-5202-687ACC3375B3}"/>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2" name="Text Placeholder 14">
            <a:extLst>
              <a:ext uri="{FF2B5EF4-FFF2-40B4-BE49-F238E27FC236}">
                <a16:creationId xmlns:a16="http://schemas.microsoft.com/office/drawing/2014/main" id="{E088003F-7276-D3C2-2F9A-AA5A5B65FD8F}"/>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content and a slim picture to the right.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a picture that picks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The picture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a:p>
            <a:pPr>
              <a:lnSpc>
                <a:spcPct val="100000"/>
              </a:lnSpc>
              <a:spcBef>
                <a:spcPts val="600"/>
              </a:spcBef>
              <a:spcAft>
                <a:spcPts val="600"/>
              </a:spcAft>
            </a:pPr>
            <a:endParaRPr lang="en-US" sz="1050">
              <a:solidFill>
                <a:schemeClr val="tx1">
                  <a:alpha val="90000"/>
                </a:schemeClr>
              </a:solidFill>
            </a:endParaRPr>
          </a:p>
        </p:txBody>
      </p:sp>
      <p:sp>
        <p:nvSpPr>
          <p:cNvPr id="13" name="Text Placeholder 14">
            <a:extLst>
              <a:ext uri="{FF2B5EF4-FFF2-40B4-BE49-F238E27FC236}">
                <a16:creationId xmlns:a16="http://schemas.microsoft.com/office/drawing/2014/main" id="{3943F63F-56C1-DF92-B276-701FD3AACC4B}"/>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slim picture right</a:t>
            </a:r>
          </a:p>
        </p:txBody>
      </p:sp>
      <p:cxnSp>
        <p:nvCxnSpPr>
          <p:cNvPr id="14" name="Straight Connector 13">
            <a:extLst>
              <a:ext uri="{FF2B5EF4-FFF2-40B4-BE49-F238E27FC236}">
                <a16:creationId xmlns:a16="http://schemas.microsoft.com/office/drawing/2014/main" id="{E7E0DFC8-2A8B-B46C-AA48-09DB03AB105E}"/>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1848227"/>
      </p:ext>
    </p:extLst>
  </p:cSld>
  <p:clrMapOvr>
    <a:masterClrMapping/>
  </p:clrMapOvr>
  <p:extLst>
    <p:ext uri="{DCECCB84-F9BA-43D5-87BE-67443E8EF086}">
      <p15:sldGuideLst xmlns:p15="http://schemas.microsoft.com/office/powerpoint/2012/main">
        <p15:guide id="1" pos="5505">
          <p15:clr>
            <a:srgbClr val="5ACBF0"/>
          </p15:clr>
        </p15:guide>
        <p15:guide id="2" pos="5844">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amp; subtitle + slim picture left">
    <p:spTree>
      <p:nvGrpSpPr>
        <p:cNvPr id="1" name=""/>
        <p:cNvGrpSpPr/>
        <p:nvPr/>
      </p:nvGrpSpPr>
      <p:grpSpPr>
        <a:xfrm>
          <a:off x="0" y="0"/>
          <a:ext cx="0" cy="0"/>
          <a:chOff x="0" y="0"/>
          <a:chExt cx="0" cy="0"/>
        </a:xfrm>
      </p:grpSpPr>
      <p:sp>
        <p:nvSpPr>
          <p:cNvPr id="8" name="Picture Placeholder 8">
            <a:extLst>
              <a:ext uri="{FF2B5EF4-FFF2-40B4-BE49-F238E27FC236}">
                <a16:creationId xmlns:a16="http://schemas.microsoft.com/office/drawing/2014/main" id="{401FC2FE-A3A1-060E-2506-68883377CAC8}"/>
              </a:ext>
            </a:extLst>
          </p:cNvPr>
          <p:cNvSpPr>
            <a:spLocks noGrp="1"/>
          </p:cNvSpPr>
          <p:nvPr>
            <p:ph type="pic" sz="quarter" idx="15"/>
          </p:nvPr>
        </p:nvSpPr>
        <p:spPr>
          <a:xfrm>
            <a:off x="0" y="0"/>
            <a:ext cx="2912999" cy="6319838"/>
          </a:xfrm>
          <a:solidFill>
            <a:schemeClr val="bg2"/>
          </a:solidFill>
        </p:spPr>
        <p:txBody>
          <a:bodyPr tIns="2628000"/>
          <a:lstStyle>
            <a:lvl1pPr marL="0" indent="0" algn="ctr">
              <a:buNone/>
              <a:defRPr i="1"/>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5CF0E67C-A8AF-477D-B5A6-DF50AB980D38}"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p:nvPr>
        </p:nvSpPr>
        <p:spPr>
          <a:xfrm>
            <a:off x="3454839" y="1204913"/>
            <a:ext cx="8199000" cy="4840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Line">
            <a:extLst>
              <a:ext uri="{FF2B5EF4-FFF2-40B4-BE49-F238E27FC236}">
                <a16:creationId xmlns:a16="http://schemas.microsoft.com/office/drawing/2014/main" id="{B56F61D2-3C24-6F54-C3D6-60D9690C6CAC}"/>
              </a:ext>
            </a:extLst>
          </p:cNvPr>
          <p:cNvSpPr>
            <a:spLocks/>
          </p:cNvSpPr>
          <p:nvPr/>
        </p:nvSpPr>
        <p:spPr>
          <a:xfrm flipH="1" flipV="1">
            <a:off x="3454839" y="1006831"/>
            <a:ext cx="8199000" cy="0"/>
          </a:xfrm>
          <a:prstGeom prst="line">
            <a:avLst/>
          </a:prstGeom>
          <a:ln w="12700">
            <a:solidFill>
              <a:schemeClr val="tx1"/>
            </a:solidFill>
            <a:miter/>
          </a:ln>
        </p:spPr>
        <p:txBody>
          <a:bodyPr lIns="45719" rIns="45719"/>
          <a:lstStyle/>
          <a:p>
            <a:endParaRPr lang="en-US"/>
          </a:p>
        </p:txBody>
      </p:sp>
      <p:sp>
        <p:nvSpPr>
          <p:cNvPr id="9" name="Title 8">
            <a:extLst>
              <a:ext uri="{FF2B5EF4-FFF2-40B4-BE49-F238E27FC236}">
                <a16:creationId xmlns:a16="http://schemas.microsoft.com/office/drawing/2014/main" id="{357B0456-0660-ADC3-0DE7-79DA1941DC9A}"/>
              </a:ext>
            </a:extLst>
          </p:cNvPr>
          <p:cNvSpPr>
            <a:spLocks noGrp="1"/>
          </p:cNvSpPr>
          <p:nvPr>
            <p:ph type="title" hasCustomPrompt="1"/>
          </p:nvPr>
        </p:nvSpPr>
        <p:spPr>
          <a:xfrm>
            <a:off x="3454839" y="262800"/>
            <a:ext cx="8199000" cy="332399"/>
          </a:xfrm>
        </p:spPr>
        <p:txBody>
          <a:bodyPr/>
          <a:lstStyle>
            <a:lvl1pPr>
              <a:defRPr/>
            </a:lvl1pPr>
          </a:lstStyle>
          <a:p>
            <a:r>
              <a:rPr lang="en-US"/>
              <a:t>Click to add title – max 1 line</a:t>
            </a:r>
          </a:p>
        </p:txBody>
      </p:sp>
      <p:sp>
        <p:nvSpPr>
          <p:cNvPr id="10" name="Text Placeholder 7">
            <a:extLst>
              <a:ext uri="{FF2B5EF4-FFF2-40B4-BE49-F238E27FC236}">
                <a16:creationId xmlns:a16="http://schemas.microsoft.com/office/drawing/2014/main" id="{9CD62068-8A16-6BD4-CC28-2A7B40234B02}"/>
              </a:ext>
            </a:extLst>
          </p:cNvPr>
          <p:cNvSpPr>
            <a:spLocks noGrp="1"/>
          </p:cNvSpPr>
          <p:nvPr>
            <p:ph type="body" sz="quarter" idx="14" hasCustomPrompt="1"/>
          </p:nvPr>
        </p:nvSpPr>
        <p:spPr>
          <a:xfrm>
            <a:off x="3454839" y="660922"/>
            <a:ext cx="8199000"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2" name="Rectangle 1">
            <a:extLst>
              <a:ext uri="{FF2B5EF4-FFF2-40B4-BE49-F238E27FC236}">
                <a16:creationId xmlns:a16="http://schemas.microsoft.com/office/drawing/2014/main" id="{5B800433-19C5-20B8-A83C-954F564D4A53}"/>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1" name="Content Placeholder 7">
            <a:extLst>
              <a:ext uri="{FF2B5EF4-FFF2-40B4-BE49-F238E27FC236}">
                <a16:creationId xmlns:a16="http://schemas.microsoft.com/office/drawing/2014/main" id="{4889FBC4-AA4D-6CF0-5C19-9748040B0A33}"/>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2" name="Text Placeholder 14">
            <a:extLst>
              <a:ext uri="{FF2B5EF4-FFF2-40B4-BE49-F238E27FC236}">
                <a16:creationId xmlns:a16="http://schemas.microsoft.com/office/drawing/2014/main" id="{2C9D9A99-61B6-A125-DF5E-2F413D037871}"/>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content and a slim picture to the left.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a picture that picks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The picture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sp>
        <p:nvSpPr>
          <p:cNvPr id="13" name="Text Placeholder 14">
            <a:extLst>
              <a:ext uri="{FF2B5EF4-FFF2-40B4-BE49-F238E27FC236}">
                <a16:creationId xmlns:a16="http://schemas.microsoft.com/office/drawing/2014/main" id="{0AB4D71B-61AA-DBEA-EDA1-DB7CA05F3DEA}"/>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slim picture left</a:t>
            </a:r>
          </a:p>
        </p:txBody>
      </p:sp>
      <p:cxnSp>
        <p:nvCxnSpPr>
          <p:cNvPr id="14" name="Straight Connector 13">
            <a:extLst>
              <a:ext uri="{FF2B5EF4-FFF2-40B4-BE49-F238E27FC236}">
                <a16:creationId xmlns:a16="http://schemas.microsoft.com/office/drawing/2014/main" id="{8A9F0A93-8635-6635-A00D-A1A805A7A20B}"/>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2735302"/>
      </p:ext>
    </p:extLst>
  </p:cSld>
  <p:clrMapOvr>
    <a:masterClrMapping/>
  </p:clrMapOvr>
  <p:extLst>
    <p:ext uri="{DCECCB84-F9BA-43D5-87BE-67443E8EF086}">
      <p15:sldGuideLst xmlns:p15="http://schemas.microsoft.com/office/powerpoint/2012/main">
        <p15:guide id="1" pos="1835">
          <p15:clr>
            <a:srgbClr val="5ACBF0"/>
          </p15:clr>
        </p15:guide>
        <p15:guide id="2" pos="2175">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amp; subtitle + wide picture righ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982D4414-90DE-4D1E-A014-EA43D7273702}"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p:nvPr>
        </p:nvSpPr>
        <p:spPr>
          <a:xfrm>
            <a:off x="539999" y="1204913"/>
            <a:ext cx="5285999" cy="4840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Line">
            <a:extLst>
              <a:ext uri="{FF2B5EF4-FFF2-40B4-BE49-F238E27FC236}">
                <a16:creationId xmlns:a16="http://schemas.microsoft.com/office/drawing/2014/main" id="{D899BB51-BE91-4E29-E888-16BADF14414B}"/>
              </a:ext>
            </a:extLst>
          </p:cNvPr>
          <p:cNvSpPr>
            <a:spLocks/>
          </p:cNvSpPr>
          <p:nvPr/>
        </p:nvSpPr>
        <p:spPr>
          <a:xfrm flipH="1" flipV="1">
            <a:off x="540000" y="1006831"/>
            <a:ext cx="5285999" cy="0"/>
          </a:xfrm>
          <a:prstGeom prst="line">
            <a:avLst/>
          </a:prstGeom>
          <a:ln w="12700">
            <a:solidFill>
              <a:schemeClr val="tx1"/>
            </a:solidFill>
            <a:miter/>
          </a:ln>
        </p:spPr>
        <p:txBody>
          <a:bodyPr lIns="45719" rIns="45719"/>
          <a:lstStyle/>
          <a:p>
            <a:endParaRPr lang="en-US"/>
          </a:p>
        </p:txBody>
      </p:sp>
      <p:sp>
        <p:nvSpPr>
          <p:cNvPr id="6" name="Title 5">
            <a:extLst>
              <a:ext uri="{FF2B5EF4-FFF2-40B4-BE49-F238E27FC236}">
                <a16:creationId xmlns:a16="http://schemas.microsoft.com/office/drawing/2014/main" id="{0FFCE8F3-6862-6B6D-62B9-CB1467D4EFAA}"/>
              </a:ext>
            </a:extLst>
          </p:cNvPr>
          <p:cNvSpPr>
            <a:spLocks noGrp="1"/>
          </p:cNvSpPr>
          <p:nvPr>
            <p:ph type="title" hasCustomPrompt="1"/>
          </p:nvPr>
        </p:nvSpPr>
        <p:spPr>
          <a:xfrm>
            <a:off x="539999" y="262800"/>
            <a:ext cx="5285999" cy="332399"/>
          </a:xfrm>
        </p:spPr>
        <p:txBody>
          <a:bodyPr/>
          <a:lstStyle>
            <a:lvl1pPr>
              <a:defRPr/>
            </a:lvl1pPr>
          </a:lstStyle>
          <a:p>
            <a:r>
              <a:rPr lang="en-US"/>
              <a:t>Click to add title – max 1 line</a:t>
            </a:r>
          </a:p>
        </p:txBody>
      </p:sp>
      <p:sp>
        <p:nvSpPr>
          <p:cNvPr id="10" name="Text Placeholder 7">
            <a:extLst>
              <a:ext uri="{FF2B5EF4-FFF2-40B4-BE49-F238E27FC236}">
                <a16:creationId xmlns:a16="http://schemas.microsoft.com/office/drawing/2014/main" id="{6F132D34-B217-A51B-E49D-D3FB9CF7BE69}"/>
              </a:ext>
            </a:extLst>
          </p:cNvPr>
          <p:cNvSpPr>
            <a:spLocks noGrp="1"/>
          </p:cNvSpPr>
          <p:nvPr>
            <p:ph type="body" sz="quarter" idx="14" hasCustomPrompt="1"/>
          </p:nvPr>
        </p:nvSpPr>
        <p:spPr>
          <a:xfrm>
            <a:off x="539998" y="660922"/>
            <a:ext cx="528599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2" name="Picture Placeholder 8">
            <a:extLst>
              <a:ext uri="{FF2B5EF4-FFF2-40B4-BE49-F238E27FC236}">
                <a16:creationId xmlns:a16="http://schemas.microsoft.com/office/drawing/2014/main" id="{9A6BE8BA-C14C-9E21-3561-5EB4623BE1DD}"/>
              </a:ext>
            </a:extLst>
          </p:cNvPr>
          <p:cNvSpPr>
            <a:spLocks noGrp="1"/>
          </p:cNvSpPr>
          <p:nvPr>
            <p:ph type="pic" sz="quarter" idx="16"/>
          </p:nvPr>
        </p:nvSpPr>
        <p:spPr>
          <a:xfrm>
            <a:off x="6366000" y="0"/>
            <a:ext cx="5826000" cy="6319838"/>
          </a:xfrm>
          <a:solidFill>
            <a:schemeClr val="bg2"/>
          </a:solidFill>
        </p:spPr>
        <p:txBody>
          <a:bodyPr tIns="2628000"/>
          <a:lstStyle>
            <a:lvl1pPr marL="0" indent="0" algn="ctr">
              <a:buNone/>
              <a:defRPr i="1"/>
            </a:lvl1pPr>
          </a:lstStyle>
          <a:p>
            <a:r>
              <a:rPr lang="en-US"/>
              <a:t>Click icon to add picture</a:t>
            </a:r>
          </a:p>
        </p:txBody>
      </p:sp>
      <p:sp>
        <p:nvSpPr>
          <p:cNvPr id="8" name="Rectangle 7">
            <a:extLst>
              <a:ext uri="{FF2B5EF4-FFF2-40B4-BE49-F238E27FC236}">
                <a16:creationId xmlns:a16="http://schemas.microsoft.com/office/drawing/2014/main" id="{84B1C73F-695C-0FA3-5749-FE4BE4F4698B}"/>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1" name="Content Placeholder 7">
            <a:extLst>
              <a:ext uri="{FF2B5EF4-FFF2-40B4-BE49-F238E27FC236}">
                <a16:creationId xmlns:a16="http://schemas.microsoft.com/office/drawing/2014/main" id="{84E4620E-512F-61DB-5863-83788ED2A447}"/>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2" name="Text Placeholder 14">
            <a:extLst>
              <a:ext uri="{FF2B5EF4-FFF2-40B4-BE49-F238E27FC236}">
                <a16:creationId xmlns:a16="http://schemas.microsoft.com/office/drawing/2014/main" id="{A7B5CE9C-58B7-9E26-A586-3E1A12E85314}"/>
              </a:ext>
            </a:extLst>
          </p:cNvPr>
          <p:cNvSpPr txBox="1">
            <a:spLocks/>
          </p:cNvSpPr>
          <p:nvPr userDrawn="1"/>
        </p:nvSpPr>
        <p:spPr>
          <a:xfrm>
            <a:off x="-1568878" y="133349"/>
            <a:ext cx="1476000" cy="839673"/>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wide picture right</a:t>
            </a:r>
          </a:p>
        </p:txBody>
      </p:sp>
      <p:sp>
        <p:nvSpPr>
          <p:cNvPr id="13" name="Text Placeholder 14">
            <a:extLst>
              <a:ext uri="{FF2B5EF4-FFF2-40B4-BE49-F238E27FC236}">
                <a16:creationId xmlns:a16="http://schemas.microsoft.com/office/drawing/2014/main" id="{A8F615D1-6619-0F48-DE1C-17AD299603A2}"/>
              </a:ext>
            </a:extLst>
          </p:cNvPr>
          <p:cNvSpPr txBox="1">
            <a:spLocks/>
          </p:cNvSpPr>
          <p:nvPr userDrawn="1"/>
        </p:nvSpPr>
        <p:spPr>
          <a:xfrm>
            <a:off x="-1584000" y="1103313"/>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content and </a:t>
            </a:r>
            <a:br>
              <a:rPr lang="en-US" sz="1050">
                <a:solidFill>
                  <a:schemeClr val="tx1">
                    <a:alpha val="90000"/>
                  </a:schemeClr>
                </a:solidFill>
              </a:rPr>
            </a:br>
            <a:r>
              <a:rPr lang="en-US" sz="1050">
                <a:solidFill>
                  <a:schemeClr val="tx1">
                    <a:alpha val="90000"/>
                  </a:schemeClr>
                </a:solidFill>
              </a:rPr>
              <a:t>a wide picture to </a:t>
            </a:r>
            <a:br>
              <a:rPr lang="en-US" sz="1050">
                <a:solidFill>
                  <a:schemeClr val="tx1">
                    <a:alpha val="90000"/>
                  </a:schemeClr>
                </a:solidFill>
              </a:rPr>
            </a:br>
            <a:r>
              <a:rPr lang="en-US" sz="1050">
                <a:solidFill>
                  <a:schemeClr val="tx1">
                    <a:alpha val="90000"/>
                  </a:schemeClr>
                </a:solidFill>
              </a:rPr>
              <a:t>the right.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a picture that picks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The picture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14" name="Straight Connector 13">
            <a:extLst>
              <a:ext uri="{FF2B5EF4-FFF2-40B4-BE49-F238E27FC236}">
                <a16:creationId xmlns:a16="http://schemas.microsoft.com/office/drawing/2014/main" id="{11238A71-62DA-223A-6456-6C70EF73EF63}"/>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1261697"/>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mp; subtitle + wide picture left">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A6BE8BA-C14C-9E21-3561-5EB4623BE1DD}"/>
              </a:ext>
            </a:extLst>
          </p:cNvPr>
          <p:cNvSpPr>
            <a:spLocks noGrp="1"/>
          </p:cNvSpPr>
          <p:nvPr>
            <p:ph type="pic" sz="quarter" idx="16"/>
          </p:nvPr>
        </p:nvSpPr>
        <p:spPr>
          <a:xfrm>
            <a:off x="0" y="0"/>
            <a:ext cx="5826000" cy="6319838"/>
          </a:xfrm>
          <a:solidFill>
            <a:schemeClr val="bg2"/>
          </a:solidFill>
        </p:spPr>
        <p:txBody>
          <a:bodyPr tIns="2628000"/>
          <a:lstStyle>
            <a:lvl1pPr marL="0" indent="0" algn="ctr">
              <a:buNone/>
              <a:defRPr i="1"/>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982D4414-90DE-4D1E-A014-EA43D7273702}"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Content Placeholder 6">
            <a:extLst>
              <a:ext uri="{FF2B5EF4-FFF2-40B4-BE49-F238E27FC236}">
                <a16:creationId xmlns:a16="http://schemas.microsoft.com/office/drawing/2014/main" id="{46427219-1D81-E10D-BD15-31752761C39A}"/>
              </a:ext>
            </a:extLst>
          </p:cNvPr>
          <p:cNvSpPr>
            <a:spLocks noGrp="1"/>
          </p:cNvSpPr>
          <p:nvPr>
            <p:ph sz="quarter" idx="13"/>
          </p:nvPr>
        </p:nvSpPr>
        <p:spPr>
          <a:xfrm>
            <a:off x="6367840" y="1204913"/>
            <a:ext cx="5285999" cy="4840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Line">
            <a:extLst>
              <a:ext uri="{FF2B5EF4-FFF2-40B4-BE49-F238E27FC236}">
                <a16:creationId xmlns:a16="http://schemas.microsoft.com/office/drawing/2014/main" id="{D899BB51-BE91-4E29-E888-16BADF14414B}"/>
              </a:ext>
            </a:extLst>
          </p:cNvPr>
          <p:cNvSpPr>
            <a:spLocks/>
          </p:cNvSpPr>
          <p:nvPr/>
        </p:nvSpPr>
        <p:spPr>
          <a:xfrm flipH="1" flipV="1">
            <a:off x="6367840" y="1006831"/>
            <a:ext cx="5285999" cy="0"/>
          </a:xfrm>
          <a:prstGeom prst="line">
            <a:avLst/>
          </a:prstGeom>
          <a:ln w="12700">
            <a:solidFill>
              <a:schemeClr val="tx1"/>
            </a:solidFill>
            <a:miter/>
          </a:ln>
        </p:spPr>
        <p:txBody>
          <a:bodyPr lIns="45719" rIns="45719"/>
          <a:lstStyle/>
          <a:p>
            <a:endParaRPr lang="en-US"/>
          </a:p>
        </p:txBody>
      </p:sp>
      <p:sp>
        <p:nvSpPr>
          <p:cNvPr id="6" name="Title 5">
            <a:extLst>
              <a:ext uri="{FF2B5EF4-FFF2-40B4-BE49-F238E27FC236}">
                <a16:creationId xmlns:a16="http://schemas.microsoft.com/office/drawing/2014/main" id="{0FFCE8F3-6862-6B6D-62B9-CB1467D4EFAA}"/>
              </a:ext>
            </a:extLst>
          </p:cNvPr>
          <p:cNvSpPr>
            <a:spLocks noGrp="1"/>
          </p:cNvSpPr>
          <p:nvPr>
            <p:ph type="title" hasCustomPrompt="1"/>
          </p:nvPr>
        </p:nvSpPr>
        <p:spPr>
          <a:xfrm>
            <a:off x="6367840" y="262800"/>
            <a:ext cx="5285999" cy="332399"/>
          </a:xfrm>
        </p:spPr>
        <p:txBody>
          <a:bodyPr/>
          <a:lstStyle>
            <a:lvl1pPr>
              <a:defRPr/>
            </a:lvl1pPr>
          </a:lstStyle>
          <a:p>
            <a:r>
              <a:rPr lang="en-US"/>
              <a:t>Click to add title – max 1 line</a:t>
            </a:r>
          </a:p>
        </p:txBody>
      </p:sp>
      <p:sp>
        <p:nvSpPr>
          <p:cNvPr id="10" name="Text Placeholder 7">
            <a:extLst>
              <a:ext uri="{FF2B5EF4-FFF2-40B4-BE49-F238E27FC236}">
                <a16:creationId xmlns:a16="http://schemas.microsoft.com/office/drawing/2014/main" id="{6F132D34-B217-A51B-E49D-D3FB9CF7BE69}"/>
              </a:ext>
            </a:extLst>
          </p:cNvPr>
          <p:cNvSpPr>
            <a:spLocks noGrp="1"/>
          </p:cNvSpPr>
          <p:nvPr>
            <p:ph type="body" sz="quarter" idx="14" hasCustomPrompt="1"/>
          </p:nvPr>
        </p:nvSpPr>
        <p:spPr>
          <a:xfrm>
            <a:off x="6367840" y="660922"/>
            <a:ext cx="528599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8" name="Rectangle 7">
            <a:extLst>
              <a:ext uri="{FF2B5EF4-FFF2-40B4-BE49-F238E27FC236}">
                <a16:creationId xmlns:a16="http://schemas.microsoft.com/office/drawing/2014/main" id="{5DFB655C-800B-DDC0-B18D-CBECD2FA525C}"/>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1" name="Content Placeholder 7">
            <a:extLst>
              <a:ext uri="{FF2B5EF4-FFF2-40B4-BE49-F238E27FC236}">
                <a16:creationId xmlns:a16="http://schemas.microsoft.com/office/drawing/2014/main" id="{CAB5EEAE-E2D1-BAF1-DB90-6E245DBAF3D0}"/>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2" name="Text Placeholder 14">
            <a:extLst>
              <a:ext uri="{FF2B5EF4-FFF2-40B4-BE49-F238E27FC236}">
                <a16:creationId xmlns:a16="http://schemas.microsoft.com/office/drawing/2014/main" id="{CA07CA6F-2828-85A9-04CD-351214E53590}"/>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content and </a:t>
            </a:r>
            <a:br>
              <a:rPr lang="en-US" sz="1050">
                <a:solidFill>
                  <a:schemeClr val="tx1">
                    <a:alpha val="90000"/>
                  </a:schemeClr>
                </a:solidFill>
              </a:rPr>
            </a:br>
            <a:r>
              <a:rPr lang="en-US" sz="1050">
                <a:solidFill>
                  <a:schemeClr val="tx1">
                    <a:alpha val="90000"/>
                  </a:schemeClr>
                </a:solidFill>
              </a:rPr>
              <a:t>a wide picture to </a:t>
            </a:r>
            <a:br>
              <a:rPr lang="en-US" sz="1050">
                <a:solidFill>
                  <a:schemeClr val="tx1">
                    <a:alpha val="90000"/>
                  </a:schemeClr>
                </a:solidFill>
              </a:rPr>
            </a:br>
            <a:r>
              <a:rPr lang="en-US" sz="1050">
                <a:solidFill>
                  <a:schemeClr val="tx1">
                    <a:alpha val="90000"/>
                  </a:schemeClr>
                </a:solidFill>
              </a:rPr>
              <a:t>the left.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a picture that picks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The picture may need to be cropped or adjusted. A guide is available in the “How to – work with images” section.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sp>
        <p:nvSpPr>
          <p:cNvPr id="13" name="Text Placeholder 14">
            <a:extLst>
              <a:ext uri="{FF2B5EF4-FFF2-40B4-BE49-F238E27FC236}">
                <a16:creationId xmlns:a16="http://schemas.microsoft.com/office/drawing/2014/main" id="{4C957DC8-CABD-06DD-E9A7-321D9643651F}"/>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wide picture left</a:t>
            </a:r>
          </a:p>
        </p:txBody>
      </p:sp>
      <p:cxnSp>
        <p:nvCxnSpPr>
          <p:cNvPr id="14" name="Straight Connector 13">
            <a:extLst>
              <a:ext uri="{FF2B5EF4-FFF2-40B4-BE49-F238E27FC236}">
                <a16:creationId xmlns:a16="http://schemas.microsoft.com/office/drawing/2014/main" id="{BEE53B51-7C39-EE8B-7025-24A5E1A7C6FD}"/>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941323"/>
      </p:ext>
    </p:extLst>
  </p:cSld>
  <p:clrMapOvr>
    <a:masterClrMapping/>
  </p:clrMapOvr>
  <p:extLst>
    <p:ext uri="{DCECCB84-F9BA-43D5-87BE-67443E8EF086}">
      <p15:sldGuideLst xmlns:p15="http://schemas.microsoft.com/office/powerpoint/2012/main">
        <p15:guide id="1" pos="3671">
          <p15:clr>
            <a:srgbClr val="5ACBF0"/>
          </p15:clr>
        </p15:guide>
        <p15:guide id="2" pos="401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 Title &amp; subtitle + 2 x pictur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7C70C4F7-AF5B-4414-B6BA-0846096FBF87}"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6">
            <a:extLst>
              <a:ext uri="{FF2B5EF4-FFF2-40B4-BE49-F238E27FC236}">
                <a16:creationId xmlns:a16="http://schemas.microsoft.com/office/drawing/2014/main" id="{E832CD91-0663-5EA7-69DC-090BBDE27B26}"/>
              </a:ext>
            </a:extLst>
          </p:cNvPr>
          <p:cNvSpPr>
            <a:spLocks noGrp="1"/>
          </p:cNvSpPr>
          <p:nvPr>
            <p:ph type="title" hasCustomPrompt="1"/>
          </p:nvPr>
        </p:nvSpPr>
        <p:spPr/>
        <p:txBody>
          <a:bodyPr/>
          <a:lstStyle>
            <a:lvl1pPr>
              <a:defRPr/>
            </a:lvl1pPr>
          </a:lstStyle>
          <a:p>
            <a:r>
              <a:rPr lang="en-US"/>
              <a:t>Click to add title – max 1 line</a:t>
            </a:r>
          </a:p>
        </p:txBody>
      </p:sp>
      <p:sp>
        <p:nvSpPr>
          <p:cNvPr id="9" name="Text Placeholder 6">
            <a:extLst>
              <a:ext uri="{FF2B5EF4-FFF2-40B4-BE49-F238E27FC236}">
                <a16:creationId xmlns:a16="http://schemas.microsoft.com/office/drawing/2014/main" id="{ADB30E45-6F87-8E48-B964-3FA12CA949F6}"/>
              </a:ext>
            </a:extLst>
          </p:cNvPr>
          <p:cNvSpPr>
            <a:spLocks noGrp="1"/>
          </p:cNvSpPr>
          <p:nvPr>
            <p:ph type="body" sz="quarter" idx="28"/>
          </p:nvPr>
        </p:nvSpPr>
        <p:spPr>
          <a:xfrm>
            <a:off x="540000" y="1204913"/>
            <a:ext cx="5285998" cy="281103"/>
          </a:xfrm>
        </p:spPr>
        <p:txBody>
          <a:bodyPr anchor="b">
            <a:spAutoFit/>
          </a:bodyPr>
          <a:lstStyle>
            <a:lvl1pPr marL="0" indent="0">
              <a:buNone/>
              <a:defRPr b="1"/>
            </a:lvl1pPr>
          </a:lstStyle>
          <a:p>
            <a:pPr lvl="0"/>
            <a:r>
              <a:rPr lang="en-US"/>
              <a:t>Click to edit Master text styles</a:t>
            </a:r>
          </a:p>
        </p:txBody>
      </p:sp>
      <p:sp>
        <p:nvSpPr>
          <p:cNvPr id="14" name="Text Placeholder 6">
            <a:extLst>
              <a:ext uri="{FF2B5EF4-FFF2-40B4-BE49-F238E27FC236}">
                <a16:creationId xmlns:a16="http://schemas.microsoft.com/office/drawing/2014/main" id="{38082699-78CA-E7E5-2C78-99B124A10932}"/>
              </a:ext>
            </a:extLst>
          </p:cNvPr>
          <p:cNvSpPr>
            <a:spLocks noGrp="1"/>
          </p:cNvSpPr>
          <p:nvPr>
            <p:ph type="body" sz="quarter" idx="34"/>
          </p:nvPr>
        </p:nvSpPr>
        <p:spPr>
          <a:xfrm>
            <a:off x="6365999" y="1204913"/>
            <a:ext cx="5285998" cy="281103"/>
          </a:xfrm>
        </p:spPr>
        <p:txBody>
          <a:bodyPr anchor="b">
            <a:spAutoFit/>
          </a:bodyPr>
          <a:lstStyle>
            <a:lvl1pPr marL="0" indent="0">
              <a:buNone/>
              <a:defRPr b="1"/>
            </a:lvl1pPr>
          </a:lstStyle>
          <a:p>
            <a:pPr lvl="0"/>
            <a:r>
              <a:rPr lang="en-US"/>
              <a:t>Click to edit Master text styles</a:t>
            </a:r>
          </a:p>
        </p:txBody>
      </p:sp>
      <p:sp>
        <p:nvSpPr>
          <p:cNvPr id="2" name="Line">
            <a:extLst>
              <a:ext uri="{FF2B5EF4-FFF2-40B4-BE49-F238E27FC236}">
                <a16:creationId xmlns:a16="http://schemas.microsoft.com/office/drawing/2014/main" id="{73787096-17DE-D6C6-85AD-12E004FF8769}"/>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6" name="Text Placeholder 7">
            <a:extLst>
              <a:ext uri="{FF2B5EF4-FFF2-40B4-BE49-F238E27FC236}">
                <a16:creationId xmlns:a16="http://schemas.microsoft.com/office/drawing/2014/main" id="{BC0A8268-FAEF-AF38-EFA8-909A0DBF14C6}"/>
              </a:ext>
            </a:extLst>
          </p:cNvPr>
          <p:cNvSpPr>
            <a:spLocks noGrp="1"/>
          </p:cNvSpPr>
          <p:nvPr>
            <p:ph type="body" sz="quarter" idx="14" hasCustomPrompt="1"/>
          </p:nvPr>
        </p:nvSpPr>
        <p:spPr>
          <a:xfrm>
            <a:off x="539998" y="660922"/>
            <a:ext cx="1111383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16" name="Text Placeholder 15">
            <a:extLst>
              <a:ext uri="{FF2B5EF4-FFF2-40B4-BE49-F238E27FC236}">
                <a16:creationId xmlns:a16="http://schemas.microsoft.com/office/drawing/2014/main" id="{B08D07AB-2B9B-C897-404E-3F154936C42C}"/>
              </a:ext>
            </a:extLst>
          </p:cNvPr>
          <p:cNvSpPr>
            <a:spLocks noGrp="1"/>
          </p:cNvSpPr>
          <p:nvPr>
            <p:ph type="body" sz="quarter" idx="38"/>
          </p:nvPr>
        </p:nvSpPr>
        <p:spPr>
          <a:xfrm>
            <a:off x="539750" y="3608998"/>
            <a:ext cx="5285999" cy="243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5">
            <a:extLst>
              <a:ext uri="{FF2B5EF4-FFF2-40B4-BE49-F238E27FC236}">
                <a16:creationId xmlns:a16="http://schemas.microsoft.com/office/drawing/2014/main" id="{167DA1CD-29F9-95FE-CAD9-638DD00D98E3}"/>
              </a:ext>
            </a:extLst>
          </p:cNvPr>
          <p:cNvSpPr>
            <a:spLocks noGrp="1"/>
          </p:cNvSpPr>
          <p:nvPr>
            <p:ph type="body" sz="quarter" idx="39"/>
          </p:nvPr>
        </p:nvSpPr>
        <p:spPr>
          <a:xfrm>
            <a:off x="6365998" y="3608999"/>
            <a:ext cx="5285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0">
            <a:extLst>
              <a:ext uri="{FF2B5EF4-FFF2-40B4-BE49-F238E27FC236}">
                <a16:creationId xmlns:a16="http://schemas.microsoft.com/office/drawing/2014/main" id="{F3ACCC18-7C32-171A-E4C5-B2FD803E56F7}"/>
              </a:ext>
            </a:extLst>
          </p:cNvPr>
          <p:cNvSpPr>
            <a:spLocks noGrp="1"/>
          </p:cNvSpPr>
          <p:nvPr>
            <p:ph type="pic" sz="quarter" idx="36"/>
          </p:nvPr>
        </p:nvSpPr>
        <p:spPr>
          <a:xfrm>
            <a:off x="540000" y="1666016"/>
            <a:ext cx="5285999" cy="1762984"/>
          </a:xfrm>
          <a:solidFill>
            <a:schemeClr val="bg2"/>
          </a:solidFill>
        </p:spPr>
        <p:txBody>
          <a:bodyPr tIns="396000"/>
          <a:lstStyle>
            <a:lvl1pPr marL="0" indent="0" algn="ctr">
              <a:buNone/>
              <a:defRPr i="1"/>
            </a:lvl1pPr>
          </a:lstStyle>
          <a:p>
            <a:r>
              <a:rPr lang="en-US"/>
              <a:t>Click icon to add picture</a:t>
            </a:r>
          </a:p>
        </p:txBody>
      </p:sp>
      <p:sp>
        <p:nvSpPr>
          <p:cNvPr id="10" name="Picture Placeholder 10">
            <a:extLst>
              <a:ext uri="{FF2B5EF4-FFF2-40B4-BE49-F238E27FC236}">
                <a16:creationId xmlns:a16="http://schemas.microsoft.com/office/drawing/2014/main" id="{4F4D7C12-1C2B-22D7-6701-B97EF9369476}"/>
              </a:ext>
            </a:extLst>
          </p:cNvPr>
          <p:cNvSpPr>
            <a:spLocks noGrp="1"/>
          </p:cNvSpPr>
          <p:nvPr>
            <p:ph type="pic" sz="quarter" idx="40"/>
          </p:nvPr>
        </p:nvSpPr>
        <p:spPr>
          <a:xfrm>
            <a:off x="6367840" y="1666016"/>
            <a:ext cx="5285999" cy="1762984"/>
          </a:xfrm>
          <a:solidFill>
            <a:schemeClr val="bg2"/>
          </a:solidFill>
        </p:spPr>
        <p:txBody>
          <a:bodyPr tIns="396000"/>
          <a:lstStyle>
            <a:lvl1pPr marL="0" indent="0" algn="ctr">
              <a:buNone/>
              <a:defRPr i="1"/>
            </a:lvl1pPr>
          </a:lstStyle>
          <a:p>
            <a:r>
              <a:rPr lang="en-US"/>
              <a:t>Click icon to add picture</a:t>
            </a:r>
          </a:p>
        </p:txBody>
      </p:sp>
      <p:sp>
        <p:nvSpPr>
          <p:cNvPr id="11" name="Rectangle 10">
            <a:extLst>
              <a:ext uri="{FF2B5EF4-FFF2-40B4-BE49-F238E27FC236}">
                <a16:creationId xmlns:a16="http://schemas.microsoft.com/office/drawing/2014/main" id="{ABD17864-8059-15A3-26F5-C1FC50C4C4CB}"/>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2" name="Content Placeholder 7">
            <a:extLst>
              <a:ext uri="{FF2B5EF4-FFF2-40B4-BE49-F238E27FC236}">
                <a16:creationId xmlns:a16="http://schemas.microsoft.com/office/drawing/2014/main" id="{9A15E77B-A0EA-F57F-A044-37C37D06D842}"/>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3" name="Text Placeholder 14">
            <a:extLst>
              <a:ext uri="{FF2B5EF4-FFF2-40B4-BE49-F238E27FC236}">
                <a16:creationId xmlns:a16="http://schemas.microsoft.com/office/drawing/2014/main" id="{4CB6A39A-7E9E-E30A-25F3-A9A27A8B1BD3}"/>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two sections </a:t>
            </a:r>
            <a:br>
              <a:rPr lang="en-US" sz="1050">
                <a:solidFill>
                  <a:schemeClr val="tx1">
                    <a:alpha val="90000"/>
                  </a:schemeClr>
                </a:solidFill>
              </a:rPr>
            </a:br>
            <a:r>
              <a:rPr lang="en-US" sz="1050">
                <a:solidFill>
                  <a:schemeClr val="tx1">
                    <a:alpha val="90000"/>
                  </a:schemeClr>
                </a:solidFill>
              </a:rPr>
              <a:t>of content with picture and header.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pictures that pick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Pictures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For pictures not to resize to the place-holders, use the “text and content layouts” in the previous section. </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sp>
        <p:nvSpPr>
          <p:cNvPr id="15" name="Text Placeholder 14">
            <a:extLst>
              <a:ext uri="{FF2B5EF4-FFF2-40B4-BE49-F238E27FC236}">
                <a16:creationId xmlns:a16="http://schemas.microsoft.com/office/drawing/2014/main" id="{63B63ED3-70D8-4286-C3E2-A46BAB7C0D3D}"/>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2 x pictures</a:t>
            </a:r>
          </a:p>
        </p:txBody>
      </p:sp>
      <p:cxnSp>
        <p:nvCxnSpPr>
          <p:cNvPr id="17" name="Straight Connector 16">
            <a:extLst>
              <a:ext uri="{FF2B5EF4-FFF2-40B4-BE49-F238E27FC236}">
                <a16:creationId xmlns:a16="http://schemas.microsoft.com/office/drawing/2014/main" id="{8B919B03-5292-B62C-4D6B-F2917061BE3D}"/>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2252622"/>
      </p:ext>
    </p:extLst>
  </p:cSld>
  <p:clrMapOvr>
    <a:masterClrMapping/>
  </p:clrMapOvr>
  <p:extLst>
    <p:ext uri="{DCECCB84-F9BA-43D5-87BE-67443E8EF086}">
      <p15:sldGuideLst xmlns:p15="http://schemas.microsoft.com/office/powerpoint/2012/main">
        <p15:guide id="6" pos="3669">
          <p15:clr>
            <a:srgbClr val="5ACBF0"/>
          </p15:clr>
        </p15:guide>
        <p15:guide id="7" pos="4010">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 Title &amp; subtitle + 3 x pictur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95859245-5432-4453-9B54-6798998A5518}"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11" name="Title 10">
            <a:extLst>
              <a:ext uri="{FF2B5EF4-FFF2-40B4-BE49-F238E27FC236}">
                <a16:creationId xmlns:a16="http://schemas.microsoft.com/office/drawing/2014/main" id="{8EBCCF1A-5373-C252-8F92-AB834B448FF5}"/>
              </a:ext>
            </a:extLst>
          </p:cNvPr>
          <p:cNvSpPr>
            <a:spLocks noGrp="1"/>
          </p:cNvSpPr>
          <p:nvPr>
            <p:ph type="title" hasCustomPrompt="1"/>
          </p:nvPr>
        </p:nvSpPr>
        <p:spPr/>
        <p:txBody>
          <a:bodyPr/>
          <a:lstStyle>
            <a:lvl1pPr>
              <a:defRPr/>
            </a:lvl1pPr>
          </a:lstStyle>
          <a:p>
            <a:r>
              <a:rPr lang="en-US"/>
              <a:t>Click to add title – max 1 line</a:t>
            </a:r>
          </a:p>
        </p:txBody>
      </p:sp>
      <p:sp>
        <p:nvSpPr>
          <p:cNvPr id="12" name="Text Placeholder 6">
            <a:extLst>
              <a:ext uri="{FF2B5EF4-FFF2-40B4-BE49-F238E27FC236}">
                <a16:creationId xmlns:a16="http://schemas.microsoft.com/office/drawing/2014/main" id="{D4B4B1EC-6838-6EB5-9EEC-D7F0BDF09CD0}"/>
              </a:ext>
            </a:extLst>
          </p:cNvPr>
          <p:cNvSpPr>
            <a:spLocks noGrp="1"/>
          </p:cNvSpPr>
          <p:nvPr>
            <p:ph type="body" sz="quarter" idx="28"/>
          </p:nvPr>
        </p:nvSpPr>
        <p:spPr>
          <a:xfrm>
            <a:off x="540001" y="1204913"/>
            <a:ext cx="3343999" cy="281103"/>
          </a:xfrm>
        </p:spPr>
        <p:txBody>
          <a:bodyPr anchor="b">
            <a:spAutoFit/>
          </a:bodyPr>
          <a:lstStyle>
            <a:lvl1pPr marL="0" indent="0">
              <a:buNone/>
              <a:defRPr b="1"/>
            </a:lvl1pPr>
          </a:lstStyle>
          <a:p>
            <a:pPr lvl="0"/>
            <a:r>
              <a:rPr lang="en-US"/>
              <a:t>Click to edit Master text styles</a:t>
            </a:r>
          </a:p>
        </p:txBody>
      </p:sp>
      <p:sp>
        <p:nvSpPr>
          <p:cNvPr id="14" name="Text Placeholder 6">
            <a:extLst>
              <a:ext uri="{FF2B5EF4-FFF2-40B4-BE49-F238E27FC236}">
                <a16:creationId xmlns:a16="http://schemas.microsoft.com/office/drawing/2014/main" id="{08FF0BA9-C34C-8519-FFE7-F5A3F6E63326}"/>
              </a:ext>
            </a:extLst>
          </p:cNvPr>
          <p:cNvSpPr>
            <a:spLocks noGrp="1"/>
          </p:cNvSpPr>
          <p:nvPr>
            <p:ph type="body" sz="quarter" idx="30"/>
          </p:nvPr>
        </p:nvSpPr>
        <p:spPr>
          <a:xfrm>
            <a:off x="4424000" y="1204913"/>
            <a:ext cx="3343999" cy="281103"/>
          </a:xfrm>
        </p:spPr>
        <p:txBody>
          <a:bodyPr anchor="b">
            <a:spAutoFit/>
          </a:bodyPr>
          <a:lstStyle>
            <a:lvl1pPr marL="0" indent="0">
              <a:buNone/>
              <a:defRPr b="1"/>
            </a:lvl1pPr>
          </a:lstStyle>
          <a:p>
            <a:pPr lvl="0"/>
            <a:r>
              <a:rPr lang="en-US"/>
              <a:t>Click to edit Master text styles</a:t>
            </a:r>
          </a:p>
        </p:txBody>
      </p:sp>
      <p:sp>
        <p:nvSpPr>
          <p:cNvPr id="19" name="Text Placeholder 6">
            <a:extLst>
              <a:ext uri="{FF2B5EF4-FFF2-40B4-BE49-F238E27FC236}">
                <a16:creationId xmlns:a16="http://schemas.microsoft.com/office/drawing/2014/main" id="{CD500465-5545-706A-2FF5-95107F801A26}"/>
              </a:ext>
            </a:extLst>
          </p:cNvPr>
          <p:cNvSpPr>
            <a:spLocks noGrp="1"/>
          </p:cNvSpPr>
          <p:nvPr>
            <p:ph type="body" sz="quarter" idx="34"/>
          </p:nvPr>
        </p:nvSpPr>
        <p:spPr>
          <a:xfrm>
            <a:off x="8307998" y="1204913"/>
            <a:ext cx="3343999" cy="281103"/>
          </a:xfrm>
        </p:spPr>
        <p:txBody>
          <a:bodyPr anchor="b">
            <a:spAutoFit/>
          </a:bodyPr>
          <a:lstStyle>
            <a:lvl1pPr marL="0" indent="0">
              <a:buNone/>
              <a:defRPr b="1"/>
            </a:lvl1pPr>
          </a:lstStyle>
          <a:p>
            <a:pPr lvl="0"/>
            <a:r>
              <a:rPr lang="en-US"/>
              <a:t>Click to edit Master text styles</a:t>
            </a:r>
          </a:p>
        </p:txBody>
      </p:sp>
      <p:sp>
        <p:nvSpPr>
          <p:cNvPr id="2" name="Line">
            <a:extLst>
              <a:ext uri="{FF2B5EF4-FFF2-40B4-BE49-F238E27FC236}">
                <a16:creationId xmlns:a16="http://schemas.microsoft.com/office/drawing/2014/main" id="{1613170D-9A95-868A-AF41-8940F82CE8FC}"/>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6" name="Text Placeholder 7">
            <a:extLst>
              <a:ext uri="{FF2B5EF4-FFF2-40B4-BE49-F238E27FC236}">
                <a16:creationId xmlns:a16="http://schemas.microsoft.com/office/drawing/2014/main" id="{7DE6A9DC-5EF6-5951-04EC-C8FC55AFA6F6}"/>
              </a:ext>
            </a:extLst>
          </p:cNvPr>
          <p:cNvSpPr>
            <a:spLocks noGrp="1"/>
          </p:cNvSpPr>
          <p:nvPr>
            <p:ph type="body" sz="quarter" idx="14" hasCustomPrompt="1"/>
          </p:nvPr>
        </p:nvSpPr>
        <p:spPr>
          <a:xfrm>
            <a:off x="539998" y="660922"/>
            <a:ext cx="1111383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10" name="Text Placeholder 15">
            <a:extLst>
              <a:ext uri="{FF2B5EF4-FFF2-40B4-BE49-F238E27FC236}">
                <a16:creationId xmlns:a16="http://schemas.microsoft.com/office/drawing/2014/main" id="{E0048019-BB1F-364C-C0FD-E0E76B01C99D}"/>
              </a:ext>
            </a:extLst>
          </p:cNvPr>
          <p:cNvSpPr>
            <a:spLocks noGrp="1"/>
          </p:cNvSpPr>
          <p:nvPr>
            <p:ph type="body" sz="quarter" idx="39"/>
          </p:nvPr>
        </p:nvSpPr>
        <p:spPr>
          <a:xfrm>
            <a:off x="539750" y="3608999"/>
            <a:ext cx="3343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a:extLst>
              <a:ext uri="{FF2B5EF4-FFF2-40B4-BE49-F238E27FC236}">
                <a16:creationId xmlns:a16="http://schemas.microsoft.com/office/drawing/2014/main" id="{CE98B6C1-0C94-BB29-E1C8-3955ABC754DC}"/>
              </a:ext>
            </a:extLst>
          </p:cNvPr>
          <p:cNvSpPr>
            <a:spLocks noGrp="1"/>
          </p:cNvSpPr>
          <p:nvPr>
            <p:ph type="body" sz="quarter" idx="40"/>
          </p:nvPr>
        </p:nvSpPr>
        <p:spPr>
          <a:xfrm>
            <a:off x="4424000" y="3608999"/>
            <a:ext cx="3343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5">
            <a:extLst>
              <a:ext uri="{FF2B5EF4-FFF2-40B4-BE49-F238E27FC236}">
                <a16:creationId xmlns:a16="http://schemas.microsoft.com/office/drawing/2014/main" id="{883A7867-CE08-7924-457C-F27331277EB4}"/>
              </a:ext>
            </a:extLst>
          </p:cNvPr>
          <p:cNvSpPr>
            <a:spLocks noGrp="1"/>
          </p:cNvSpPr>
          <p:nvPr>
            <p:ph type="body" sz="quarter" idx="41"/>
          </p:nvPr>
        </p:nvSpPr>
        <p:spPr>
          <a:xfrm>
            <a:off x="8307998" y="3608999"/>
            <a:ext cx="3343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0">
            <a:extLst>
              <a:ext uri="{FF2B5EF4-FFF2-40B4-BE49-F238E27FC236}">
                <a16:creationId xmlns:a16="http://schemas.microsoft.com/office/drawing/2014/main" id="{A9D992DC-CF8C-3015-EDC6-89F451D2D6C6}"/>
              </a:ext>
            </a:extLst>
          </p:cNvPr>
          <p:cNvSpPr>
            <a:spLocks noGrp="1"/>
          </p:cNvSpPr>
          <p:nvPr>
            <p:ph type="pic" sz="quarter" idx="36"/>
          </p:nvPr>
        </p:nvSpPr>
        <p:spPr>
          <a:xfrm>
            <a:off x="540000" y="1666015"/>
            <a:ext cx="3343999" cy="1762985"/>
          </a:xfrm>
          <a:solidFill>
            <a:schemeClr val="bg2"/>
          </a:solidFill>
        </p:spPr>
        <p:txBody>
          <a:bodyPr tIns="396000"/>
          <a:lstStyle>
            <a:lvl1pPr marL="0" indent="0" algn="ctr">
              <a:buNone/>
              <a:defRPr i="1"/>
            </a:lvl1pPr>
          </a:lstStyle>
          <a:p>
            <a:r>
              <a:rPr lang="en-US"/>
              <a:t>Click icon to add picture</a:t>
            </a:r>
          </a:p>
        </p:txBody>
      </p:sp>
      <p:sp>
        <p:nvSpPr>
          <p:cNvPr id="15" name="Picture Placeholder 10">
            <a:extLst>
              <a:ext uri="{FF2B5EF4-FFF2-40B4-BE49-F238E27FC236}">
                <a16:creationId xmlns:a16="http://schemas.microsoft.com/office/drawing/2014/main" id="{D027F15B-F68A-AAEC-AA89-6DB744131BB5}"/>
              </a:ext>
            </a:extLst>
          </p:cNvPr>
          <p:cNvSpPr>
            <a:spLocks noGrp="1"/>
          </p:cNvSpPr>
          <p:nvPr>
            <p:ph type="pic" sz="quarter" idx="42"/>
          </p:nvPr>
        </p:nvSpPr>
        <p:spPr>
          <a:xfrm>
            <a:off x="4424000" y="1666015"/>
            <a:ext cx="3343999" cy="1762985"/>
          </a:xfrm>
          <a:solidFill>
            <a:schemeClr val="bg2"/>
          </a:solidFill>
        </p:spPr>
        <p:txBody>
          <a:bodyPr tIns="396000"/>
          <a:lstStyle>
            <a:lvl1pPr marL="0" indent="0" algn="ctr">
              <a:buNone/>
              <a:defRPr i="1"/>
            </a:lvl1pPr>
          </a:lstStyle>
          <a:p>
            <a:r>
              <a:rPr lang="en-US"/>
              <a:t>Click icon to add picture</a:t>
            </a:r>
          </a:p>
        </p:txBody>
      </p:sp>
      <p:sp>
        <p:nvSpPr>
          <p:cNvPr id="18" name="Picture Placeholder 10">
            <a:extLst>
              <a:ext uri="{FF2B5EF4-FFF2-40B4-BE49-F238E27FC236}">
                <a16:creationId xmlns:a16="http://schemas.microsoft.com/office/drawing/2014/main" id="{03921C8C-DD79-2ED2-B6AB-C9723B559C46}"/>
              </a:ext>
            </a:extLst>
          </p:cNvPr>
          <p:cNvSpPr>
            <a:spLocks noGrp="1"/>
          </p:cNvSpPr>
          <p:nvPr>
            <p:ph type="pic" sz="quarter" idx="43"/>
          </p:nvPr>
        </p:nvSpPr>
        <p:spPr>
          <a:xfrm>
            <a:off x="8307998" y="1666015"/>
            <a:ext cx="3343999" cy="1762985"/>
          </a:xfrm>
          <a:solidFill>
            <a:schemeClr val="bg2"/>
          </a:solidFill>
        </p:spPr>
        <p:txBody>
          <a:bodyPr tIns="396000"/>
          <a:lstStyle>
            <a:lvl1pPr marL="0" indent="0" algn="ctr">
              <a:buNone/>
              <a:defRPr i="1"/>
            </a:lvl1pPr>
          </a:lstStyle>
          <a:p>
            <a:r>
              <a:rPr lang="en-US"/>
              <a:t>Click icon to add picture</a:t>
            </a:r>
          </a:p>
        </p:txBody>
      </p:sp>
      <p:sp>
        <p:nvSpPr>
          <p:cNvPr id="7" name="Rectangle 6">
            <a:extLst>
              <a:ext uri="{FF2B5EF4-FFF2-40B4-BE49-F238E27FC236}">
                <a16:creationId xmlns:a16="http://schemas.microsoft.com/office/drawing/2014/main" id="{56065C39-C946-60D6-D2BD-E5A4A40F6485}"/>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13FBD469-B50F-439F-5DBE-65B0EB1978FB}"/>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67A4813D-E6F3-197C-20FB-CD5F14BB8290}"/>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three sections of content with picture and header. </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pictures that pick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Pictures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For pictures not to resize to the place-holders, use the “text and content layouts” in the previous section. </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sp>
        <p:nvSpPr>
          <p:cNvPr id="20" name="Text Placeholder 14">
            <a:extLst>
              <a:ext uri="{FF2B5EF4-FFF2-40B4-BE49-F238E27FC236}">
                <a16:creationId xmlns:a16="http://schemas.microsoft.com/office/drawing/2014/main" id="{A68728F0-2038-B102-6ED1-FD3A303CDA80}"/>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3 x pictures</a:t>
            </a:r>
          </a:p>
        </p:txBody>
      </p:sp>
      <p:cxnSp>
        <p:nvCxnSpPr>
          <p:cNvPr id="21" name="Straight Connector 20">
            <a:extLst>
              <a:ext uri="{FF2B5EF4-FFF2-40B4-BE49-F238E27FC236}">
                <a16:creationId xmlns:a16="http://schemas.microsoft.com/office/drawing/2014/main" id="{80059AE8-4B5F-9637-5E16-D91DB48279B4}"/>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6692848"/>
      </p:ext>
    </p:extLst>
  </p:cSld>
  <p:clrMapOvr>
    <a:masterClrMapping/>
  </p:clrMapOvr>
  <p:extLst>
    <p:ext uri="{DCECCB84-F9BA-43D5-87BE-67443E8EF086}">
      <p15:sldGuideLst xmlns:p15="http://schemas.microsoft.com/office/powerpoint/2012/main">
        <p15:guide id="8" pos="2446">
          <p15:clr>
            <a:srgbClr val="5ACBF0"/>
          </p15:clr>
        </p15:guide>
        <p15:guide id="9" pos="2786">
          <p15:clr>
            <a:srgbClr val="5ACBF0"/>
          </p15:clr>
        </p15:guide>
        <p15:guide id="10" pos="4893">
          <p15:clr>
            <a:srgbClr val="5ACBF0"/>
          </p15:clr>
        </p15:guide>
        <p15:guide id="11" pos="5233">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 Title &amp; subtitle + 4 x pictur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10710258-A92E-485E-A8C3-C9FD50EBAB44}"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ext Placeholder 6">
            <a:extLst>
              <a:ext uri="{FF2B5EF4-FFF2-40B4-BE49-F238E27FC236}">
                <a16:creationId xmlns:a16="http://schemas.microsoft.com/office/drawing/2014/main" id="{40032028-DA2C-CE97-EC57-A23C142BB2C0}"/>
              </a:ext>
            </a:extLst>
          </p:cNvPr>
          <p:cNvSpPr>
            <a:spLocks noGrp="1"/>
          </p:cNvSpPr>
          <p:nvPr>
            <p:ph type="body" sz="quarter" idx="28"/>
          </p:nvPr>
        </p:nvSpPr>
        <p:spPr>
          <a:xfrm>
            <a:off x="540001" y="900215"/>
            <a:ext cx="2372999" cy="585801"/>
          </a:xfrm>
        </p:spPr>
        <p:txBody>
          <a:bodyPr anchor="b">
            <a:spAutoFit/>
          </a:bodyPr>
          <a:lstStyle>
            <a:lvl1pPr marL="0" indent="0">
              <a:buNone/>
              <a:defRPr b="1"/>
            </a:lvl1pPr>
          </a:lstStyle>
          <a:p>
            <a:pPr lvl="0"/>
            <a:r>
              <a:rPr lang="en-US"/>
              <a:t>Click to edit Master text styles</a:t>
            </a:r>
          </a:p>
        </p:txBody>
      </p:sp>
      <p:sp>
        <p:nvSpPr>
          <p:cNvPr id="7" name="Text Placeholder 6">
            <a:extLst>
              <a:ext uri="{FF2B5EF4-FFF2-40B4-BE49-F238E27FC236}">
                <a16:creationId xmlns:a16="http://schemas.microsoft.com/office/drawing/2014/main" id="{7564BC92-E524-61DF-FB8E-39CA0D9DCEB8}"/>
              </a:ext>
            </a:extLst>
          </p:cNvPr>
          <p:cNvSpPr>
            <a:spLocks noGrp="1"/>
          </p:cNvSpPr>
          <p:nvPr>
            <p:ph type="body" sz="quarter" idx="30"/>
          </p:nvPr>
        </p:nvSpPr>
        <p:spPr>
          <a:xfrm>
            <a:off x="3452999" y="900215"/>
            <a:ext cx="2372999" cy="585801"/>
          </a:xfrm>
        </p:spPr>
        <p:txBody>
          <a:bodyPr anchor="b">
            <a:spAutoFit/>
          </a:bodyPr>
          <a:lstStyle>
            <a:lvl1pPr marL="0" indent="0">
              <a:buNone/>
              <a:defRPr b="1"/>
            </a:lvl1pPr>
          </a:lstStyle>
          <a:p>
            <a:pPr lvl="0"/>
            <a:r>
              <a:rPr lang="en-US"/>
              <a:t>Click to edit Master text styles</a:t>
            </a:r>
          </a:p>
        </p:txBody>
      </p:sp>
      <p:sp>
        <p:nvSpPr>
          <p:cNvPr id="9" name="Text Placeholder 6">
            <a:extLst>
              <a:ext uri="{FF2B5EF4-FFF2-40B4-BE49-F238E27FC236}">
                <a16:creationId xmlns:a16="http://schemas.microsoft.com/office/drawing/2014/main" id="{8F6EE184-8B88-03BD-66E1-B914F3BB2FDB}"/>
              </a:ext>
            </a:extLst>
          </p:cNvPr>
          <p:cNvSpPr>
            <a:spLocks noGrp="1"/>
          </p:cNvSpPr>
          <p:nvPr>
            <p:ph type="body" sz="quarter" idx="32"/>
          </p:nvPr>
        </p:nvSpPr>
        <p:spPr>
          <a:xfrm>
            <a:off x="6365999" y="900215"/>
            <a:ext cx="2372999" cy="585801"/>
          </a:xfrm>
        </p:spPr>
        <p:txBody>
          <a:bodyPr anchor="b">
            <a:spAutoFit/>
          </a:bodyPr>
          <a:lstStyle>
            <a:lvl1pPr marL="0" indent="0">
              <a:buNone/>
              <a:defRPr b="1"/>
            </a:lvl1pPr>
          </a:lstStyle>
          <a:p>
            <a:pPr lvl="0"/>
            <a:r>
              <a:rPr lang="en-US"/>
              <a:t>Click to edit Master text styles</a:t>
            </a:r>
          </a:p>
        </p:txBody>
      </p:sp>
      <p:sp>
        <p:nvSpPr>
          <p:cNvPr id="12" name="Text Placeholder 6">
            <a:extLst>
              <a:ext uri="{FF2B5EF4-FFF2-40B4-BE49-F238E27FC236}">
                <a16:creationId xmlns:a16="http://schemas.microsoft.com/office/drawing/2014/main" id="{35BF5D85-424D-E19E-C529-BC2C758AB0E9}"/>
              </a:ext>
            </a:extLst>
          </p:cNvPr>
          <p:cNvSpPr>
            <a:spLocks noGrp="1"/>
          </p:cNvSpPr>
          <p:nvPr>
            <p:ph type="body" sz="quarter" idx="34"/>
          </p:nvPr>
        </p:nvSpPr>
        <p:spPr>
          <a:xfrm>
            <a:off x="9278998" y="900215"/>
            <a:ext cx="2372999" cy="585801"/>
          </a:xfrm>
        </p:spPr>
        <p:txBody>
          <a:bodyPr anchor="b">
            <a:spAutoFit/>
          </a:bodyPr>
          <a:lstStyle>
            <a:lvl1pPr marL="0" indent="0">
              <a:buNone/>
              <a:defRPr b="1"/>
            </a:lvl1pPr>
          </a:lstStyle>
          <a:p>
            <a:pPr lvl="0"/>
            <a:r>
              <a:rPr lang="en-US"/>
              <a:t>Click to edit Master text styles</a:t>
            </a:r>
          </a:p>
        </p:txBody>
      </p:sp>
      <p:sp>
        <p:nvSpPr>
          <p:cNvPr id="10" name="Title 9">
            <a:extLst>
              <a:ext uri="{FF2B5EF4-FFF2-40B4-BE49-F238E27FC236}">
                <a16:creationId xmlns:a16="http://schemas.microsoft.com/office/drawing/2014/main" id="{EECBD591-522A-53CA-303E-DE3E6E2E8D69}"/>
              </a:ext>
            </a:extLst>
          </p:cNvPr>
          <p:cNvSpPr>
            <a:spLocks noGrp="1"/>
          </p:cNvSpPr>
          <p:nvPr>
            <p:ph type="title" hasCustomPrompt="1"/>
          </p:nvPr>
        </p:nvSpPr>
        <p:spPr/>
        <p:txBody>
          <a:bodyPr/>
          <a:lstStyle>
            <a:lvl1pPr>
              <a:defRPr/>
            </a:lvl1pPr>
          </a:lstStyle>
          <a:p>
            <a:r>
              <a:rPr lang="en-US"/>
              <a:t>Click to add title – max 1 line</a:t>
            </a:r>
          </a:p>
        </p:txBody>
      </p:sp>
      <p:sp>
        <p:nvSpPr>
          <p:cNvPr id="14" name="Line">
            <a:extLst>
              <a:ext uri="{FF2B5EF4-FFF2-40B4-BE49-F238E27FC236}">
                <a16:creationId xmlns:a16="http://schemas.microsoft.com/office/drawing/2014/main" id="{43EA890F-5B38-E749-51D9-2112EC29F236}"/>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15" name="Text Placeholder 7">
            <a:extLst>
              <a:ext uri="{FF2B5EF4-FFF2-40B4-BE49-F238E27FC236}">
                <a16:creationId xmlns:a16="http://schemas.microsoft.com/office/drawing/2014/main" id="{DB198B25-2BDD-4E1D-00F9-23AF9DDDFB01}"/>
              </a:ext>
            </a:extLst>
          </p:cNvPr>
          <p:cNvSpPr>
            <a:spLocks noGrp="1"/>
          </p:cNvSpPr>
          <p:nvPr>
            <p:ph type="body" sz="quarter" idx="14" hasCustomPrompt="1"/>
          </p:nvPr>
        </p:nvSpPr>
        <p:spPr>
          <a:xfrm>
            <a:off x="539998" y="660922"/>
            <a:ext cx="1111383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21" name="Text Placeholder 15">
            <a:extLst>
              <a:ext uri="{FF2B5EF4-FFF2-40B4-BE49-F238E27FC236}">
                <a16:creationId xmlns:a16="http://schemas.microsoft.com/office/drawing/2014/main" id="{855B4B3B-D300-47CC-4721-BC796BCAB37B}"/>
              </a:ext>
            </a:extLst>
          </p:cNvPr>
          <p:cNvSpPr>
            <a:spLocks noGrp="1"/>
          </p:cNvSpPr>
          <p:nvPr>
            <p:ph type="body" sz="quarter" idx="40"/>
          </p:nvPr>
        </p:nvSpPr>
        <p:spPr>
          <a:xfrm>
            <a:off x="539750" y="3608999"/>
            <a:ext cx="2372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5">
            <a:extLst>
              <a:ext uri="{FF2B5EF4-FFF2-40B4-BE49-F238E27FC236}">
                <a16:creationId xmlns:a16="http://schemas.microsoft.com/office/drawing/2014/main" id="{68F51964-C34C-8B4D-E96C-CC371BC568CB}"/>
              </a:ext>
            </a:extLst>
          </p:cNvPr>
          <p:cNvSpPr>
            <a:spLocks noGrp="1"/>
          </p:cNvSpPr>
          <p:nvPr>
            <p:ph type="body" sz="quarter" idx="41"/>
          </p:nvPr>
        </p:nvSpPr>
        <p:spPr>
          <a:xfrm>
            <a:off x="3452999" y="3608999"/>
            <a:ext cx="2372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5">
            <a:extLst>
              <a:ext uri="{FF2B5EF4-FFF2-40B4-BE49-F238E27FC236}">
                <a16:creationId xmlns:a16="http://schemas.microsoft.com/office/drawing/2014/main" id="{D63BFC2B-CDA5-E349-478E-5B9E5782A8CA}"/>
              </a:ext>
            </a:extLst>
          </p:cNvPr>
          <p:cNvSpPr>
            <a:spLocks noGrp="1"/>
          </p:cNvSpPr>
          <p:nvPr>
            <p:ph type="body" sz="quarter" idx="42"/>
          </p:nvPr>
        </p:nvSpPr>
        <p:spPr>
          <a:xfrm>
            <a:off x="6365999" y="3608999"/>
            <a:ext cx="2372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5">
            <a:extLst>
              <a:ext uri="{FF2B5EF4-FFF2-40B4-BE49-F238E27FC236}">
                <a16:creationId xmlns:a16="http://schemas.microsoft.com/office/drawing/2014/main" id="{A2040126-1512-5D60-815A-344EE2B62280}"/>
              </a:ext>
            </a:extLst>
          </p:cNvPr>
          <p:cNvSpPr>
            <a:spLocks noGrp="1"/>
          </p:cNvSpPr>
          <p:nvPr>
            <p:ph type="body" sz="quarter" idx="43"/>
          </p:nvPr>
        </p:nvSpPr>
        <p:spPr>
          <a:xfrm>
            <a:off x="9278998" y="3608999"/>
            <a:ext cx="2372999"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0">
            <a:extLst>
              <a:ext uri="{FF2B5EF4-FFF2-40B4-BE49-F238E27FC236}">
                <a16:creationId xmlns:a16="http://schemas.microsoft.com/office/drawing/2014/main" id="{968D9100-E89D-643B-5244-677AEFE7E544}"/>
              </a:ext>
            </a:extLst>
          </p:cNvPr>
          <p:cNvSpPr>
            <a:spLocks noGrp="1"/>
          </p:cNvSpPr>
          <p:nvPr>
            <p:ph type="pic" sz="quarter" idx="36"/>
          </p:nvPr>
        </p:nvSpPr>
        <p:spPr>
          <a:xfrm>
            <a:off x="540000" y="1666015"/>
            <a:ext cx="2372999" cy="1762985"/>
          </a:xfrm>
          <a:solidFill>
            <a:schemeClr val="bg2"/>
          </a:solidFill>
        </p:spPr>
        <p:txBody>
          <a:bodyPr tIns="144000"/>
          <a:lstStyle>
            <a:lvl1pPr marL="0" indent="0" algn="ctr">
              <a:buNone/>
              <a:defRPr i="1"/>
            </a:lvl1pPr>
          </a:lstStyle>
          <a:p>
            <a:r>
              <a:rPr lang="en-US"/>
              <a:t>Click icon to add picture</a:t>
            </a:r>
          </a:p>
        </p:txBody>
      </p:sp>
      <p:sp>
        <p:nvSpPr>
          <p:cNvPr id="8" name="Picture Placeholder 10">
            <a:extLst>
              <a:ext uri="{FF2B5EF4-FFF2-40B4-BE49-F238E27FC236}">
                <a16:creationId xmlns:a16="http://schemas.microsoft.com/office/drawing/2014/main" id="{B89B94A3-2A0F-F3B7-659E-C6B2B5ADA04C}"/>
              </a:ext>
            </a:extLst>
          </p:cNvPr>
          <p:cNvSpPr>
            <a:spLocks noGrp="1"/>
          </p:cNvSpPr>
          <p:nvPr>
            <p:ph type="pic" sz="quarter" idx="44"/>
          </p:nvPr>
        </p:nvSpPr>
        <p:spPr>
          <a:xfrm>
            <a:off x="3452999" y="1666015"/>
            <a:ext cx="2372999" cy="1762985"/>
          </a:xfrm>
          <a:solidFill>
            <a:schemeClr val="bg2"/>
          </a:solidFill>
        </p:spPr>
        <p:txBody>
          <a:bodyPr tIns="144000"/>
          <a:lstStyle>
            <a:lvl1pPr marL="0" indent="0" algn="ctr">
              <a:buNone/>
              <a:defRPr i="1"/>
            </a:lvl1pPr>
          </a:lstStyle>
          <a:p>
            <a:r>
              <a:rPr lang="en-US"/>
              <a:t>Click icon to add picture</a:t>
            </a:r>
          </a:p>
        </p:txBody>
      </p:sp>
      <p:sp>
        <p:nvSpPr>
          <p:cNvPr id="11" name="Picture Placeholder 10">
            <a:extLst>
              <a:ext uri="{FF2B5EF4-FFF2-40B4-BE49-F238E27FC236}">
                <a16:creationId xmlns:a16="http://schemas.microsoft.com/office/drawing/2014/main" id="{089DF720-539E-994D-9382-DEB424946724}"/>
              </a:ext>
            </a:extLst>
          </p:cNvPr>
          <p:cNvSpPr>
            <a:spLocks noGrp="1"/>
          </p:cNvSpPr>
          <p:nvPr>
            <p:ph type="pic" sz="quarter" idx="45"/>
          </p:nvPr>
        </p:nvSpPr>
        <p:spPr>
          <a:xfrm>
            <a:off x="6365999" y="1666015"/>
            <a:ext cx="2372999" cy="1762985"/>
          </a:xfrm>
          <a:solidFill>
            <a:schemeClr val="bg2"/>
          </a:solidFill>
        </p:spPr>
        <p:txBody>
          <a:bodyPr tIns="144000"/>
          <a:lstStyle>
            <a:lvl1pPr marL="0" indent="0" algn="ctr">
              <a:buNone/>
              <a:defRPr i="1"/>
            </a:lvl1pPr>
          </a:lstStyle>
          <a:p>
            <a:r>
              <a:rPr lang="en-US"/>
              <a:t>Click icon to add picture</a:t>
            </a:r>
          </a:p>
        </p:txBody>
      </p:sp>
      <p:sp>
        <p:nvSpPr>
          <p:cNvPr id="13" name="Picture Placeholder 10">
            <a:extLst>
              <a:ext uri="{FF2B5EF4-FFF2-40B4-BE49-F238E27FC236}">
                <a16:creationId xmlns:a16="http://schemas.microsoft.com/office/drawing/2014/main" id="{26804564-B192-EF73-2729-BF3649A81B51}"/>
              </a:ext>
            </a:extLst>
          </p:cNvPr>
          <p:cNvSpPr>
            <a:spLocks noGrp="1"/>
          </p:cNvSpPr>
          <p:nvPr>
            <p:ph type="pic" sz="quarter" idx="46"/>
          </p:nvPr>
        </p:nvSpPr>
        <p:spPr>
          <a:xfrm>
            <a:off x="9278998" y="1666015"/>
            <a:ext cx="2372999" cy="1762985"/>
          </a:xfrm>
          <a:solidFill>
            <a:schemeClr val="bg2"/>
          </a:solidFill>
        </p:spPr>
        <p:txBody>
          <a:bodyPr tIns="144000"/>
          <a:lstStyle>
            <a:lvl1pPr marL="0" indent="0" algn="ctr">
              <a:buNone/>
              <a:defRPr i="1"/>
            </a:lvl1pPr>
          </a:lstStyle>
          <a:p>
            <a:r>
              <a:rPr lang="en-US"/>
              <a:t>Click icon to add picture</a:t>
            </a:r>
          </a:p>
        </p:txBody>
      </p:sp>
      <p:sp>
        <p:nvSpPr>
          <p:cNvPr id="16" name="Rectangle 15">
            <a:extLst>
              <a:ext uri="{FF2B5EF4-FFF2-40B4-BE49-F238E27FC236}">
                <a16:creationId xmlns:a16="http://schemas.microsoft.com/office/drawing/2014/main" id="{6221723F-8A83-6CD4-9277-66DAACFE5DFA}"/>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17" name="Content Placeholder 7">
            <a:extLst>
              <a:ext uri="{FF2B5EF4-FFF2-40B4-BE49-F238E27FC236}">
                <a16:creationId xmlns:a16="http://schemas.microsoft.com/office/drawing/2014/main" id="{830AB8D9-7BB4-1018-6C83-0F016D29D88C}"/>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8" name="Text Placeholder 14">
            <a:extLst>
              <a:ext uri="{FF2B5EF4-FFF2-40B4-BE49-F238E27FC236}">
                <a16:creationId xmlns:a16="http://schemas.microsoft.com/office/drawing/2014/main" id="{EBB5FA6B-A7D8-08EB-4A7B-9FDCB367691E}"/>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4 x pictures</a:t>
            </a:r>
          </a:p>
        </p:txBody>
      </p:sp>
      <p:sp>
        <p:nvSpPr>
          <p:cNvPr id="19" name="Text Placeholder 14">
            <a:extLst>
              <a:ext uri="{FF2B5EF4-FFF2-40B4-BE49-F238E27FC236}">
                <a16:creationId xmlns:a16="http://schemas.microsoft.com/office/drawing/2014/main" id="{6DB35472-4B97-B6DB-4766-0CA951BE825E}"/>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four sections of content with picture and header.</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pictures that pick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Pictures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For pictures not to resize to the place-holders, use the “text and content layouts” in the previous section. </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20" name="Straight Connector 19">
            <a:extLst>
              <a:ext uri="{FF2B5EF4-FFF2-40B4-BE49-F238E27FC236}">
                <a16:creationId xmlns:a16="http://schemas.microsoft.com/office/drawing/2014/main" id="{24E43449-C3A3-C087-9CEB-BF2C3AED70EE}"/>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669017"/>
      </p:ext>
    </p:extLst>
  </p:cSld>
  <p:clrMapOvr>
    <a:masterClrMapping/>
  </p:clrMapOvr>
  <p:extLst>
    <p:ext uri="{DCECCB84-F9BA-43D5-87BE-67443E8EF086}">
      <p15:sldGuideLst xmlns:p15="http://schemas.microsoft.com/office/powerpoint/2012/main">
        <p15:guide id="10" pos="1834">
          <p15:clr>
            <a:srgbClr val="5ACBF0"/>
          </p15:clr>
        </p15:guide>
        <p15:guide id="11" pos="2175">
          <p15:clr>
            <a:srgbClr val="5ACBF0"/>
          </p15:clr>
        </p15:guide>
        <p15:guide id="12" pos="3669">
          <p15:clr>
            <a:srgbClr val="5ACBF0"/>
          </p15:clr>
        </p15:guide>
        <p15:guide id="13" pos="4010">
          <p15:clr>
            <a:srgbClr val="5ACBF0"/>
          </p15:clr>
        </p15:guide>
        <p15:guide id="14" pos="5504">
          <p15:clr>
            <a:srgbClr val="5ACBF0"/>
          </p15:clr>
        </p15:guide>
        <p15:guide id="15" pos="5845">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 Title &amp; subtitle + 5 x pictur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C52FFC-0A99-523D-5B32-F96752FD3388}"/>
              </a:ext>
            </a:extLst>
          </p:cNvPr>
          <p:cNvSpPr>
            <a:spLocks noGrp="1"/>
          </p:cNvSpPr>
          <p:nvPr>
            <p:ph type="dt" sz="half" idx="10"/>
          </p:nvPr>
        </p:nvSpPr>
        <p:spPr/>
        <p:txBody>
          <a:bodyPr/>
          <a:lstStyle/>
          <a:p>
            <a:fld id="{035DA048-A37C-480A-B369-9A88739155BB}" type="datetime4">
              <a:rPr lang="en-US" smtClean="0"/>
              <a:t>March 3, 2026</a:t>
            </a:fld>
            <a:endParaRPr lang="en-US"/>
          </a:p>
        </p:txBody>
      </p:sp>
      <p:sp>
        <p:nvSpPr>
          <p:cNvPr id="4" name="Footer Placeholder 3">
            <a:extLst>
              <a:ext uri="{FF2B5EF4-FFF2-40B4-BE49-F238E27FC236}">
                <a16:creationId xmlns:a16="http://schemas.microsoft.com/office/drawing/2014/main" id="{33924246-41D3-F990-B7CF-699B32A63D57}"/>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C8C88707-1C13-4EA3-366E-E801E2578E95}"/>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ext Placeholder 6">
            <a:extLst>
              <a:ext uri="{FF2B5EF4-FFF2-40B4-BE49-F238E27FC236}">
                <a16:creationId xmlns:a16="http://schemas.microsoft.com/office/drawing/2014/main" id="{40032028-DA2C-CE97-EC57-A23C142BB2C0}"/>
              </a:ext>
            </a:extLst>
          </p:cNvPr>
          <p:cNvSpPr>
            <a:spLocks noGrp="1"/>
          </p:cNvSpPr>
          <p:nvPr>
            <p:ph type="body" sz="quarter" idx="28"/>
          </p:nvPr>
        </p:nvSpPr>
        <p:spPr>
          <a:xfrm>
            <a:off x="540001" y="900215"/>
            <a:ext cx="1934399" cy="585801"/>
          </a:xfrm>
        </p:spPr>
        <p:txBody>
          <a:bodyPr anchor="b">
            <a:spAutoFit/>
          </a:bodyPr>
          <a:lstStyle>
            <a:lvl1pPr marL="0" indent="0">
              <a:buNone/>
              <a:defRPr b="1"/>
            </a:lvl1pPr>
          </a:lstStyle>
          <a:p>
            <a:pPr lvl="0"/>
            <a:r>
              <a:rPr lang="en-US"/>
              <a:t>Click to edit Master text styles</a:t>
            </a:r>
          </a:p>
        </p:txBody>
      </p:sp>
      <p:sp>
        <p:nvSpPr>
          <p:cNvPr id="7" name="Text Placeholder 6">
            <a:extLst>
              <a:ext uri="{FF2B5EF4-FFF2-40B4-BE49-F238E27FC236}">
                <a16:creationId xmlns:a16="http://schemas.microsoft.com/office/drawing/2014/main" id="{7564BC92-E524-61DF-FB8E-39CA0D9DCEB8}"/>
              </a:ext>
            </a:extLst>
          </p:cNvPr>
          <p:cNvSpPr>
            <a:spLocks noGrp="1"/>
          </p:cNvSpPr>
          <p:nvPr>
            <p:ph type="body" sz="quarter" idx="30"/>
          </p:nvPr>
        </p:nvSpPr>
        <p:spPr>
          <a:xfrm>
            <a:off x="2834400" y="900215"/>
            <a:ext cx="1934399" cy="585801"/>
          </a:xfrm>
        </p:spPr>
        <p:txBody>
          <a:bodyPr anchor="b">
            <a:spAutoFit/>
          </a:bodyPr>
          <a:lstStyle>
            <a:lvl1pPr marL="0" indent="0">
              <a:buNone/>
              <a:defRPr b="1"/>
            </a:lvl1pPr>
          </a:lstStyle>
          <a:p>
            <a:pPr lvl="0"/>
            <a:r>
              <a:rPr lang="en-US"/>
              <a:t>Click to edit Master text styles</a:t>
            </a:r>
          </a:p>
        </p:txBody>
      </p:sp>
      <p:sp>
        <p:nvSpPr>
          <p:cNvPr id="9" name="Text Placeholder 6">
            <a:extLst>
              <a:ext uri="{FF2B5EF4-FFF2-40B4-BE49-F238E27FC236}">
                <a16:creationId xmlns:a16="http://schemas.microsoft.com/office/drawing/2014/main" id="{8F6EE184-8B88-03BD-66E1-B914F3BB2FDB}"/>
              </a:ext>
            </a:extLst>
          </p:cNvPr>
          <p:cNvSpPr>
            <a:spLocks noGrp="1"/>
          </p:cNvSpPr>
          <p:nvPr>
            <p:ph type="body" sz="quarter" idx="32"/>
          </p:nvPr>
        </p:nvSpPr>
        <p:spPr>
          <a:xfrm>
            <a:off x="7423198" y="900215"/>
            <a:ext cx="1934399" cy="585801"/>
          </a:xfrm>
        </p:spPr>
        <p:txBody>
          <a:bodyPr anchor="b">
            <a:spAutoFit/>
          </a:bodyPr>
          <a:lstStyle>
            <a:lvl1pPr marL="0" indent="0">
              <a:buNone/>
              <a:defRPr b="1"/>
            </a:lvl1pPr>
          </a:lstStyle>
          <a:p>
            <a:pPr lvl="0"/>
            <a:r>
              <a:rPr lang="en-US"/>
              <a:t>Click to edit Master text styles</a:t>
            </a:r>
          </a:p>
        </p:txBody>
      </p:sp>
      <p:sp>
        <p:nvSpPr>
          <p:cNvPr id="12" name="Text Placeholder 6">
            <a:extLst>
              <a:ext uri="{FF2B5EF4-FFF2-40B4-BE49-F238E27FC236}">
                <a16:creationId xmlns:a16="http://schemas.microsoft.com/office/drawing/2014/main" id="{35BF5D85-424D-E19E-C529-BC2C758AB0E9}"/>
              </a:ext>
            </a:extLst>
          </p:cNvPr>
          <p:cNvSpPr>
            <a:spLocks noGrp="1"/>
          </p:cNvSpPr>
          <p:nvPr>
            <p:ph type="body" sz="quarter" idx="34"/>
          </p:nvPr>
        </p:nvSpPr>
        <p:spPr>
          <a:xfrm>
            <a:off x="9717598" y="900215"/>
            <a:ext cx="1934399" cy="585801"/>
          </a:xfrm>
        </p:spPr>
        <p:txBody>
          <a:bodyPr anchor="b">
            <a:spAutoFit/>
          </a:bodyPr>
          <a:lstStyle>
            <a:lvl1pPr marL="0" indent="0">
              <a:buNone/>
              <a:defRPr b="1"/>
            </a:lvl1pPr>
          </a:lstStyle>
          <a:p>
            <a:pPr lvl="0"/>
            <a:r>
              <a:rPr lang="en-US"/>
              <a:t>Click to edit Master text styles</a:t>
            </a:r>
          </a:p>
        </p:txBody>
      </p:sp>
      <p:sp>
        <p:nvSpPr>
          <p:cNvPr id="14" name="Line">
            <a:extLst>
              <a:ext uri="{FF2B5EF4-FFF2-40B4-BE49-F238E27FC236}">
                <a16:creationId xmlns:a16="http://schemas.microsoft.com/office/drawing/2014/main" id="{43EA890F-5B38-E749-51D9-2112EC29F236}"/>
              </a:ext>
            </a:extLst>
          </p:cNvPr>
          <p:cNvSpPr>
            <a:spLocks/>
          </p:cNvSpPr>
          <p:nvPr/>
        </p:nvSpPr>
        <p:spPr>
          <a:xfrm flipH="1" flipV="1">
            <a:off x="540000" y="1006831"/>
            <a:ext cx="11113839" cy="0"/>
          </a:xfrm>
          <a:prstGeom prst="line">
            <a:avLst/>
          </a:prstGeom>
          <a:ln w="12700">
            <a:solidFill>
              <a:schemeClr val="tx1"/>
            </a:solidFill>
            <a:miter/>
          </a:ln>
        </p:spPr>
        <p:txBody>
          <a:bodyPr lIns="45719" rIns="45719"/>
          <a:lstStyle/>
          <a:p>
            <a:endParaRPr lang="en-US"/>
          </a:p>
        </p:txBody>
      </p:sp>
      <p:sp>
        <p:nvSpPr>
          <p:cNvPr id="16" name="Picture Placeholder 10">
            <a:extLst>
              <a:ext uri="{FF2B5EF4-FFF2-40B4-BE49-F238E27FC236}">
                <a16:creationId xmlns:a16="http://schemas.microsoft.com/office/drawing/2014/main" id="{8327C628-359D-5438-BD78-2E7D722295FD}"/>
              </a:ext>
            </a:extLst>
          </p:cNvPr>
          <p:cNvSpPr>
            <a:spLocks noGrp="1"/>
          </p:cNvSpPr>
          <p:nvPr>
            <p:ph type="pic" sz="quarter" idx="36"/>
          </p:nvPr>
        </p:nvSpPr>
        <p:spPr>
          <a:xfrm>
            <a:off x="540000" y="1666015"/>
            <a:ext cx="1934399" cy="1762985"/>
          </a:xfrm>
          <a:solidFill>
            <a:schemeClr val="bg2"/>
          </a:solidFill>
        </p:spPr>
        <p:txBody>
          <a:bodyPr tIns="144000"/>
          <a:lstStyle>
            <a:lvl1pPr marL="0" indent="0" algn="ctr">
              <a:buNone/>
              <a:defRPr i="1"/>
            </a:lvl1pPr>
          </a:lstStyle>
          <a:p>
            <a:r>
              <a:rPr lang="en-US"/>
              <a:t>Click icon to add picture</a:t>
            </a:r>
          </a:p>
        </p:txBody>
      </p:sp>
      <p:sp>
        <p:nvSpPr>
          <p:cNvPr id="21" name="Text Placeholder 15">
            <a:extLst>
              <a:ext uri="{FF2B5EF4-FFF2-40B4-BE49-F238E27FC236}">
                <a16:creationId xmlns:a16="http://schemas.microsoft.com/office/drawing/2014/main" id="{855B4B3B-D300-47CC-4721-BC796BCAB37B}"/>
              </a:ext>
            </a:extLst>
          </p:cNvPr>
          <p:cNvSpPr>
            <a:spLocks noGrp="1"/>
          </p:cNvSpPr>
          <p:nvPr>
            <p:ph type="body" sz="quarter" idx="40"/>
          </p:nvPr>
        </p:nvSpPr>
        <p:spPr>
          <a:xfrm>
            <a:off x="539750"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5">
            <a:extLst>
              <a:ext uri="{FF2B5EF4-FFF2-40B4-BE49-F238E27FC236}">
                <a16:creationId xmlns:a16="http://schemas.microsoft.com/office/drawing/2014/main" id="{68F51964-C34C-8B4D-E96C-CC371BC568CB}"/>
              </a:ext>
            </a:extLst>
          </p:cNvPr>
          <p:cNvSpPr>
            <a:spLocks noGrp="1"/>
          </p:cNvSpPr>
          <p:nvPr>
            <p:ph type="body" sz="quarter" idx="41"/>
          </p:nvPr>
        </p:nvSpPr>
        <p:spPr>
          <a:xfrm>
            <a:off x="2834199"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5">
            <a:extLst>
              <a:ext uri="{FF2B5EF4-FFF2-40B4-BE49-F238E27FC236}">
                <a16:creationId xmlns:a16="http://schemas.microsoft.com/office/drawing/2014/main" id="{D63BFC2B-CDA5-E349-478E-5B9E5782A8CA}"/>
              </a:ext>
            </a:extLst>
          </p:cNvPr>
          <p:cNvSpPr>
            <a:spLocks noGrp="1"/>
          </p:cNvSpPr>
          <p:nvPr>
            <p:ph type="body" sz="quarter" idx="42"/>
          </p:nvPr>
        </p:nvSpPr>
        <p:spPr>
          <a:xfrm>
            <a:off x="7423099"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5">
            <a:extLst>
              <a:ext uri="{FF2B5EF4-FFF2-40B4-BE49-F238E27FC236}">
                <a16:creationId xmlns:a16="http://schemas.microsoft.com/office/drawing/2014/main" id="{A2040126-1512-5D60-815A-344EE2B62280}"/>
              </a:ext>
            </a:extLst>
          </p:cNvPr>
          <p:cNvSpPr>
            <a:spLocks noGrp="1"/>
          </p:cNvSpPr>
          <p:nvPr>
            <p:ph type="body" sz="quarter" idx="43"/>
          </p:nvPr>
        </p:nvSpPr>
        <p:spPr>
          <a:xfrm>
            <a:off x="9717547"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310F469A-D07D-B4B8-2D2A-C9DFEBACBE1A}"/>
              </a:ext>
            </a:extLst>
          </p:cNvPr>
          <p:cNvSpPr>
            <a:spLocks noGrp="1"/>
          </p:cNvSpPr>
          <p:nvPr>
            <p:ph type="title" hasCustomPrompt="1"/>
          </p:nvPr>
        </p:nvSpPr>
        <p:spPr/>
        <p:txBody>
          <a:bodyPr/>
          <a:lstStyle>
            <a:lvl1pPr>
              <a:defRPr/>
            </a:lvl1pPr>
          </a:lstStyle>
          <a:p>
            <a:r>
              <a:rPr lang="en-US"/>
              <a:t>Click to add title – max 1 line</a:t>
            </a:r>
          </a:p>
        </p:txBody>
      </p:sp>
      <p:sp>
        <p:nvSpPr>
          <p:cNvPr id="8" name="Picture Placeholder 10">
            <a:extLst>
              <a:ext uri="{FF2B5EF4-FFF2-40B4-BE49-F238E27FC236}">
                <a16:creationId xmlns:a16="http://schemas.microsoft.com/office/drawing/2014/main" id="{E49567EE-2175-2FE3-9FD5-CD6EDAB5D4E0}"/>
              </a:ext>
            </a:extLst>
          </p:cNvPr>
          <p:cNvSpPr>
            <a:spLocks noGrp="1"/>
          </p:cNvSpPr>
          <p:nvPr>
            <p:ph type="pic" sz="quarter" idx="44"/>
          </p:nvPr>
        </p:nvSpPr>
        <p:spPr>
          <a:xfrm>
            <a:off x="2834399" y="1666015"/>
            <a:ext cx="1934399" cy="1762985"/>
          </a:xfrm>
          <a:solidFill>
            <a:schemeClr val="bg2"/>
          </a:solidFill>
        </p:spPr>
        <p:txBody>
          <a:bodyPr tIns="144000"/>
          <a:lstStyle>
            <a:lvl1pPr marL="0" indent="0" algn="ctr">
              <a:buNone/>
              <a:defRPr i="1"/>
            </a:lvl1pPr>
          </a:lstStyle>
          <a:p>
            <a:r>
              <a:rPr lang="en-US"/>
              <a:t>Click icon to add picture</a:t>
            </a:r>
          </a:p>
        </p:txBody>
      </p:sp>
      <p:sp>
        <p:nvSpPr>
          <p:cNvPr id="10" name="Picture Placeholder 10">
            <a:extLst>
              <a:ext uri="{FF2B5EF4-FFF2-40B4-BE49-F238E27FC236}">
                <a16:creationId xmlns:a16="http://schemas.microsoft.com/office/drawing/2014/main" id="{2CE5E6A9-31F7-F858-7F37-A7CEF04878D3}"/>
              </a:ext>
            </a:extLst>
          </p:cNvPr>
          <p:cNvSpPr>
            <a:spLocks noGrp="1"/>
          </p:cNvSpPr>
          <p:nvPr>
            <p:ph type="pic" sz="quarter" idx="45"/>
          </p:nvPr>
        </p:nvSpPr>
        <p:spPr>
          <a:xfrm>
            <a:off x="7423198" y="1666015"/>
            <a:ext cx="1934399" cy="1762985"/>
          </a:xfrm>
          <a:solidFill>
            <a:schemeClr val="bg2"/>
          </a:solidFill>
        </p:spPr>
        <p:txBody>
          <a:bodyPr tIns="144000"/>
          <a:lstStyle>
            <a:lvl1pPr marL="0" indent="0" algn="ctr">
              <a:buNone/>
              <a:defRPr i="1"/>
            </a:lvl1pPr>
          </a:lstStyle>
          <a:p>
            <a:r>
              <a:rPr lang="en-US"/>
              <a:t>Click icon to add picture</a:t>
            </a:r>
          </a:p>
        </p:txBody>
      </p:sp>
      <p:sp>
        <p:nvSpPr>
          <p:cNvPr id="11" name="Picture Placeholder 10">
            <a:extLst>
              <a:ext uri="{FF2B5EF4-FFF2-40B4-BE49-F238E27FC236}">
                <a16:creationId xmlns:a16="http://schemas.microsoft.com/office/drawing/2014/main" id="{4B65CC7B-FB22-A4AA-DA49-74338CA88554}"/>
              </a:ext>
            </a:extLst>
          </p:cNvPr>
          <p:cNvSpPr>
            <a:spLocks noGrp="1"/>
          </p:cNvSpPr>
          <p:nvPr>
            <p:ph type="pic" sz="quarter" idx="46"/>
          </p:nvPr>
        </p:nvSpPr>
        <p:spPr>
          <a:xfrm>
            <a:off x="9717598" y="1666015"/>
            <a:ext cx="1934399" cy="1762985"/>
          </a:xfrm>
          <a:solidFill>
            <a:schemeClr val="bg2"/>
          </a:solidFill>
        </p:spPr>
        <p:txBody>
          <a:bodyPr tIns="144000"/>
          <a:lstStyle>
            <a:lvl1pPr marL="0" indent="0" algn="ctr">
              <a:buNone/>
              <a:defRPr i="1"/>
            </a:lvl1pPr>
          </a:lstStyle>
          <a:p>
            <a:r>
              <a:rPr lang="en-US"/>
              <a:t>Click icon to add picture</a:t>
            </a:r>
          </a:p>
        </p:txBody>
      </p:sp>
      <p:sp>
        <p:nvSpPr>
          <p:cNvPr id="13" name="Text Placeholder 6">
            <a:extLst>
              <a:ext uri="{FF2B5EF4-FFF2-40B4-BE49-F238E27FC236}">
                <a16:creationId xmlns:a16="http://schemas.microsoft.com/office/drawing/2014/main" id="{B199FC84-D1AC-E5CB-21B0-D342328CA6D6}"/>
              </a:ext>
            </a:extLst>
          </p:cNvPr>
          <p:cNvSpPr>
            <a:spLocks noGrp="1"/>
          </p:cNvSpPr>
          <p:nvPr>
            <p:ph type="body" sz="quarter" idx="47"/>
          </p:nvPr>
        </p:nvSpPr>
        <p:spPr>
          <a:xfrm>
            <a:off x="5128799" y="900215"/>
            <a:ext cx="1934399" cy="585801"/>
          </a:xfrm>
        </p:spPr>
        <p:txBody>
          <a:bodyPr anchor="b">
            <a:spAutoFit/>
          </a:bodyPr>
          <a:lstStyle>
            <a:lvl1pPr marL="0" indent="0">
              <a:buNone/>
              <a:defRPr b="1"/>
            </a:lvl1pPr>
          </a:lstStyle>
          <a:p>
            <a:pPr lvl="0"/>
            <a:r>
              <a:rPr lang="en-US"/>
              <a:t>Click to edit Master text styles</a:t>
            </a:r>
          </a:p>
        </p:txBody>
      </p:sp>
      <p:sp>
        <p:nvSpPr>
          <p:cNvPr id="15" name="Text Placeholder 15">
            <a:extLst>
              <a:ext uri="{FF2B5EF4-FFF2-40B4-BE49-F238E27FC236}">
                <a16:creationId xmlns:a16="http://schemas.microsoft.com/office/drawing/2014/main" id="{0FA1DC5B-9B9E-CA25-F9C1-9AF892A54BC3}"/>
              </a:ext>
            </a:extLst>
          </p:cNvPr>
          <p:cNvSpPr>
            <a:spLocks noGrp="1"/>
          </p:cNvSpPr>
          <p:nvPr>
            <p:ph type="body" sz="quarter" idx="48"/>
          </p:nvPr>
        </p:nvSpPr>
        <p:spPr>
          <a:xfrm>
            <a:off x="5128649" y="3608999"/>
            <a:ext cx="1934450" cy="243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10">
            <a:extLst>
              <a:ext uri="{FF2B5EF4-FFF2-40B4-BE49-F238E27FC236}">
                <a16:creationId xmlns:a16="http://schemas.microsoft.com/office/drawing/2014/main" id="{8E35BB86-17EE-7439-C9FE-7D245E970A8E}"/>
              </a:ext>
            </a:extLst>
          </p:cNvPr>
          <p:cNvSpPr>
            <a:spLocks noGrp="1"/>
          </p:cNvSpPr>
          <p:nvPr>
            <p:ph type="pic" sz="quarter" idx="49"/>
          </p:nvPr>
        </p:nvSpPr>
        <p:spPr>
          <a:xfrm>
            <a:off x="5128799" y="1666015"/>
            <a:ext cx="1934399" cy="1762985"/>
          </a:xfrm>
          <a:solidFill>
            <a:schemeClr val="bg2"/>
          </a:solidFill>
        </p:spPr>
        <p:txBody>
          <a:bodyPr tIns="144000"/>
          <a:lstStyle>
            <a:lvl1pPr marL="0" indent="0" algn="ctr">
              <a:buNone/>
              <a:defRPr i="1"/>
            </a:lvl1pPr>
          </a:lstStyle>
          <a:p>
            <a:r>
              <a:rPr lang="en-US"/>
              <a:t>Click icon to add picture</a:t>
            </a:r>
          </a:p>
        </p:txBody>
      </p:sp>
      <p:sp>
        <p:nvSpPr>
          <p:cNvPr id="18" name="Text Placeholder 7">
            <a:extLst>
              <a:ext uri="{FF2B5EF4-FFF2-40B4-BE49-F238E27FC236}">
                <a16:creationId xmlns:a16="http://schemas.microsoft.com/office/drawing/2014/main" id="{B2C8485C-FDC5-4AAD-6D09-87DE3B50F1ED}"/>
              </a:ext>
            </a:extLst>
          </p:cNvPr>
          <p:cNvSpPr>
            <a:spLocks noGrp="1"/>
          </p:cNvSpPr>
          <p:nvPr>
            <p:ph type="body" sz="quarter" idx="14" hasCustomPrompt="1"/>
          </p:nvPr>
        </p:nvSpPr>
        <p:spPr>
          <a:xfrm>
            <a:off x="539998" y="660922"/>
            <a:ext cx="11113839" cy="267766"/>
          </a:xfrm>
        </p:spPr>
        <p:txBody>
          <a:bodyPr wrap="square">
            <a:spAutoFit/>
          </a:bodyPr>
          <a:lstStyle>
            <a:lvl1pPr marL="0" indent="0">
              <a:lnSpc>
                <a:spcPct val="87000"/>
              </a:lnSpc>
              <a:spcBef>
                <a:spcPts val="0"/>
              </a:spcBef>
              <a:buNone/>
              <a:defRPr sz="2000">
                <a:solidFill>
                  <a:schemeClr val="accent1"/>
                </a:solidFill>
              </a:defRPr>
            </a:lvl1pPr>
          </a:lstStyle>
          <a:p>
            <a:pPr marL="0" marR="0" lvl="0" indent="0" algn="l" defTabSz="914400" rtl="0" eaLnBrk="1" fontAlgn="auto" latinLnBrk="0" hangingPunct="1">
              <a:lnSpc>
                <a:spcPct val="87000"/>
              </a:lnSpc>
              <a:spcBef>
                <a:spcPts val="0"/>
              </a:spcBef>
              <a:spcAft>
                <a:spcPts val="0"/>
              </a:spcAft>
              <a:buClrTx/>
              <a:buSzTx/>
              <a:buFont typeface="Arial" panose="020B0604020202020204" pitchFamily="34" charset="0"/>
              <a:buNone/>
              <a:tabLst/>
              <a:defRPr/>
            </a:pPr>
            <a:r>
              <a:rPr lang="en-US"/>
              <a:t>Click to add subtitle – max 1 line</a:t>
            </a:r>
          </a:p>
        </p:txBody>
      </p:sp>
      <p:sp>
        <p:nvSpPr>
          <p:cNvPr id="19" name="Rectangle 18">
            <a:extLst>
              <a:ext uri="{FF2B5EF4-FFF2-40B4-BE49-F238E27FC236}">
                <a16:creationId xmlns:a16="http://schemas.microsoft.com/office/drawing/2014/main" id="{40F492AD-9053-4D93-92FC-CC83B962B2BB}"/>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20" name="Content Placeholder 7">
            <a:extLst>
              <a:ext uri="{FF2B5EF4-FFF2-40B4-BE49-F238E27FC236}">
                <a16:creationId xmlns:a16="http://schemas.microsoft.com/office/drawing/2014/main" id="{92867768-2BF5-2CC8-E63E-21D4165BBEAA}"/>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25" name="Text Placeholder 14">
            <a:extLst>
              <a:ext uri="{FF2B5EF4-FFF2-40B4-BE49-F238E27FC236}">
                <a16:creationId xmlns:a16="http://schemas.microsoft.com/office/drawing/2014/main" id="{BDF071FE-2D52-ABBC-19D7-5DF88557D1B0}"/>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Title + </a:t>
            </a:r>
            <a:br>
              <a:rPr lang="en-US" sz="1500" b="1">
                <a:solidFill>
                  <a:schemeClr val="tx1">
                    <a:alpha val="90000"/>
                  </a:schemeClr>
                </a:solidFill>
              </a:rPr>
            </a:br>
            <a:r>
              <a:rPr lang="en-US" sz="1500" b="1">
                <a:solidFill>
                  <a:schemeClr val="tx1">
                    <a:alpha val="90000"/>
                  </a:schemeClr>
                </a:solidFill>
              </a:rPr>
              <a:t>5 x pictures</a:t>
            </a:r>
          </a:p>
        </p:txBody>
      </p:sp>
      <p:sp>
        <p:nvSpPr>
          <p:cNvPr id="26" name="Text Placeholder 14">
            <a:extLst>
              <a:ext uri="{FF2B5EF4-FFF2-40B4-BE49-F238E27FC236}">
                <a16:creationId xmlns:a16="http://schemas.microsoft.com/office/drawing/2014/main" id="{4832B150-A754-E4BC-D5C4-B6DE12386076}"/>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a:t>
            </a:r>
            <a:br>
              <a:rPr lang="en-US" sz="1050">
                <a:solidFill>
                  <a:schemeClr val="tx1">
                    <a:alpha val="90000"/>
                  </a:schemeClr>
                </a:solidFill>
              </a:rPr>
            </a:br>
            <a:r>
              <a:rPr lang="en-US" sz="1050">
                <a:solidFill>
                  <a:schemeClr val="tx1">
                    <a:alpha val="90000"/>
                  </a:schemeClr>
                </a:solidFill>
              </a:rPr>
              <a:t>for five sections </a:t>
            </a:r>
            <a:br>
              <a:rPr lang="en-US" sz="1050">
                <a:solidFill>
                  <a:schemeClr val="tx1">
                    <a:alpha val="90000"/>
                  </a:schemeClr>
                </a:solidFill>
              </a:rPr>
            </a:br>
            <a:r>
              <a:rPr lang="en-US" sz="1050">
                <a:solidFill>
                  <a:schemeClr val="tx1">
                    <a:alpha val="90000"/>
                  </a:schemeClr>
                </a:solidFill>
              </a:rPr>
              <a:t>of content with picture and header.</a:t>
            </a:r>
          </a:p>
          <a:p>
            <a:pPr>
              <a:lnSpc>
                <a:spcPct val="100000"/>
              </a:lnSpc>
              <a:spcBef>
                <a:spcPts val="600"/>
              </a:spcBef>
              <a:spcAft>
                <a:spcPts val="600"/>
              </a:spcAft>
            </a:pPr>
            <a:r>
              <a:rPr lang="en-US" sz="1050">
                <a:solidFill>
                  <a:schemeClr val="tx1">
                    <a:alpha val="90000"/>
                  </a:schemeClr>
                </a:solidFill>
              </a:rPr>
              <a:t>In this layout, pictures resize to fit the placeholder. </a:t>
            </a:r>
          </a:p>
          <a:p>
            <a:pPr>
              <a:lnSpc>
                <a:spcPct val="100000"/>
              </a:lnSpc>
              <a:spcBef>
                <a:spcPts val="600"/>
              </a:spcBef>
              <a:spcAft>
                <a:spcPts val="600"/>
              </a:spcAft>
            </a:pPr>
            <a:r>
              <a:rPr lang="en-US" sz="1050">
                <a:solidFill>
                  <a:schemeClr val="tx1">
                    <a:alpha val="90000"/>
                  </a:schemeClr>
                </a:solidFill>
              </a:rPr>
              <a:t>To insert a picture, click the icon on the slide. If possible, select pictures that pick up our brand colors.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Pictures may need to be cropped or adjusted. A guide is available in the “How to – work with images” section. </a:t>
            </a:r>
          </a:p>
          <a:p>
            <a:pPr>
              <a:lnSpc>
                <a:spcPct val="100000"/>
              </a:lnSpc>
              <a:spcBef>
                <a:spcPts val="600"/>
              </a:spcBef>
              <a:spcAft>
                <a:spcPts val="600"/>
              </a:spcAft>
            </a:pPr>
            <a:r>
              <a:rPr lang="en-US" sz="1050">
                <a:solidFill>
                  <a:schemeClr val="tx1">
                    <a:alpha val="90000"/>
                  </a:schemeClr>
                </a:solidFill>
              </a:rPr>
              <a:t>For pictures not to resize to the place-holders, use the “text and content layouts” in the previous section. </a:t>
            </a:r>
          </a:p>
          <a:p>
            <a:pPr>
              <a:lnSpc>
                <a:spcPct val="100000"/>
              </a:lnSpc>
              <a:spcBef>
                <a:spcPts val="600"/>
              </a:spcBef>
              <a:spcAft>
                <a:spcPts val="600"/>
              </a:spcAft>
            </a:pPr>
            <a:r>
              <a:rPr lang="en-US" sz="1050">
                <a:solidFill>
                  <a:schemeClr val="tx1">
                    <a:alpha val="90000"/>
                  </a:schemeClr>
                </a:solidFill>
              </a:rPr>
              <a:t>This layout is also available without a subtitle. (See the first template part.) </a:t>
            </a:r>
          </a:p>
          <a:p>
            <a:pPr>
              <a:lnSpc>
                <a:spcPct val="100000"/>
              </a:lnSpc>
              <a:spcBef>
                <a:spcPts val="600"/>
              </a:spcBef>
              <a:spcAft>
                <a:spcPts val="600"/>
              </a:spcAft>
            </a:pPr>
            <a:endParaRPr lang="en-US" sz="1050">
              <a:solidFill>
                <a:schemeClr val="tx1">
                  <a:alpha val="90000"/>
                </a:schemeClr>
              </a:solidFill>
            </a:endParaRPr>
          </a:p>
        </p:txBody>
      </p:sp>
      <p:cxnSp>
        <p:nvCxnSpPr>
          <p:cNvPr id="27" name="Straight Connector 26">
            <a:extLst>
              <a:ext uri="{FF2B5EF4-FFF2-40B4-BE49-F238E27FC236}">
                <a16:creationId xmlns:a16="http://schemas.microsoft.com/office/drawing/2014/main" id="{CFC50D70-E701-7297-A48B-D93536030F4A}"/>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744495"/>
      </p:ext>
    </p:extLst>
  </p:cSld>
  <p:clrMapOvr>
    <a:masterClrMapping/>
  </p:clrMapOvr>
  <p:extLst>
    <p:ext uri="{DCECCB84-F9BA-43D5-87BE-67443E8EF086}">
      <p15:sldGuideLst xmlns:p15="http://schemas.microsoft.com/office/powerpoint/2012/main">
        <p15:guide id="4" pos="1558">
          <p15:clr>
            <a:srgbClr val="5ACBF0"/>
          </p15:clr>
        </p15:guide>
        <p15:guide id="5" pos="1785">
          <p15:clr>
            <a:srgbClr val="5ACBF0"/>
          </p15:clr>
        </p15:guide>
        <p15:guide id="6" pos="3003">
          <p15:clr>
            <a:srgbClr val="5ACBF0"/>
          </p15:clr>
        </p15:guide>
        <p15:guide id="7" pos="4676">
          <p15:clr>
            <a:srgbClr val="5ACBF0"/>
          </p15:clr>
        </p15:guide>
        <p15:guide id="8" pos="5894">
          <p15:clr>
            <a:srgbClr val="5ACBF0"/>
          </p15:clr>
        </p15:guide>
        <p15:guide id="9" pos="6121">
          <p15:clr>
            <a:srgbClr val="5ACBF0"/>
          </p15:clr>
        </p15:guide>
        <p15:guide id="11" pos="3230">
          <p15:clr>
            <a:srgbClr val="5ACBF0"/>
          </p15:clr>
        </p15:guide>
        <p15:guide id="12" pos="4449">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Statement</a:t>
            </a:r>
          </a:p>
        </p:txBody>
      </p:sp>
    </p:spTree>
    <p:extLst>
      <p:ext uri="{BB962C8B-B14F-4D97-AF65-F5344CB8AC3E}">
        <p14:creationId xmlns:p14="http://schemas.microsoft.com/office/powerpoint/2010/main" val="264778982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  Statement    white">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C9099266-B22D-40D0-AD7A-247DD671312C}"/>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88ACD003-B1D6-4D0F-95CF-57954B515B15}"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2" name="Title 1">
            <a:extLst>
              <a:ext uri="{FF2B5EF4-FFF2-40B4-BE49-F238E27FC236}">
                <a16:creationId xmlns:a16="http://schemas.microsoft.com/office/drawing/2014/main" id="{45793532-A2E6-6685-1408-C17DDE70E234}"/>
              </a:ext>
            </a:extLst>
          </p:cNvPr>
          <p:cNvSpPr>
            <a:spLocks noGrp="1"/>
          </p:cNvSpPr>
          <p:nvPr>
            <p:ph type="title" hasCustomPrompt="1"/>
          </p:nvPr>
        </p:nvSpPr>
        <p:spPr>
          <a:xfrm>
            <a:off x="0" y="1475521"/>
            <a:ext cx="5868000" cy="2267029"/>
          </a:xfrm>
          <a:solidFill>
            <a:schemeClr val="bg1">
              <a:alpha val="80000"/>
            </a:schemeClr>
          </a:solidFill>
        </p:spPr>
        <p:txBody>
          <a:bodyPr lIns="529200" tIns="144000" rIns="529200" bIns="126000" anchor="t">
            <a:spAutoFit/>
          </a:bodyPr>
          <a:lstStyle>
            <a:lvl1pPr>
              <a:defRPr sz="4800">
                <a:solidFill>
                  <a:schemeClr val="tx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17377CA1-860C-9692-833D-F266D1392DCC}"/>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7" name="Content Placeholder 7">
            <a:extLst>
              <a:ext uri="{FF2B5EF4-FFF2-40B4-BE49-F238E27FC236}">
                <a16:creationId xmlns:a16="http://schemas.microsoft.com/office/drawing/2014/main" id="{1F2A00EC-89F2-8C6D-A477-7C47D904B01E}"/>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BD264CE0-ADA5-449A-F673-804773C37DAC}"/>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white</a:t>
            </a:r>
          </a:p>
        </p:txBody>
      </p:sp>
      <p:cxnSp>
        <p:nvCxnSpPr>
          <p:cNvPr id="10" name="Straight Connector 9">
            <a:extLst>
              <a:ext uri="{FF2B5EF4-FFF2-40B4-BE49-F238E27FC236}">
                <a16:creationId xmlns:a16="http://schemas.microsoft.com/office/drawing/2014/main" id="{CC58DF94-32D1-A577-60C2-465866E70E35}"/>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C6684595-189E-BFB7-D9E3-E8DE259DDDE7}"/>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white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2006600710"/>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  Statement    black">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DCF28FB3-50B7-9598-2DFE-8CEAD2EBE947}"/>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13A1E385-CEE5-40B1-BE06-A2170ADB2605}"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B71A99FF-1348-B954-4D93-10FE1BCF1D10}"/>
              </a:ext>
            </a:extLst>
          </p:cNvPr>
          <p:cNvSpPr>
            <a:spLocks noGrp="1"/>
          </p:cNvSpPr>
          <p:nvPr>
            <p:ph type="title" hasCustomPrompt="1"/>
          </p:nvPr>
        </p:nvSpPr>
        <p:spPr>
          <a:xfrm>
            <a:off x="0" y="1475521"/>
            <a:ext cx="5868000" cy="2267029"/>
          </a:xfrm>
          <a:solidFill>
            <a:schemeClr val="tx1">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2" name="Rectangle 1">
            <a:extLst>
              <a:ext uri="{FF2B5EF4-FFF2-40B4-BE49-F238E27FC236}">
                <a16:creationId xmlns:a16="http://schemas.microsoft.com/office/drawing/2014/main" id="{E1930CBD-E810-83CF-9899-308F93AD016C}"/>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8EF7CFF1-A506-CDBC-C990-527F07ECA2D3}"/>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DB483173-6199-18CF-383A-3B5AF4917E14}"/>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black</a:t>
            </a:r>
          </a:p>
        </p:txBody>
      </p:sp>
      <p:cxnSp>
        <p:nvCxnSpPr>
          <p:cNvPr id="10" name="Straight Connector 9">
            <a:extLst>
              <a:ext uri="{FF2B5EF4-FFF2-40B4-BE49-F238E27FC236}">
                <a16:creationId xmlns:a16="http://schemas.microsoft.com/office/drawing/2014/main" id="{BF4DDD76-A282-8D3C-7EE6-AE4E9B429503}"/>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EC003F82-893D-F4B9-4076-22254A7ED06C}"/>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black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2353270801"/>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tatement turquoise">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A7041F38-B1A4-C153-5B4F-FED5998CBFE3}"/>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1FC280BE-4442-422D-B591-49D2892BD73F}"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87939185-4078-8644-C515-440491B36AF5}"/>
              </a:ext>
            </a:extLst>
          </p:cNvPr>
          <p:cNvSpPr>
            <a:spLocks noGrp="1"/>
          </p:cNvSpPr>
          <p:nvPr>
            <p:ph type="title" hasCustomPrompt="1"/>
          </p:nvPr>
        </p:nvSpPr>
        <p:spPr>
          <a:xfrm>
            <a:off x="0" y="1475521"/>
            <a:ext cx="5868000" cy="2267029"/>
          </a:xfrm>
          <a:solidFill>
            <a:schemeClr val="accent2">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8121493C-0C4C-1EC6-A745-507F578FCE9F}"/>
              </a:ext>
            </a:extLst>
          </p:cNvPr>
          <p:cNvSpPr/>
          <p:nvPr userDrawn="1"/>
        </p:nvSpPr>
        <p:spPr>
          <a:xfrm>
            <a:off x="-1584001" y="7200"/>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FBE68E10-83F8-9334-CFC9-F05B441CBC77}"/>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BE50A98F-DA08-339E-C5B0-39AD2C070100}"/>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turquoise</a:t>
            </a:r>
          </a:p>
        </p:txBody>
      </p:sp>
      <p:cxnSp>
        <p:nvCxnSpPr>
          <p:cNvPr id="10" name="Straight Connector 9">
            <a:extLst>
              <a:ext uri="{FF2B5EF4-FFF2-40B4-BE49-F238E27FC236}">
                <a16:creationId xmlns:a16="http://schemas.microsoft.com/office/drawing/2014/main" id="{4369B21C-7C21-E5E3-CAF8-208A691C263E}"/>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74A3F92E-2AF6-936E-E3E5-B7E0E2E166E3}"/>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turquoise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709043717"/>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    Statement     gold">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39A04056-719D-FED8-29F2-3204327192A9}"/>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1AEB751A-D419-4C61-A0FC-D70FB7FC12BA}"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9BC075A0-04C1-D65B-1DE1-EADEDAD947BE}"/>
              </a:ext>
            </a:extLst>
          </p:cNvPr>
          <p:cNvSpPr>
            <a:spLocks noGrp="1"/>
          </p:cNvSpPr>
          <p:nvPr>
            <p:ph type="title" hasCustomPrompt="1"/>
          </p:nvPr>
        </p:nvSpPr>
        <p:spPr>
          <a:xfrm>
            <a:off x="0" y="1475521"/>
            <a:ext cx="5868000" cy="2267029"/>
          </a:xfrm>
          <a:solidFill>
            <a:schemeClr val="accent3">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D955BCA7-398C-4338-2280-70F15E7AA9C1}"/>
              </a:ext>
            </a:extLst>
          </p:cNvPr>
          <p:cNvSpPr/>
          <p:nvPr userDrawn="1"/>
        </p:nvSpPr>
        <p:spPr>
          <a:xfrm>
            <a:off x="-1584000" y="0"/>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DF48BBB3-6315-C639-E3AA-0145063F8868}"/>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2D40AE1B-DD2B-9CE2-543F-643A39D1B270}"/>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gold</a:t>
            </a:r>
          </a:p>
        </p:txBody>
      </p:sp>
      <p:cxnSp>
        <p:nvCxnSpPr>
          <p:cNvPr id="10" name="Straight Connector 9">
            <a:extLst>
              <a:ext uri="{FF2B5EF4-FFF2-40B4-BE49-F238E27FC236}">
                <a16:creationId xmlns:a16="http://schemas.microsoft.com/office/drawing/2014/main" id="{19C33E70-27E4-3624-301C-BBAC2937710E}"/>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F0FB6BC4-AE20-4D3A-9358-90D8113BBEFB}"/>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gold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2817890767"/>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    Statement   copper">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6983F132-113C-3540-B521-3061708E3D05}"/>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F7C17A99-D8A9-4C9C-AD15-2626DF3515BC}"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8697B897-67A4-8811-FAA4-D38FAD3B2D2E}"/>
              </a:ext>
            </a:extLst>
          </p:cNvPr>
          <p:cNvSpPr>
            <a:spLocks noGrp="1"/>
          </p:cNvSpPr>
          <p:nvPr>
            <p:ph type="title" hasCustomPrompt="1"/>
          </p:nvPr>
        </p:nvSpPr>
        <p:spPr>
          <a:xfrm>
            <a:off x="0" y="1475521"/>
            <a:ext cx="5868000" cy="2267029"/>
          </a:xfrm>
          <a:solidFill>
            <a:schemeClr val="accent4">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B107F799-CB4D-3F46-EB19-F4BE750EB0C4}"/>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C25A3392-016D-AB7F-E9D5-42F20C6815FC}"/>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8AC7E12A-65F6-B11C-F60F-0ACFF7D91DEA}"/>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copper</a:t>
            </a:r>
          </a:p>
        </p:txBody>
      </p:sp>
      <p:cxnSp>
        <p:nvCxnSpPr>
          <p:cNvPr id="10" name="Straight Connector 9">
            <a:extLst>
              <a:ext uri="{FF2B5EF4-FFF2-40B4-BE49-F238E27FC236}">
                <a16:creationId xmlns:a16="http://schemas.microsoft.com/office/drawing/2014/main" id="{A4136B7A-44CF-EDAC-FD02-40C1116C0944}"/>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667B54C8-F358-729A-1CA1-C03323DF9511}"/>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copper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1923186070"/>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    Statement   moss">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8BDB03BE-C20C-D289-E5A1-168CDF54CDB7}"/>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36A352F5-FC93-490A-A2C4-7D98228F4846}"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624EA5D7-9E6E-93A4-0317-88252D4D2855}"/>
              </a:ext>
            </a:extLst>
          </p:cNvPr>
          <p:cNvSpPr>
            <a:spLocks noGrp="1"/>
          </p:cNvSpPr>
          <p:nvPr>
            <p:ph type="title" hasCustomPrompt="1"/>
          </p:nvPr>
        </p:nvSpPr>
        <p:spPr>
          <a:xfrm>
            <a:off x="0" y="1475521"/>
            <a:ext cx="5868000" cy="2267029"/>
          </a:xfrm>
          <a:solidFill>
            <a:schemeClr val="accent5">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1169086C-E819-1488-5839-828DF97190F2}"/>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61B3BC37-83C7-8D99-D5B7-6EB45AA05B31}"/>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3F9ABDF9-12D8-D198-17F0-475C6B2760A4}"/>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moss</a:t>
            </a:r>
          </a:p>
        </p:txBody>
      </p:sp>
      <p:cxnSp>
        <p:nvCxnSpPr>
          <p:cNvPr id="10" name="Straight Connector 9">
            <a:extLst>
              <a:ext uri="{FF2B5EF4-FFF2-40B4-BE49-F238E27FC236}">
                <a16:creationId xmlns:a16="http://schemas.microsoft.com/office/drawing/2014/main" id="{6289840D-D8A5-4FFF-37F7-4273FAA37C9A}"/>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EB7AC1E5-F301-CD41-6DAC-8D6A5A418F19}"/>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moss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4224047375"/>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    Statement   brick">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D11804F9-BCE5-1D01-F53A-E38D5A182FA6}"/>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BFEA8F3D-30CD-440E-9BED-2660774D184F}"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40D423E6-A47A-9FCC-D958-2918153CE1C6}"/>
              </a:ext>
            </a:extLst>
          </p:cNvPr>
          <p:cNvSpPr>
            <a:spLocks noGrp="1"/>
          </p:cNvSpPr>
          <p:nvPr>
            <p:ph type="title" hasCustomPrompt="1"/>
          </p:nvPr>
        </p:nvSpPr>
        <p:spPr>
          <a:xfrm>
            <a:off x="0" y="1475521"/>
            <a:ext cx="5868000" cy="2267029"/>
          </a:xfrm>
          <a:solidFill>
            <a:schemeClr val="accent6">
              <a:alpha val="80000"/>
            </a:scheme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70283109-523D-435F-B01D-B49F35E09A65}"/>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10C22DB7-4CD6-F373-47BF-DF4D84B40D82}"/>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AC74FBCC-FA93-EF77-8D0E-6E88F03A3CC7}"/>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brick</a:t>
            </a:r>
          </a:p>
        </p:txBody>
      </p:sp>
      <p:cxnSp>
        <p:nvCxnSpPr>
          <p:cNvPr id="10" name="Straight Connector 9">
            <a:extLst>
              <a:ext uri="{FF2B5EF4-FFF2-40B4-BE49-F238E27FC236}">
                <a16:creationId xmlns:a16="http://schemas.microsoft.com/office/drawing/2014/main" id="{A818C500-F56D-81D5-A4D4-9E54FD7ECE35}"/>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E304355F-E40D-6E2A-5642-2E4F1B08091C}"/>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brick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1868066021"/>
      </p:ext>
    </p:extLst>
  </p:cSld>
  <p:clrMapOvr>
    <a:masterClrMapping/>
  </p:clrMapOvr>
  <p:extLst>
    <p:ext uri="{DCECCB84-F9BA-43D5-87BE-67443E8EF086}">
      <p15:sldGuideLst xmlns:p15="http://schemas.microsoft.com/office/powerpoint/2012/main">
        <p15:guide id="1" pos="3855">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    Statement   green">
    <p:spTree>
      <p:nvGrpSpPr>
        <p:cNvPr id="1" name=""/>
        <p:cNvGrpSpPr/>
        <p:nvPr/>
      </p:nvGrpSpPr>
      <p:grpSpPr>
        <a:xfrm>
          <a:off x="0" y="0"/>
          <a:ext cx="0" cy="0"/>
          <a:chOff x="0" y="0"/>
          <a:chExt cx="0" cy="0"/>
        </a:xfrm>
      </p:grpSpPr>
      <p:sp>
        <p:nvSpPr>
          <p:cNvPr id="12" name="Picture Placeholder 8">
            <a:extLst>
              <a:ext uri="{FF2B5EF4-FFF2-40B4-BE49-F238E27FC236}">
                <a16:creationId xmlns:a16="http://schemas.microsoft.com/office/drawing/2014/main" id="{35B003FC-43AC-F08C-0225-88CDA57E0E8C}"/>
              </a:ext>
            </a:extLst>
          </p:cNvPr>
          <p:cNvSpPr>
            <a:spLocks noGrp="1"/>
          </p:cNvSpPr>
          <p:nvPr>
            <p:ph type="pic" sz="quarter" idx="15"/>
          </p:nvPr>
        </p:nvSpPr>
        <p:spPr>
          <a:xfrm>
            <a:off x="0" y="0"/>
            <a:ext cx="12192000" cy="6319838"/>
          </a:xfrm>
          <a:solidFill>
            <a:schemeClr val="bg2"/>
          </a:solidFill>
        </p:spPr>
        <p:txBody>
          <a:bodyPr lIns="6336000" tIns="3024000"/>
          <a:lstStyle>
            <a:lvl1pPr marL="0" indent="0" algn="l">
              <a:buNone/>
              <a:defRPr i="1">
                <a:solidFill>
                  <a:schemeClr val="tx1"/>
                </a:solidFill>
              </a:defRPr>
            </a:lvl1pPr>
          </a:lstStyle>
          <a:p>
            <a:r>
              <a:rPr lang="en-US"/>
              <a:t>Click icon to add picture</a:t>
            </a:r>
          </a:p>
        </p:txBody>
      </p:sp>
      <p:sp>
        <p:nvSpPr>
          <p:cNvPr id="3" name="Date Placeholder 2">
            <a:extLst>
              <a:ext uri="{FF2B5EF4-FFF2-40B4-BE49-F238E27FC236}">
                <a16:creationId xmlns:a16="http://schemas.microsoft.com/office/drawing/2014/main" id="{B7DCD191-E029-7BFE-AEE9-6A945580584D}"/>
              </a:ext>
            </a:extLst>
          </p:cNvPr>
          <p:cNvSpPr>
            <a:spLocks noGrp="1"/>
          </p:cNvSpPr>
          <p:nvPr>
            <p:ph type="dt" sz="half" idx="10"/>
          </p:nvPr>
        </p:nvSpPr>
        <p:spPr/>
        <p:txBody>
          <a:bodyPr/>
          <a:lstStyle/>
          <a:p>
            <a:fld id="{6AF518E8-2883-44C0-A44D-85D71A7A19A7}" type="datetime4">
              <a:rPr lang="en-US" smtClean="0"/>
              <a:t>March 3, 2026</a:t>
            </a:fld>
            <a:endParaRPr lang="en-US"/>
          </a:p>
        </p:txBody>
      </p:sp>
      <p:sp>
        <p:nvSpPr>
          <p:cNvPr id="4" name="Footer Placeholder 3">
            <a:extLst>
              <a:ext uri="{FF2B5EF4-FFF2-40B4-BE49-F238E27FC236}">
                <a16:creationId xmlns:a16="http://schemas.microsoft.com/office/drawing/2014/main" id="{E75C2E8C-5CA8-5E92-5FDE-292839E352AE}"/>
              </a:ext>
            </a:extLst>
          </p:cNvPr>
          <p:cNvSpPr>
            <a:spLocks noGrp="1"/>
          </p:cNvSpPr>
          <p:nvPr>
            <p:ph type="ftr" sz="quarter" idx="11"/>
          </p:nvPr>
        </p:nvSpPr>
        <p:spPr/>
        <p:txBody>
          <a:bodyPr/>
          <a:lstStyle/>
          <a:p>
            <a:r>
              <a:rPr lang="en-US"/>
              <a:t>TRELLEBORG GROUP</a:t>
            </a:r>
          </a:p>
        </p:txBody>
      </p:sp>
      <p:sp>
        <p:nvSpPr>
          <p:cNvPr id="5" name="Slide Number Placeholder 4">
            <a:extLst>
              <a:ext uri="{FF2B5EF4-FFF2-40B4-BE49-F238E27FC236}">
                <a16:creationId xmlns:a16="http://schemas.microsoft.com/office/drawing/2014/main" id="{6334E7D5-C0BC-AE32-6DA4-7635BAB2A087}"/>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7" name="Title 1">
            <a:extLst>
              <a:ext uri="{FF2B5EF4-FFF2-40B4-BE49-F238E27FC236}">
                <a16:creationId xmlns:a16="http://schemas.microsoft.com/office/drawing/2014/main" id="{EBC7644B-07A5-5E66-6048-E522015017EC}"/>
              </a:ext>
            </a:extLst>
          </p:cNvPr>
          <p:cNvSpPr>
            <a:spLocks noGrp="1"/>
          </p:cNvSpPr>
          <p:nvPr>
            <p:ph type="title" hasCustomPrompt="1"/>
          </p:nvPr>
        </p:nvSpPr>
        <p:spPr>
          <a:xfrm>
            <a:off x="0" y="1475521"/>
            <a:ext cx="5868000" cy="2267029"/>
          </a:xfrm>
          <a:solidFill>
            <a:srgbClr val="72B86B">
              <a:alpha val="80000"/>
            </a:srgbClr>
          </a:solidFill>
        </p:spPr>
        <p:txBody>
          <a:bodyPr lIns="529200" tIns="144000" rIns="529200" bIns="126000" anchor="t">
            <a:spAutoFit/>
          </a:bodyPr>
          <a:lstStyle>
            <a:lvl1pPr>
              <a:defRPr sz="4800">
                <a:solidFill>
                  <a:schemeClr val="bg1"/>
                </a:solidFill>
                <a:latin typeface="+mn-lt"/>
              </a:defRPr>
            </a:lvl1pPr>
          </a:lstStyle>
          <a:p>
            <a:r>
              <a:rPr lang="en-US"/>
              <a:t>Click to add statement</a:t>
            </a:r>
            <a:br>
              <a:rPr lang="en-US"/>
            </a:br>
            <a:r>
              <a:rPr lang="en-US"/>
              <a:t>max three lines</a:t>
            </a:r>
          </a:p>
        </p:txBody>
      </p:sp>
      <p:sp>
        <p:nvSpPr>
          <p:cNvPr id="6" name="Rectangle 5">
            <a:extLst>
              <a:ext uri="{FF2B5EF4-FFF2-40B4-BE49-F238E27FC236}">
                <a16:creationId xmlns:a16="http://schemas.microsoft.com/office/drawing/2014/main" id="{4ACF0FD3-8F67-C00F-BE74-B30BC106A6FE}"/>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8" name="Content Placeholder 7">
            <a:extLst>
              <a:ext uri="{FF2B5EF4-FFF2-40B4-BE49-F238E27FC236}">
                <a16:creationId xmlns:a16="http://schemas.microsoft.com/office/drawing/2014/main" id="{11D9CDAE-3F84-12ED-7C1C-500C10D3D21B}"/>
              </a:ext>
            </a:extLst>
          </p:cNvPr>
          <p:cNvSpPr txBox="1">
            <a:spLocks/>
          </p:cNvSpPr>
          <p:nvPr userDrawn="1"/>
        </p:nvSpPr>
        <p:spPr>
          <a:xfrm>
            <a:off x="-1465942" y="1012114"/>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 name="Text Placeholder 14">
            <a:extLst>
              <a:ext uri="{FF2B5EF4-FFF2-40B4-BE49-F238E27FC236}">
                <a16:creationId xmlns:a16="http://schemas.microsoft.com/office/drawing/2014/main" id="{01E1A569-EDCD-7BD0-3FC9-9836AB28AB43}"/>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Statement green</a:t>
            </a:r>
          </a:p>
        </p:txBody>
      </p:sp>
      <p:cxnSp>
        <p:nvCxnSpPr>
          <p:cNvPr id="10" name="Straight Connector 9">
            <a:extLst>
              <a:ext uri="{FF2B5EF4-FFF2-40B4-BE49-F238E27FC236}">
                <a16:creationId xmlns:a16="http://schemas.microsoft.com/office/drawing/2014/main" id="{666769CC-6EB9-0D1D-5943-EDADA6716CEF}"/>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 Placeholder 14">
            <a:extLst>
              <a:ext uri="{FF2B5EF4-FFF2-40B4-BE49-F238E27FC236}">
                <a16:creationId xmlns:a16="http://schemas.microsoft.com/office/drawing/2014/main" id="{A3BD5F27-E2CB-E3C1-E56B-D3023C3612E1}"/>
              </a:ext>
            </a:extLst>
          </p:cNvPr>
          <p:cNvSpPr txBox="1">
            <a:spLocks/>
          </p:cNvSpPr>
          <p:nvPr userDrawn="1"/>
        </p:nvSpPr>
        <p:spPr>
          <a:xfrm>
            <a:off x="-1584001" y="1105200"/>
            <a:ext cx="1567457"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sz="1050">
                <a:solidFill>
                  <a:schemeClr val="tx1">
                    <a:alpha val="90000"/>
                  </a:schemeClr>
                </a:solidFill>
              </a:rPr>
              <a:t>This layout is for attention and contrast with a statement or quote, </a:t>
            </a:r>
            <a:r>
              <a:rPr lang="en-US" sz="1050" b="1">
                <a:solidFill>
                  <a:schemeClr val="tx1">
                    <a:alpha val="90000"/>
                  </a:schemeClr>
                </a:solidFill>
              </a:rPr>
              <a:t>to be used sparingly</a:t>
            </a:r>
            <a:r>
              <a:rPr lang="en-US" sz="1050">
                <a:solidFill>
                  <a:schemeClr val="tx1">
                    <a:alpha val="90000"/>
                  </a:schemeClr>
                </a:solidFill>
              </a:rPr>
              <a:t>.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Do not use more than three lines of text.  </a:t>
            </a:r>
          </a:p>
          <a:p>
            <a:pPr>
              <a:lnSpc>
                <a:spcPct val="100000"/>
              </a:lnSpc>
              <a:spcBef>
                <a:spcPts val="600"/>
              </a:spcBef>
              <a:spcAft>
                <a:spcPts val="600"/>
              </a:spcAft>
            </a:pPr>
            <a:r>
              <a:rPr lang="en-US" sz="1050">
                <a:solidFill>
                  <a:schemeClr val="tx1">
                    <a:alpha val="90000"/>
                  </a:schemeClr>
                </a:solidFill>
              </a:rPr>
              <a:t>To insert a picture, click the icon on </a:t>
            </a:r>
            <a:br>
              <a:rPr lang="en-US" sz="1050">
                <a:solidFill>
                  <a:schemeClr val="tx1">
                    <a:alpha val="90000"/>
                  </a:schemeClr>
                </a:solidFill>
              </a:rPr>
            </a:br>
            <a:r>
              <a:rPr lang="en-US" sz="1050">
                <a:solidFill>
                  <a:schemeClr val="tx1">
                    <a:alpha val="90000"/>
                  </a:schemeClr>
                </a:solidFill>
              </a:rPr>
              <a:t>the slide. Preferably, choose a picture </a:t>
            </a:r>
            <a:br>
              <a:rPr lang="en-US" sz="1050">
                <a:solidFill>
                  <a:schemeClr val="tx1">
                    <a:alpha val="90000"/>
                  </a:schemeClr>
                </a:solidFill>
              </a:rPr>
            </a:br>
            <a:r>
              <a:rPr lang="en-US" sz="1050">
                <a:solidFill>
                  <a:schemeClr val="tx1">
                    <a:alpha val="90000"/>
                  </a:schemeClr>
                </a:solidFill>
              </a:rPr>
              <a:t>with green tones and/or elements.</a:t>
            </a:r>
          </a:p>
          <a:p>
            <a:pPr>
              <a:lnSpc>
                <a:spcPct val="100000"/>
              </a:lnSpc>
              <a:spcBef>
                <a:spcPts val="600"/>
              </a:spcBef>
              <a:spcAft>
                <a:spcPts val="600"/>
              </a:spcAft>
            </a:pPr>
            <a:r>
              <a:rPr lang="en-US" sz="1050" b="1">
                <a:solidFill>
                  <a:schemeClr val="tx1">
                    <a:alpha val="90000"/>
                  </a:schemeClr>
                </a:solidFill>
              </a:rPr>
              <a:t>Consider legibility. </a:t>
            </a:r>
            <a:br>
              <a:rPr lang="en-US" sz="1050" b="1">
                <a:solidFill>
                  <a:schemeClr val="tx1">
                    <a:alpha val="90000"/>
                  </a:schemeClr>
                </a:solidFill>
              </a:rPr>
            </a:br>
            <a:r>
              <a:rPr lang="en-US" sz="1050">
                <a:solidFill>
                  <a:schemeClr val="tx1">
                    <a:alpha val="90000"/>
                  </a:schemeClr>
                </a:solidFill>
              </a:rPr>
              <a:t>If needed, crop the picture or select another picture. You may also consider trying the statement slides with other text box colors. </a:t>
            </a:r>
          </a:p>
          <a:p>
            <a:pPr>
              <a:lnSpc>
                <a:spcPct val="100000"/>
              </a:lnSpc>
              <a:spcBef>
                <a:spcPts val="600"/>
              </a:spcBef>
              <a:spcAft>
                <a:spcPts val="600"/>
              </a:spcAft>
            </a:pPr>
            <a:endParaRPr lang="en-US" sz="1050">
              <a:solidFill>
                <a:schemeClr val="tx1">
                  <a:alpha val="90000"/>
                </a:schemeClr>
              </a:solidFill>
            </a:endParaRPr>
          </a:p>
          <a:p>
            <a:endParaRPr lang="en-US" sz="1050">
              <a:solidFill>
                <a:schemeClr val="tx1">
                  <a:alpha val="90000"/>
                </a:schemeClr>
              </a:solidFill>
            </a:endParaRPr>
          </a:p>
        </p:txBody>
      </p:sp>
    </p:spTree>
    <p:extLst>
      <p:ext uri="{BB962C8B-B14F-4D97-AF65-F5344CB8AC3E}">
        <p14:creationId xmlns:p14="http://schemas.microsoft.com/office/powerpoint/2010/main" val="2360250451"/>
      </p:ext>
    </p:extLst>
  </p:cSld>
  <p:clrMapOvr>
    <a:masterClrMapping/>
  </p:clrMapOvr>
  <p:extLst>
    <p:ext uri="{DCECCB84-F9BA-43D5-87BE-67443E8EF086}">
      <p15:sldGuideLst xmlns:p15="http://schemas.microsoft.com/office/powerpoint/2012/main">
        <p15:guide id="1" pos="3854">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No content</a:t>
            </a:r>
          </a:p>
        </p:txBody>
      </p:sp>
    </p:spTree>
    <p:extLst>
      <p:ext uri="{BB962C8B-B14F-4D97-AF65-F5344CB8AC3E}">
        <p14:creationId xmlns:p14="http://schemas.microsoft.com/office/powerpoint/2010/main" val="274956169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Plai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A44DB0-0405-CA6C-E055-F59491388805}"/>
              </a:ext>
            </a:extLst>
          </p:cNvPr>
          <p:cNvSpPr>
            <a:spLocks noGrp="1"/>
          </p:cNvSpPr>
          <p:nvPr>
            <p:ph type="dt" sz="half" idx="10"/>
          </p:nvPr>
        </p:nvSpPr>
        <p:spPr/>
        <p:txBody>
          <a:bodyPr/>
          <a:lstStyle/>
          <a:p>
            <a:fld id="{F66D1A21-DA7F-43FD-8BC0-CF1F1BBA6459}" type="datetime4">
              <a:rPr lang="en-US" smtClean="0"/>
              <a:t>March 3, 2026</a:t>
            </a:fld>
            <a:endParaRPr lang="en-US"/>
          </a:p>
        </p:txBody>
      </p:sp>
      <p:sp>
        <p:nvSpPr>
          <p:cNvPr id="3" name="Footer Placeholder 2">
            <a:extLst>
              <a:ext uri="{FF2B5EF4-FFF2-40B4-BE49-F238E27FC236}">
                <a16:creationId xmlns:a16="http://schemas.microsoft.com/office/drawing/2014/main" id="{AD3E1D6E-514F-0376-5C07-A1927A317128}"/>
              </a:ext>
            </a:extLst>
          </p:cNvPr>
          <p:cNvSpPr>
            <a:spLocks noGrp="1"/>
          </p:cNvSpPr>
          <p:nvPr>
            <p:ph type="ftr" sz="quarter" idx="11"/>
          </p:nvPr>
        </p:nvSpPr>
        <p:spPr/>
        <p:txBody>
          <a:bodyPr/>
          <a:lstStyle/>
          <a:p>
            <a:r>
              <a:rPr lang="en-US"/>
              <a:t>TRELLEBORG GROUP</a:t>
            </a:r>
          </a:p>
        </p:txBody>
      </p:sp>
      <p:sp>
        <p:nvSpPr>
          <p:cNvPr id="4" name="Slide Number Placeholder 3">
            <a:extLst>
              <a:ext uri="{FF2B5EF4-FFF2-40B4-BE49-F238E27FC236}">
                <a16:creationId xmlns:a16="http://schemas.microsoft.com/office/drawing/2014/main" id="{43C702A6-A533-4456-45FD-CCFAE4F9C481}"/>
              </a:ext>
            </a:extLst>
          </p:cNvPr>
          <p:cNvSpPr>
            <a:spLocks noGrp="1"/>
          </p:cNvSpPr>
          <p:nvPr>
            <p:ph type="sldNum" sz="quarter" idx="12"/>
          </p:nvPr>
        </p:nvSpPr>
        <p:spPr/>
        <p:txBody>
          <a:bodyPr/>
          <a:lstStyle/>
          <a:p>
            <a:fld id="{5EA29875-719B-4A39-A51C-7BDD87443D68}" type="slidenum">
              <a:rPr lang="en-US" smtClean="0"/>
              <a:pPr/>
              <a:t>‹#›</a:t>
            </a:fld>
            <a:endParaRPr lang="en-US"/>
          </a:p>
        </p:txBody>
      </p:sp>
      <p:sp>
        <p:nvSpPr>
          <p:cNvPr id="5" name="Rectangle 4">
            <a:extLst>
              <a:ext uri="{FF2B5EF4-FFF2-40B4-BE49-F238E27FC236}">
                <a16:creationId xmlns:a16="http://schemas.microsoft.com/office/drawing/2014/main" id="{54A77557-55C0-6A1C-3A01-0BCC1D3493FF}"/>
              </a:ext>
            </a:extLst>
          </p:cNvPr>
          <p:cNvSpPr/>
          <p:nvPr userDrawn="1"/>
        </p:nvSpPr>
        <p:spPr>
          <a:xfrm>
            <a:off x="-1569600" y="0"/>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6" name="Text Placeholder 14">
            <a:extLst>
              <a:ext uri="{FF2B5EF4-FFF2-40B4-BE49-F238E27FC236}">
                <a16:creationId xmlns:a16="http://schemas.microsoft.com/office/drawing/2014/main" id="{057444A0-DE7D-CD1B-F66E-26A5BC99FAE2}"/>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Plain</a:t>
            </a:r>
          </a:p>
        </p:txBody>
      </p:sp>
      <p:sp>
        <p:nvSpPr>
          <p:cNvPr id="7" name="Text Placeholder 14">
            <a:extLst>
              <a:ext uri="{FF2B5EF4-FFF2-40B4-BE49-F238E27FC236}">
                <a16:creationId xmlns:a16="http://schemas.microsoft.com/office/drawing/2014/main" id="{D70EBC8C-299E-B40A-B9CC-2A45E85C4FE2}"/>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This layout is </a:t>
            </a:r>
            <a:r>
              <a:rPr lang="en-US" sz="1050" b="1">
                <a:solidFill>
                  <a:schemeClr val="tx1">
                    <a:alpha val="90000"/>
                  </a:schemeClr>
                </a:solidFill>
              </a:rPr>
              <a:t>for exceptional use only</a:t>
            </a:r>
            <a:r>
              <a:rPr lang="en-US" sz="1050" b="0">
                <a:solidFill>
                  <a:schemeClr val="tx1">
                    <a:alpha val="90000"/>
                  </a:schemeClr>
                </a:solidFill>
              </a:rPr>
              <a:t>, such as large screen shots or full size videos.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b="0">
                <a:solidFill>
                  <a:schemeClr val="tx1">
                    <a:alpha val="90000"/>
                  </a:schemeClr>
                </a:solidFill>
              </a:rPr>
              <a:t>For content slides, please use the regular layouts.</a:t>
            </a:r>
            <a:endParaRPr lang="en-US" sz="1050">
              <a:solidFill>
                <a:srgbClr val="FF0000">
                  <a:alpha val="90000"/>
                </a:srgbClr>
              </a:solidFill>
            </a:endParaRPr>
          </a:p>
          <a:p>
            <a:endParaRPr lang="en-US" sz="1050">
              <a:solidFill>
                <a:srgbClr val="FF0000">
                  <a:alpha val="90000"/>
                </a:srgbClr>
              </a:solidFill>
            </a:endParaRPr>
          </a:p>
        </p:txBody>
      </p:sp>
      <p:cxnSp>
        <p:nvCxnSpPr>
          <p:cNvPr id="8" name="Straight Connector 7">
            <a:extLst>
              <a:ext uri="{FF2B5EF4-FFF2-40B4-BE49-F238E27FC236}">
                <a16:creationId xmlns:a16="http://schemas.microsoft.com/office/drawing/2014/main" id="{DC7B7E1F-1B70-2806-2329-66A51E949923}"/>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59350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4D296B-A402-35B3-A1C1-8356F7AAEA40}"/>
              </a:ext>
            </a:extLst>
          </p:cNvPr>
          <p:cNvSpPr/>
          <p:nvPr userDrawn="1"/>
        </p:nvSpPr>
        <p:spPr>
          <a:xfrm>
            <a:off x="-1584000" y="1"/>
            <a:ext cx="1476000" cy="6858000"/>
          </a:xfrm>
          <a:prstGeom prst="rect">
            <a:avLst/>
          </a:prstGeom>
          <a:solidFill>
            <a:srgbClr val="F5F5F5"/>
          </a:solidFill>
          <a:ln w="9525" cap="flat">
            <a:noFill/>
            <a:prstDash val="solid"/>
            <a:miter/>
          </a:ln>
        </p:spPr>
        <p:txBody>
          <a:bodyPr lIns="72000" tIns="72000" rIns="72000" bIns="72000" rtlCol="0" anchor="ctr"/>
          <a:lstStyle/>
          <a:p>
            <a:endParaRPr lang="en-US" sz="1600">
              <a:solidFill>
                <a:schemeClr val="bg1"/>
              </a:solidFill>
            </a:endParaRPr>
          </a:p>
        </p:txBody>
      </p:sp>
      <p:sp>
        <p:nvSpPr>
          <p:cNvPr id="3" name="Content Placeholder 7">
            <a:extLst>
              <a:ext uri="{FF2B5EF4-FFF2-40B4-BE49-F238E27FC236}">
                <a16:creationId xmlns:a16="http://schemas.microsoft.com/office/drawing/2014/main" id="{E3073EC3-DFE6-8312-195C-DCCA607195E6}"/>
              </a:ext>
            </a:extLst>
          </p:cNvPr>
          <p:cNvSpPr txBox="1">
            <a:spLocks/>
          </p:cNvSpPr>
          <p:nvPr userDrawn="1"/>
        </p:nvSpPr>
        <p:spPr>
          <a:xfrm>
            <a:off x="-1466969" y="1008000"/>
            <a:ext cx="1231899" cy="5845886"/>
          </a:xfrm>
          <a:prstGeom prst="rect">
            <a:avLst/>
          </a:prstGeom>
        </p:spPr>
        <p:txBody>
          <a:bodyPr/>
          <a:lst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4" name="Text Placeholder 14">
            <a:extLst>
              <a:ext uri="{FF2B5EF4-FFF2-40B4-BE49-F238E27FC236}">
                <a16:creationId xmlns:a16="http://schemas.microsoft.com/office/drawing/2014/main" id="{D3665545-73D1-26F7-8C89-987DFC145B98}"/>
              </a:ext>
            </a:extLst>
          </p:cNvPr>
          <p:cNvSpPr txBox="1">
            <a:spLocks/>
          </p:cNvSpPr>
          <p:nvPr userDrawn="1"/>
        </p:nvSpPr>
        <p:spPr>
          <a:xfrm>
            <a:off x="-1569600" y="133200"/>
            <a:ext cx="1476000" cy="838800"/>
          </a:xfrm>
          <a:prstGeom prst="rect">
            <a:avLst/>
          </a:prstGeom>
          <a:ln w="12700">
            <a:noFill/>
          </a:ln>
        </p:spPr>
        <p:txBody>
          <a:bodyPr vert="horz" wrap="square" lIns="144000" tIns="72000" rIns="72000" bIns="72000" rtlCol="0" anchor="b"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a:solidFill>
                  <a:schemeClr val="tx1">
                    <a:alpha val="90000"/>
                  </a:schemeClr>
                </a:solidFill>
              </a:rPr>
              <a:t>Blank</a:t>
            </a:r>
          </a:p>
        </p:txBody>
      </p:sp>
      <p:sp>
        <p:nvSpPr>
          <p:cNvPr id="5" name="Text Placeholder 14">
            <a:extLst>
              <a:ext uri="{FF2B5EF4-FFF2-40B4-BE49-F238E27FC236}">
                <a16:creationId xmlns:a16="http://schemas.microsoft.com/office/drawing/2014/main" id="{332D4527-3E3C-92C2-3E54-B7AF44F752A6}"/>
              </a:ext>
            </a:extLst>
          </p:cNvPr>
          <p:cNvSpPr txBox="1">
            <a:spLocks/>
          </p:cNvSpPr>
          <p:nvPr userDrawn="1"/>
        </p:nvSpPr>
        <p:spPr>
          <a:xfrm>
            <a:off x="-1584000" y="1105200"/>
            <a:ext cx="1476000" cy="5760000"/>
          </a:xfrm>
          <a:prstGeom prst="rect">
            <a:avLst/>
          </a:prstGeom>
          <a:ln w="12700">
            <a:noFill/>
          </a:ln>
        </p:spPr>
        <p:txBody>
          <a:bodyPr vert="horz" wrap="square" lIns="144000" tIns="72000" rIns="144000" bIns="72000" rtlCol="0" anchor="t" anchorCtr="0">
            <a:noAutofit/>
          </a:bodyPr>
          <a:lstStyle>
            <a:lvl1pPr marL="0" indent="0" algn="l" defTabSz="914400" rtl="0" eaLnBrk="1" latinLnBrk="0" hangingPunct="1">
              <a:lnSpc>
                <a:spcPct val="110000"/>
              </a:lnSpc>
              <a:spcBef>
                <a:spcPts val="800"/>
              </a:spcBef>
              <a:buFont typeface="Arial" panose="020B0604020202020204" pitchFamily="34" charset="0"/>
              <a:buNone/>
              <a:defRPr sz="2000" kern="1200">
                <a:solidFill>
                  <a:schemeClr val="bg1">
                    <a:alpha val="90000"/>
                  </a:schemeClr>
                </a:solidFill>
                <a:latin typeface="+mn-lt"/>
                <a:ea typeface="+mn-ea"/>
                <a:cs typeface="+mn-cs"/>
              </a:defRPr>
            </a:lvl1pPr>
            <a:lvl2pPr marL="178775"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2pPr>
            <a:lvl3pPr marL="36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3pPr>
            <a:lvl4pPr marL="539138"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4pPr>
            <a:lvl5pPr marL="720000" indent="0" algn="l" defTabSz="914400" rtl="0" eaLnBrk="1" latinLnBrk="0" hangingPunct="1">
              <a:lnSpc>
                <a:spcPct val="110000"/>
              </a:lnSpc>
              <a:spcBef>
                <a:spcPts val="800"/>
              </a:spcBef>
              <a:buFont typeface="Arial" panose="020B0604020202020204" pitchFamily="34" charset="0"/>
              <a:buNone/>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a:solidFill>
                  <a:schemeClr val="tx1">
                    <a:alpha val="90000"/>
                  </a:schemeClr>
                </a:solidFill>
              </a:rPr>
              <a:t>This layout is </a:t>
            </a:r>
            <a:r>
              <a:rPr lang="en-US" sz="1050" b="1">
                <a:solidFill>
                  <a:schemeClr val="tx1">
                    <a:alpha val="90000"/>
                  </a:schemeClr>
                </a:solidFill>
              </a:rPr>
              <a:t>for exceptional use only</a:t>
            </a:r>
            <a:r>
              <a:rPr lang="en-US" sz="1050" b="0">
                <a:solidFill>
                  <a:schemeClr val="tx1">
                    <a:alpha val="90000"/>
                  </a:schemeClr>
                </a:solidFill>
              </a:rPr>
              <a:t>, such as large screen shots or full size videos. </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1050" b="0">
                <a:solidFill>
                  <a:schemeClr val="tx1">
                    <a:alpha val="90000"/>
                  </a:schemeClr>
                </a:solidFill>
              </a:rPr>
              <a:t>For content slides, please use the regular layouts</a:t>
            </a:r>
            <a:r>
              <a:rPr lang="en-US" sz="1050" b="0">
                <a:solidFill>
                  <a:srgbClr val="FF0000">
                    <a:alpha val="90000"/>
                  </a:srgbClr>
                </a:solidFill>
              </a:rPr>
              <a:t>.</a:t>
            </a:r>
            <a:endParaRPr lang="en-US" sz="1050">
              <a:solidFill>
                <a:srgbClr val="FF0000">
                  <a:alpha val="90000"/>
                </a:srgbClr>
              </a:solidFill>
            </a:endParaRPr>
          </a:p>
          <a:p>
            <a:pPr>
              <a:lnSpc>
                <a:spcPct val="100000"/>
              </a:lnSpc>
              <a:spcBef>
                <a:spcPts val="600"/>
              </a:spcBef>
              <a:spcAft>
                <a:spcPts val="600"/>
              </a:spcAft>
            </a:pPr>
            <a:endParaRPr lang="en-US" sz="1050">
              <a:solidFill>
                <a:srgbClr val="FF0000">
                  <a:alpha val="90000"/>
                </a:srgbClr>
              </a:solidFill>
            </a:endParaRPr>
          </a:p>
          <a:p>
            <a:endParaRPr lang="en-US" sz="1050">
              <a:solidFill>
                <a:srgbClr val="FF0000">
                  <a:alpha val="90000"/>
                </a:srgbClr>
              </a:solidFill>
            </a:endParaRPr>
          </a:p>
        </p:txBody>
      </p:sp>
      <p:cxnSp>
        <p:nvCxnSpPr>
          <p:cNvPr id="6" name="Straight Connector 5">
            <a:extLst>
              <a:ext uri="{FF2B5EF4-FFF2-40B4-BE49-F238E27FC236}">
                <a16:creationId xmlns:a16="http://schemas.microsoft.com/office/drawing/2014/main" id="{6D928EE9-9E04-D3E8-0C2E-C7FA2DD6D2C3}"/>
              </a:ext>
            </a:extLst>
          </p:cNvPr>
          <p:cNvCxnSpPr>
            <a:cxnSpLocks/>
          </p:cNvCxnSpPr>
          <p:nvPr userDrawn="1"/>
        </p:nvCxnSpPr>
        <p:spPr>
          <a:xfrm>
            <a:off x="-1466969" y="1008000"/>
            <a:ext cx="1224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15876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DDC495-263F-04A2-9ABB-2BFA62FA2184}"/>
              </a:ext>
            </a:extLst>
          </p:cNvPr>
          <p:cNvSpPr>
            <a:spLocks/>
          </p:cNvSpPr>
          <p:nvPr userDrawn="1"/>
        </p:nvSpPr>
        <p:spPr>
          <a:xfrm>
            <a:off x="555102" y="2764203"/>
            <a:ext cx="11081796" cy="1329595"/>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1" forceAA="0" compatLnSpc="1">
            <a:prstTxWarp prst="textNoShape">
              <a:avLst/>
            </a:prstTxWarp>
            <a:sp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End layout</a:t>
            </a:r>
          </a:p>
        </p:txBody>
      </p:sp>
    </p:spTree>
    <p:extLst>
      <p:ext uri="{BB962C8B-B14F-4D97-AF65-F5344CB8AC3E}">
        <p14:creationId xmlns:p14="http://schemas.microsoft.com/office/powerpoint/2010/main" val="337840007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End layout">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4B86CA7E-B351-304C-B84A-7D72E7DF7AA2}"/>
              </a:ext>
            </a:extLst>
          </p:cNvPr>
          <p:cNvSpPr>
            <a:spLocks/>
          </p:cNvSpPr>
          <p:nvPr userDrawn="1"/>
        </p:nvSpPr>
        <p:spPr>
          <a:xfrm>
            <a:off x="0" y="6318000"/>
            <a:ext cx="12192000" cy="540000"/>
          </a:xfrm>
          <a:prstGeom prst="rect">
            <a:avLst/>
          </a:prstGeom>
          <a:solidFill>
            <a:srgbClr val="1919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lumMod val="95000"/>
                </a:schemeClr>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0BB660A0-08E0-5735-7C3F-6B6BB5EA274E}"/>
              </a:ext>
            </a:extLst>
          </p:cNvPr>
          <p:cNvSpPr txBox="1"/>
          <p:nvPr userDrawn="1"/>
        </p:nvSpPr>
        <p:spPr>
          <a:xfrm>
            <a:off x="0" y="4403514"/>
            <a:ext cx="12208324" cy="400110"/>
          </a:xfrm>
          <a:prstGeom prst="rect">
            <a:avLst/>
          </a:prstGeom>
          <a:noFill/>
        </p:spPr>
        <p:txBody>
          <a:bodyPr wrap="square">
            <a:spAutoFit/>
          </a:bodyPr>
          <a:lstStyle/>
          <a:p>
            <a:pPr algn="ctr"/>
            <a:r>
              <a:rPr lang="en-US" sz="2000" b="1" kern="2400">
                <a:solidFill>
                  <a:srgbClr val="998242"/>
                </a:solidFill>
                <a:latin typeface="Arial"/>
                <a:ea typeface="ＭＳ Ｐゴシック" charset="0"/>
                <a:cs typeface="Arial"/>
              </a:rPr>
              <a:t>www.trelleborg.com</a:t>
            </a:r>
            <a:endParaRPr lang="en-US" sz="2000" b="1">
              <a:solidFill>
                <a:srgbClr val="998242"/>
              </a:solidFill>
            </a:endParaRPr>
          </a:p>
        </p:txBody>
      </p:sp>
      <p:sp>
        <p:nvSpPr>
          <p:cNvPr id="3" name="Footer Placeholder 2">
            <a:extLst>
              <a:ext uri="{FF2B5EF4-FFF2-40B4-BE49-F238E27FC236}">
                <a16:creationId xmlns:a16="http://schemas.microsoft.com/office/drawing/2014/main" id="{74BCC4B3-3BF2-53A1-C224-45500A28CCA1}"/>
              </a:ext>
            </a:extLst>
          </p:cNvPr>
          <p:cNvSpPr>
            <a:spLocks noGrp="1"/>
          </p:cNvSpPr>
          <p:nvPr>
            <p:ph type="ftr" sz="quarter" idx="10"/>
          </p:nvPr>
        </p:nvSpPr>
        <p:spPr/>
        <p:txBody>
          <a:bodyPr/>
          <a:lstStyle/>
          <a:p>
            <a:r>
              <a:rPr lang="en-US"/>
              <a:t>TRELLEBORG GROUP</a:t>
            </a:r>
          </a:p>
        </p:txBody>
      </p:sp>
      <p:sp>
        <p:nvSpPr>
          <p:cNvPr id="4" name="Slide Number Placeholder 3">
            <a:extLst>
              <a:ext uri="{FF2B5EF4-FFF2-40B4-BE49-F238E27FC236}">
                <a16:creationId xmlns:a16="http://schemas.microsoft.com/office/drawing/2014/main" id="{85CE5580-71D1-F9D8-4FA6-18FFE7D466F2}"/>
              </a:ext>
            </a:extLst>
          </p:cNvPr>
          <p:cNvSpPr>
            <a:spLocks noGrp="1"/>
          </p:cNvSpPr>
          <p:nvPr>
            <p:ph type="sldNum" sz="quarter" idx="11"/>
          </p:nvPr>
        </p:nvSpPr>
        <p:spPr/>
        <p:txBody>
          <a:bodyPr/>
          <a:lstStyle/>
          <a:p>
            <a:fld id="{5EA29875-719B-4A39-A51C-7BDD87443D68}" type="slidenum">
              <a:rPr lang="en-US" smtClean="0"/>
              <a:pPr/>
              <a:t>‹#›</a:t>
            </a:fld>
            <a:endParaRPr lang="en-US"/>
          </a:p>
        </p:txBody>
      </p:sp>
      <p:sp>
        <p:nvSpPr>
          <p:cNvPr id="5" name="Date Placeholder 4">
            <a:extLst>
              <a:ext uri="{FF2B5EF4-FFF2-40B4-BE49-F238E27FC236}">
                <a16:creationId xmlns:a16="http://schemas.microsoft.com/office/drawing/2014/main" id="{B78B1337-2405-2098-B79C-F595478908C9}"/>
              </a:ext>
            </a:extLst>
          </p:cNvPr>
          <p:cNvSpPr>
            <a:spLocks noGrp="1"/>
          </p:cNvSpPr>
          <p:nvPr>
            <p:ph type="dt" sz="half" idx="12"/>
          </p:nvPr>
        </p:nvSpPr>
        <p:spPr/>
        <p:txBody>
          <a:bodyPr/>
          <a:lstStyle/>
          <a:p>
            <a:fld id="{E53CAF16-5AB2-4305-959C-E17B059163E1}" type="datetime4">
              <a:rPr lang="en-US" smtClean="0"/>
              <a:t>March 3, 2026</a:t>
            </a:fld>
            <a:endParaRPr lang="en-US"/>
          </a:p>
        </p:txBody>
      </p:sp>
      <p:pic>
        <p:nvPicPr>
          <p:cNvPr id="8" name="Graphic 7">
            <a:extLst>
              <a:ext uri="{FF2B5EF4-FFF2-40B4-BE49-F238E27FC236}">
                <a16:creationId xmlns:a16="http://schemas.microsoft.com/office/drawing/2014/main" id="{2FE5CE02-FE7B-90AB-1884-67135804398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5790" b="35791"/>
          <a:stretch/>
        </p:blipFill>
        <p:spPr>
          <a:xfrm>
            <a:off x="2835272" y="1515015"/>
            <a:ext cx="6521456" cy="2622771"/>
          </a:xfrm>
          <a:prstGeom prst="rect">
            <a:avLst/>
          </a:prstGeom>
        </p:spPr>
      </p:pic>
    </p:spTree>
    <p:extLst>
      <p:ext uri="{BB962C8B-B14F-4D97-AF65-F5344CB8AC3E}">
        <p14:creationId xmlns:p14="http://schemas.microsoft.com/office/powerpoint/2010/main" val="4266557473"/>
      </p:ext>
    </p:extLst>
  </p:cSld>
  <p:clrMapOvr>
    <a:masterClrMapping/>
  </p:clrMapOvr>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accent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59FB4E-823E-413B-B741-B28844C666F8}"/>
              </a:ext>
            </a:extLst>
          </p:cNvPr>
          <p:cNvSpPr>
            <a:spLocks/>
          </p:cNvSpPr>
          <p:nvPr userDrawn="1"/>
        </p:nvSpPr>
        <p:spPr>
          <a:xfrm>
            <a:off x="449580" y="778164"/>
            <a:ext cx="11292840" cy="2659190"/>
          </a:xfrm>
          <a:prstGeom prst="rect">
            <a:avLst/>
          </a:prstGeom>
          <a:noFill/>
          <a:ln w="9525" cap="flat">
            <a:noFill/>
            <a:prstDash val="solid"/>
            <a:miter/>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9600" b="1" i="0" u="none" strike="noStrike" kern="1200" cap="none" spc="-30" normalizeH="0" baseline="0" noProof="0">
                <a:ln>
                  <a:noFill/>
                </a:ln>
                <a:solidFill>
                  <a:schemeClr val="bg1"/>
                </a:solidFill>
                <a:effectLst/>
                <a:uLnTx/>
                <a:uFillTx/>
                <a:latin typeface="+mn-lt"/>
                <a:ea typeface="+mn-ea"/>
                <a:cs typeface="+mn-cs"/>
              </a:rPr>
              <a:t>Do not use layouts after this (if any) </a:t>
            </a:r>
          </a:p>
        </p:txBody>
      </p:sp>
      <p:sp>
        <p:nvSpPr>
          <p:cNvPr id="10" name="Rectangle 9">
            <a:extLst>
              <a:ext uri="{FF2B5EF4-FFF2-40B4-BE49-F238E27FC236}">
                <a16:creationId xmlns:a16="http://schemas.microsoft.com/office/drawing/2014/main" id="{0F0BA21A-F948-D87E-FA9F-CAC0573B54B4}"/>
              </a:ext>
            </a:extLst>
          </p:cNvPr>
          <p:cNvSpPr>
            <a:spLocks/>
          </p:cNvSpPr>
          <p:nvPr userDrawn="1"/>
        </p:nvSpPr>
        <p:spPr>
          <a:xfrm>
            <a:off x="1011382" y="3628090"/>
            <a:ext cx="10169236" cy="1475001"/>
          </a:xfrm>
          <a:prstGeom prst="rect">
            <a:avLst/>
          </a:prstGeom>
          <a:noFill/>
          <a:ln w="9525" cap="flat">
            <a:noFill/>
            <a:prstDash val="solid"/>
            <a:miter/>
          </a:ln>
        </p:spPr>
        <p:txBody>
          <a:bodyPr rot="0" spcFirstLastPara="0" vertOverflow="overflow" horzOverflow="overflow" vert="horz" wrap="square" lIns="396000" tIns="72000" rIns="180000" bIns="72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4000" b="0" i="0" u="none" strike="noStrike" kern="1200" cap="none" spc="-30" normalizeH="0" baseline="0" noProof="0">
                <a:ln>
                  <a:noFill/>
                </a:ln>
                <a:solidFill>
                  <a:schemeClr val="bg1"/>
                </a:solidFill>
                <a:effectLst/>
                <a:uLnTx/>
                <a:uFillTx/>
                <a:latin typeface="+mn-lt"/>
                <a:ea typeface="+mn-ea"/>
                <a:cs typeface="+mn-cs"/>
              </a:rPr>
              <a:t>Due to how PowerPoint works, more layouts may appear after this one. </a:t>
            </a:r>
          </a:p>
          <a:p>
            <a:pPr marL="0" marR="0" lvl="0" indent="0" algn="ctr" defTabSz="914400" rtl="0" eaLnBrk="1" fontAlgn="auto" latinLnBrk="0" hangingPunct="1">
              <a:lnSpc>
                <a:spcPct val="90000"/>
              </a:lnSpc>
              <a:spcBef>
                <a:spcPts val="600"/>
              </a:spcBef>
              <a:spcAft>
                <a:spcPts val="0"/>
              </a:spcAft>
              <a:buClrTx/>
              <a:buSzTx/>
              <a:buFont typeface="Arial" pitchFamily="34" charset="0"/>
              <a:buNone/>
              <a:tabLst/>
              <a:defRPr/>
            </a:pPr>
            <a:r>
              <a:rPr kumimoji="0" lang="en-US" sz="4000" b="0" i="0" u="none" strike="noStrike" kern="1200" cap="none" spc="-30" normalizeH="0" baseline="0" noProof="0">
                <a:ln>
                  <a:noFill/>
                </a:ln>
                <a:solidFill>
                  <a:schemeClr val="bg1"/>
                </a:solidFill>
                <a:effectLst/>
                <a:uLnTx/>
                <a:uFillTx/>
                <a:latin typeface="+mn-lt"/>
                <a:ea typeface="+mn-ea"/>
                <a:cs typeface="+mn-cs"/>
              </a:rPr>
              <a:t>These layouts are duplicates from other templates and should not be used.</a:t>
            </a:r>
          </a:p>
        </p:txBody>
      </p:sp>
    </p:spTree>
    <p:extLst>
      <p:ext uri="{BB962C8B-B14F-4D97-AF65-F5344CB8AC3E}">
        <p14:creationId xmlns:p14="http://schemas.microsoft.com/office/powerpoint/2010/main" val="85323030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ags" Target="../tags/tag2.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9" Type="http://schemas.openxmlformats.org/officeDocument/2006/relationships/slideLayout" Target="../slideLayouts/slideLayout80.xml"/><Relationship Id="rId21" Type="http://schemas.openxmlformats.org/officeDocument/2006/relationships/slideLayout" Target="../slideLayouts/slideLayout62.xml"/><Relationship Id="rId34" Type="http://schemas.openxmlformats.org/officeDocument/2006/relationships/slideLayout" Target="../slideLayouts/slideLayout75.xml"/><Relationship Id="rId42" Type="http://schemas.openxmlformats.org/officeDocument/2006/relationships/theme" Target="../theme/theme2.xml"/><Relationship Id="rId7" Type="http://schemas.openxmlformats.org/officeDocument/2006/relationships/slideLayout" Target="../slideLayouts/slideLayout4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9" Type="http://schemas.openxmlformats.org/officeDocument/2006/relationships/slideLayout" Target="../slideLayouts/slideLayout70.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37" Type="http://schemas.openxmlformats.org/officeDocument/2006/relationships/slideLayout" Target="../slideLayouts/slideLayout78.xml"/><Relationship Id="rId40" Type="http://schemas.openxmlformats.org/officeDocument/2006/relationships/slideLayout" Target="../slideLayouts/slideLayout81.xml"/><Relationship Id="rId45" Type="http://schemas.openxmlformats.org/officeDocument/2006/relationships/image" Target="../media/image1.emf"/><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36" Type="http://schemas.openxmlformats.org/officeDocument/2006/relationships/slideLayout" Target="../slideLayouts/slideLayout77.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4" Type="http://schemas.openxmlformats.org/officeDocument/2006/relationships/oleObject" Target="../embeddings/oleObject2.bin"/><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slideLayout" Target="../slideLayouts/slideLayout76.xml"/><Relationship Id="rId43" Type="http://schemas.openxmlformats.org/officeDocument/2006/relationships/tags" Target="../tags/tag3.xml"/><Relationship Id="rId8" Type="http://schemas.openxmlformats.org/officeDocument/2006/relationships/slideLayout" Target="../slideLayouts/slideLayout49.xml"/><Relationship Id="rId3" Type="http://schemas.openxmlformats.org/officeDocument/2006/relationships/slideLayout" Target="../slideLayouts/slideLayout44.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38" Type="http://schemas.openxmlformats.org/officeDocument/2006/relationships/slideLayout" Target="../slideLayouts/slideLayout79.xml"/><Relationship Id="rId20" Type="http://schemas.openxmlformats.org/officeDocument/2006/relationships/slideLayout" Target="../slideLayouts/slideLayout61.xml"/><Relationship Id="rId41"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30B406A-BFCE-F837-88A3-85108C2A4FB5}"/>
              </a:ext>
            </a:extLst>
          </p:cNvPr>
          <p:cNvGraphicFramePr>
            <a:graphicFrameLocks noChangeAspect="1"/>
          </p:cNvGraphicFramePr>
          <p:nvPr userDrawn="1">
            <p:custDataLst>
              <p:tags r:id="rId43"/>
            </p:custDataLst>
            <p:extLst>
              <p:ext uri="{D42A27DB-BD31-4B8C-83A1-F6EECF244321}">
                <p14:modId xmlns:p14="http://schemas.microsoft.com/office/powerpoint/2010/main" val="18369788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4" imgW="276" imgH="275" progId="TCLayout.ActiveDocument.1">
                  <p:embed/>
                </p:oleObj>
              </mc:Choice>
              <mc:Fallback>
                <p:oleObj name="think-cell Slide" r:id="rId44" imgW="276" imgH="275" progId="TCLayout.ActiveDocument.1">
                  <p:embed/>
                  <p:pic>
                    <p:nvPicPr>
                      <p:cNvPr id="8" name="think-cell data - do not delete" hidden="1">
                        <a:extLst>
                          <a:ext uri="{FF2B5EF4-FFF2-40B4-BE49-F238E27FC236}">
                            <a16:creationId xmlns:a16="http://schemas.microsoft.com/office/drawing/2014/main" id="{930B406A-BFCE-F837-88A3-85108C2A4FB5}"/>
                          </a:ext>
                        </a:extLst>
                      </p:cNvPr>
                      <p:cNvPicPr/>
                      <p:nvPr/>
                    </p:nvPicPr>
                    <p:blipFill>
                      <a:blip r:embed="rId45"/>
                      <a:stretch>
                        <a:fillRect/>
                      </a:stretch>
                    </p:blipFill>
                    <p:spPr>
                      <a:xfrm>
                        <a:off x="1588" y="1588"/>
                        <a:ext cx="1588" cy="1588"/>
                      </a:xfrm>
                      <a:prstGeom prst="rect">
                        <a:avLst/>
                      </a:prstGeom>
                    </p:spPr>
                  </p:pic>
                </p:oleObj>
              </mc:Fallback>
            </mc:AlternateContent>
          </a:graphicData>
        </a:graphic>
      </p:graphicFrame>
      <p:sp>
        <p:nvSpPr>
          <p:cNvPr id="9" name="Rectangle 10">
            <a:extLst>
              <a:ext uri="{FF2B5EF4-FFF2-40B4-BE49-F238E27FC236}">
                <a16:creationId xmlns:a16="http://schemas.microsoft.com/office/drawing/2014/main" id="{78FC0C7A-FDB3-9D5F-2DF2-A4E0633FD6FC}"/>
              </a:ext>
            </a:extLst>
          </p:cNvPr>
          <p:cNvSpPr>
            <a:spLocks/>
          </p:cNvSpPr>
          <p:nvPr/>
        </p:nvSpPr>
        <p:spPr>
          <a:xfrm>
            <a:off x="0" y="6318000"/>
            <a:ext cx="12192000" cy="540000"/>
          </a:xfrm>
          <a:prstGeom prst="rect">
            <a:avLst/>
          </a:prstGeom>
          <a:solidFill>
            <a:srgbClr val="1919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lumMod val="95000"/>
                </a:schemeClr>
              </a:solidFill>
              <a:latin typeface="Arial" panose="020B0604020202020204" pitchFamily="34" charset="0"/>
              <a:cs typeface="Arial" panose="020B0604020202020204" pitchFamily="34" charset="0"/>
            </a:endParaRPr>
          </a:p>
        </p:txBody>
      </p:sp>
      <p:sp>
        <p:nvSpPr>
          <p:cNvPr id="2" name="Title Placeholder 1">
            <a:extLst>
              <a:ext uri="{FF2B5EF4-FFF2-40B4-BE49-F238E27FC236}">
                <a16:creationId xmlns:a16="http://schemas.microsoft.com/office/drawing/2014/main" id="{43E2F12F-86BB-5982-0A48-2379ABF5C921}"/>
              </a:ext>
            </a:extLst>
          </p:cNvPr>
          <p:cNvSpPr>
            <a:spLocks noGrp="1"/>
          </p:cNvSpPr>
          <p:nvPr>
            <p:ph type="title"/>
          </p:nvPr>
        </p:nvSpPr>
        <p:spPr>
          <a:xfrm>
            <a:off x="539999" y="262800"/>
            <a:ext cx="11113839" cy="664797"/>
          </a:xfrm>
          <a:prstGeom prst="rect">
            <a:avLst/>
          </a:prstGeom>
        </p:spPr>
        <p:txBody>
          <a:bodyPr vert="horz" wrap="square" lIns="0" tIns="0" rIns="0" bIns="0" rtlCol="0" anchor="b">
            <a:noAutofit/>
          </a:bodyPr>
          <a:lstStyle/>
          <a:p>
            <a:r>
              <a:rPr lang="en-US"/>
              <a:t>Click to edit Master title style</a:t>
            </a:r>
          </a:p>
        </p:txBody>
      </p:sp>
      <p:sp>
        <p:nvSpPr>
          <p:cNvPr id="3" name="Text Placeholder 2">
            <a:extLst>
              <a:ext uri="{FF2B5EF4-FFF2-40B4-BE49-F238E27FC236}">
                <a16:creationId xmlns:a16="http://schemas.microsoft.com/office/drawing/2014/main" id="{1D0F23DB-3FBD-343C-39BF-D36668E5BBE4}"/>
              </a:ext>
            </a:extLst>
          </p:cNvPr>
          <p:cNvSpPr>
            <a:spLocks noGrp="1"/>
          </p:cNvSpPr>
          <p:nvPr>
            <p:ph type="body" idx="1"/>
          </p:nvPr>
        </p:nvSpPr>
        <p:spPr>
          <a:xfrm>
            <a:off x="540000" y="1204913"/>
            <a:ext cx="11113839" cy="4840287"/>
          </a:xfrm>
          <a:prstGeom prst="rect">
            <a:avLst/>
          </a:prstGeom>
          <a:ln w="12700">
            <a:noFill/>
          </a:ln>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CCE736D-4E9C-5699-7C27-31DFFD7CCF9C}"/>
              </a:ext>
            </a:extLst>
          </p:cNvPr>
          <p:cNvSpPr>
            <a:spLocks noGrp="1"/>
          </p:cNvSpPr>
          <p:nvPr>
            <p:ph type="ftr" sz="quarter" idx="3"/>
          </p:nvPr>
        </p:nvSpPr>
        <p:spPr>
          <a:xfrm flipH="1">
            <a:off x="766637" y="6518751"/>
            <a:ext cx="2754011" cy="138499"/>
          </a:xfrm>
          <a:prstGeom prst="rect">
            <a:avLst/>
          </a:prstGeom>
        </p:spPr>
        <p:txBody>
          <a:bodyPr vert="horz" wrap="square" lIns="0" tIns="0" rIns="0" bIns="0" rtlCol="0" anchor="ctr">
            <a:spAutoFit/>
          </a:bodyPr>
          <a:lstStyle>
            <a:lvl1pPr algn="l">
              <a:defRPr sz="900" cap="all" baseline="0">
                <a:solidFill>
                  <a:schemeClr val="bg1"/>
                </a:solidFill>
              </a:defRPr>
            </a:lvl1pPr>
          </a:lstStyle>
          <a:p>
            <a:r>
              <a:rPr lang="en-US"/>
              <a:t>TRELLEBORG GROUP</a:t>
            </a:r>
          </a:p>
        </p:txBody>
      </p:sp>
      <p:sp>
        <p:nvSpPr>
          <p:cNvPr id="6" name="Slide Number Placeholder 5">
            <a:extLst>
              <a:ext uri="{FF2B5EF4-FFF2-40B4-BE49-F238E27FC236}">
                <a16:creationId xmlns:a16="http://schemas.microsoft.com/office/drawing/2014/main" id="{72C63773-9819-C11B-FCDA-874739360018}"/>
              </a:ext>
            </a:extLst>
          </p:cNvPr>
          <p:cNvSpPr>
            <a:spLocks noGrp="1"/>
          </p:cNvSpPr>
          <p:nvPr>
            <p:ph type="sldNum" sz="quarter" idx="4"/>
          </p:nvPr>
        </p:nvSpPr>
        <p:spPr>
          <a:xfrm>
            <a:off x="539209" y="6518751"/>
            <a:ext cx="210885" cy="138499"/>
          </a:xfrm>
          <a:prstGeom prst="rect">
            <a:avLst/>
          </a:prstGeom>
        </p:spPr>
        <p:txBody>
          <a:bodyPr vert="horz" wrap="square" lIns="0" tIns="0" rIns="0" bIns="0" rtlCol="0" anchor="ctr">
            <a:spAutoFit/>
          </a:bodyPr>
          <a:lstStyle>
            <a:lvl1pPr algn="l">
              <a:defRPr sz="900">
                <a:solidFill>
                  <a:schemeClr val="bg1"/>
                </a:solidFill>
              </a:defRPr>
            </a:lvl1pPr>
          </a:lstStyle>
          <a:p>
            <a:fld id="{5EA29875-719B-4A39-A51C-7BDD87443D68}" type="slidenum">
              <a:rPr lang="en-US" smtClean="0"/>
              <a:pPr/>
              <a:t>‹#›</a:t>
            </a:fld>
            <a:endParaRPr lang="en-US"/>
          </a:p>
        </p:txBody>
      </p:sp>
      <p:sp>
        <p:nvSpPr>
          <p:cNvPr id="4" name="Date Placeholder 3">
            <a:extLst>
              <a:ext uri="{FF2B5EF4-FFF2-40B4-BE49-F238E27FC236}">
                <a16:creationId xmlns:a16="http://schemas.microsoft.com/office/drawing/2014/main" id="{6E1CD961-B06F-DCCD-4BBA-1B1343B74090}"/>
              </a:ext>
            </a:extLst>
          </p:cNvPr>
          <p:cNvSpPr>
            <a:spLocks noGrp="1"/>
          </p:cNvSpPr>
          <p:nvPr>
            <p:ph type="dt" sz="half" idx="2"/>
          </p:nvPr>
        </p:nvSpPr>
        <p:spPr>
          <a:xfrm>
            <a:off x="5196000" y="6518751"/>
            <a:ext cx="1800000" cy="138499"/>
          </a:xfrm>
          <a:prstGeom prst="rect">
            <a:avLst/>
          </a:prstGeom>
        </p:spPr>
        <p:txBody>
          <a:bodyPr vert="horz" wrap="square" lIns="0" tIns="0" rIns="0" bIns="0" rtlCol="0" anchor="ctr">
            <a:spAutoFit/>
          </a:bodyPr>
          <a:lstStyle>
            <a:lvl1pPr algn="ctr">
              <a:defRPr sz="900" cap="all" baseline="0">
                <a:solidFill>
                  <a:schemeClr val="bg1"/>
                </a:solidFill>
              </a:defRPr>
            </a:lvl1pPr>
          </a:lstStyle>
          <a:p>
            <a:fld id="{F66D1A21-DA7F-43FD-8BC0-CF1F1BBA6459}" type="datetime4">
              <a:rPr lang="en-US" smtClean="0"/>
              <a:t>March 3, 2026</a:t>
            </a:fld>
            <a:endParaRPr lang="en-US"/>
          </a:p>
        </p:txBody>
      </p:sp>
      <p:grpSp>
        <p:nvGrpSpPr>
          <p:cNvPr id="30" name="Group 29">
            <a:extLst>
              <a:ext uri="{FF2B5EF4-FFF2-40B4-BE49-F238E27FC236}">
                <a16:creationId xmlns:a16="http://schemas.microsoft.com/office/drawing/2014/main" id="{B7467DED-36C4-2232-7CC5-7925DA4D4319}"/>
              </a:ext>
            </a:extLst>
          </p:cNvPr>
          <p:cNvGrpSpPr>
            <a:grpSpLocks/>
          </p:cNvGrpSpPr>
          <p:nvPr/>
        </p:nvGrpSpPr>
        <p:grpSpPr>
          <a:xfrm>
            <a:off x="10952333" y="6443734"/>
            <a:ext cx="693917" cy="288532"/>
            <a:chOff x="3591717" y="6426680"/>
            <a:chExt cx="442855" cy="184140"/>
          </a:xfrm>
        </p:grpSpPr>
        <p:grpSp>
          <p:nvGrpSpPr>
            <p:cNvPr id="17" name="Graphic 14">
              <a:extLst>
                <a:ext uri="{FF2B5EF4-FFF2-40B4-BE49-F238E27FC236}">
                  <a16:creationId xmlns:a16="http://schemas.microsoft.com/office/drawing/2014/main" id="{4716F08F-D540-EB26-A85F-2D52972561D6}"/>
                </a:ext>
              </a:extLst>
            </p:cNvPr>
            <p:cNvGrpSpPr/>
            <p:nvPr/>
          </p:nvGrpSpPr>
          <p:grpSpPr>
            <a:xfrm>
              <a:off x="3699827" y="6426680"/>
              <a:ext cx="226739" cy="101444"/>
              <a:chOff x="3699827" y="6426680"/>
              <a:chExt cx="226739" cy="101444"/>
            </a:xfrm>
            <a:solidFill>
              <a:srgbClr val="998242"/>
            </a:solidFill>
          </p:grpSpPr>
          <p:sp>
            <p:nvSpPr>
              <p:cNvPr id="18" name="Freeform: Shape 17">
                <a:extLst>
                  <a:ext uri="{FF2B5EF4-FFF2-40B4-BE49-F238E27FC236}">
                    <a16:creationId xmlns:a16="http://schemas.microsoft.com/office/drawing/2014/main" id="{C6A09024-4F7B-6443-0F06-C616D6866BB4}"/>
                  </a:ext>
                </a:extLst>
              </p:cNvPr>
              <p:cNvSpPr/>
              <p:nvPr/>
            </p:nvSpPr>
            <p:spPr>
              <a:xfrm>
                <a:off x="3734822" y="6440532"/>
                <a:ext cx="56450" cy="52076"/>
              </a:xfrm>
              <a:custGeom>
                <a:avLst/>
                <a:gdLst>
                  <a:gd name="connsiteX0" fmla="*/ 0 w 56450"/>
                  <a:gd name="connsiteY0" fmla="*/ 0 h 52076"/>
                  <a:gd name="connsiteX1" fmla="*/ 0 w 56450"/>
                  <a:gd name="connsiteY1" fmla="*/ 8228 h 52076"/>
                  <a:gd name="connsiteX2" fmla="*/ 24059 w 56450"/>
                  <a:gd name="connsiteY2" fmla="*/ 8228 h 52076"/>
                  <a:gd name="connsiteX3" fmla="*/ 24059 w 56450"/>
                  <a:gd name="connsiteY3" fmla="*/ 52076 h 52076"/>
                  <a:gd name="connsiteX4" fmla="*/ 32287 w 56450"/>
                  <a:gd name="connsiteY4" fmla="*/ 52076 h 52076"/>
                  <a:gd name="connsiteX5" fmla="*/ 32287 w 56450"/>
                  <a:gd name="connsiteY5" fmla="*/ 8228 h 52076"/>
                  <a:gd name="connsiteX6" fmla="*/ 56451 w 56450"/>
                  <a:gd name="connsiteY6" fmla="*/ 8228 h 52076"/>
                  <a:gd name="connsiteX7" fmla="*/ 56451 w 56450"/>
                  <a:gd name="connsiteY7" fmla="*/ 0 h 52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450" h="52076">
                    <a:moveTo>
                      <a:pt x="0" y="0"/>
                    </a:moveTo>
                    <a:lnTo>
                      <a:pt x="0" y="8228"/>
                    </a:lnTo>
                    <a:lnTo>
                      <a:pt x="24059" y="8228"/>
                    </a:lnTo>
                    <a:lnTo>
                      <a:pt x="24059" y="52076"/>
                    </a:lnTo>
                    <a:lnTo>
                      <a:pt x="32287" y="52076"/>
                    </a:lnTo>
                    <a:lnTo>
                      <a:pt x="32287" y="8228"/>
                    </a:lnTo>
                    <a:lnTo>
                      <a:pt x="56451" y="8228"/>
                    </a:lnTo>
                    <a:lnTo>
                      <a:pt x="56451" y="0"/>
                    </a:lnTo>
                    <a:close/>
                  </a:path>
                </a:pathLst>
              </a:custGeom>
              <a:solidFill>
                <a:srgbClr val="998242"/>
              </a:solidFill>
              <a:ln w="1041" cap="flat">
                <a:noFill/>
                <a:prstDash val="solid"/>
                <a:miter/>
              </a:ln>
            </p:spPr>
            <p:txBody>
              <a:bodyPr rtlCol="0" anchor="ctr"/>
              <a:lstStyle/>
              <a:p>
                <a:endParaRPr lang="da-DK"/>
              </a:p>
            </p:txBody>
          </p:sp>
          <p:sp>
            <p:nvSpPr>
              <p:cNvPr id="19" name="Freeform: Shape 18">
                <a:extLst>
                  <a:ext uri="{FF2B5EF4-FFF2-40B4-BE49-F238E27FC236}">
                    <a16:creationId xmlns:a16="http://schemas.microsoft.com/office/drawing/2014/main" id="{72AFCC20-0889-811D-5457-9FE4E253F5CD}"/>
                  </a:ext>
                </a:extLst>
              </p:cNvPr>
              <p:cNvSpPr/>
              <p:nvPr/>
            </p:nvSpPr>
            <p:spPr>
              <a:xfrm>
                <a:off x="3699827" y="6426680"/>
                <a:ext cx="226739" cy="101444"/>
              </a:xfrm>
              <a:custGeom>
                <a:avLst/>
                <a:gdLst>
                  <a:gd name="connsiteX0" fmla="*/ 163519 w 226739"/>
                  <a:gd name="connsiteY0" fmla="*/ 101444 h 101444"/>
                  <a:gd name="connsiteX1" fmla="*/ 226739 w 226739"/>
                  <a:gd name="connsiteY1" fmla="*/ 0 h 101444"/>
                  <a:gd name="connsiteX2" fmla="*/ 0 w 226739"/>
                  <a:gd name="connsiteY2" fmla="*/ 0 h 101444"/>
                  <a:gd name="connsiteX3" fmla="*/ 63220 w 226739"/>
                  <a:gd name="connsiteY3" fmla="*/ 101444 h 101444"/>
                  <a:gd name="connsiteX4" fmla="*/ 79885 w 226739"/>
                  <a:gd name="connsiteY4" fmla="*/ 74677 h 101444"/>
                  <a:gd name="connsiteX5" fmla="*/ 96966 w 226739"/>
                  <a:gd name="connsiteY5" fmla="*/ 101444 h 101444"/>
                  <a:gd name="connsiteX6" fmla="*/ 113630 w 226739"/>
                  <a:gd name="connsiteY6" fmla="*/ 74677 h 101444"/>
                  <a:gd name="connsiteX7" fmla="*/ 130294 w 226739"/>
                  <a:gd name="connsiteY7" fmla="*/ 101444 h 101444"/>
                  <a:gd name="connsiteX8" fmla="*/ 146855 w 226739"/>
                  <a:gd name="connsiteY8" fmla="*/ 74781 h 101444"/>
                  <a:gd name="connsiteX9" fmla="*/ 163519 w 226739"/>
                  <a:gd name="connsiteY9" fmla="*/ 101444 h 101444"/>
                  <a:gd name="connsiteX10" fmla="*/ 210075 w 226739"/>
                  <a:gd name="connsiteY10" fmla="*/ 9270 h 101444"/>
                  <a:gd name="connsiteX11" fmla="*/ 163519 w 226739"/>
                  <a:gd name="connsiteY11" fmla="*/ 83947 h 101444"/>
                  <a:gd name="connsiteX12" fmla="*/ 152375 w 226739"/>
                  <a:gd name="connsiteY12" fmla="*/ 66033 h 101444"/>
                  <a:gd name="connsiteX13" fmla="*/ 187682 w 226739"/>
                  <a:gd name="connsiteY13" fmla="*/ 9374 h 101444"/>
                  <a:gd name="connsiteX14" fmla="*/ 210075 w 226739"/>
                  <a:gd name="connsiteY14" fmla="*/ 9270 h 101444"/>
                  <a:gd name="connsiteX15" fmla="*/ 210075 w 226739"/>
                  <a:gd name="connsiteY15" fmla="*/ 9270 h 101444"/>
                  <a:gd name="connsiteX16" fmla="*/ 63220 w 226739"/>
                  <a:gd name="connsiteY16" fmla="*/ 83947 h 101444"/>
                  <a:gd name="connsiteX17" fmla="*/ 16873 w 226739"/>
                  <a:gd name="connsiteY17" fmla="*/ 9270 h 101444"/>
                  <a:gd name="connsiteX18" fmla="*/ 31037 w 226739"/>
                  <a:gd name="connsiteY18" fmla="*/ 9270 h 101444"/>
                  <a:gd name="connsiteX19" fmla="*/ 109777 w 226739"/>
                  <a:gd name="connsiteY19" fmla="*/ 9270 h 101444"/>
                  <a:gd name="connsiteX20" fmla="*/ 63220 w 226739"/>
                  <a:gd name="connsiteY20" fmla="*/ 83947 h 101444"/>
                  <a:gd name="connsiteX21" fmla="*/ 85405 w 226739"/>
                  <a:gd name="connsiteY21" fmla="*/ 65824 h 101444"/>
                  <a:gd name="connsiteX22" fmla="*/ 120608 w 226739"/>
                  <a:gd name="connsiteY22" fmla="*/ 9374 h 101444"/>
                  <a:gd name="connsiteX23" fmla="*/ 143522 w 226739"/>
                  <a:gd name="connsiteY23" fmla="*/ 9374 h 101444"/>
                  <a:gd name="connsiteX24" fmla="*/ 96966 w 226739"/>
                  <a:gd name="connsiteY24" fmla="*/ 84051 h 101444"/>
                  <a:gd name="connsiteX25" fmla="*/ 85405 w 226739"/>
                  <a:gd name="connsiteY25" fmla="*/ 65824 h 101444"/>
                  <a:gd name="connsiteX26" fmla="*/ 119150 w 226739"/>
                  <a:gd name="connsiteY26" fmla="*/ 65824 h 101444"/>
                  <a:gd name="connsiteX27" fmla="*/ 154354 w 226739"/>
                  <a:gd name="connsiteY27" fmla="*/ 9374 h 101444"/>
                  <a:gd name="connsiteX28" fmla="*/ 176746 w 226739"/>
                  <a:gd name="connsiteY28" fmla="*/ 9374 h 101444"/>
                  <a:gd name="connsiteX29" fmla="*/ 130190 w 226739"/>
                  <a:gd name="connsiteY29" fmla="*/ 84051 h 101444"/>
                  <a:gd name="connsiteX30" fmla="*/ 119150 w 226739"/>
                  <a:gd name="connsiteY30" fmla="*/ 65824 h 101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6739" h="101444">
                    <a:moveTo>
                      <a:pt x="163519" y="101444"/>
                    </a:moveTo>
                    <a:lnTo>
                      <a:pt x="226739" y="0"/>
                    </a:lnTo>
                    <a:lnTo>
                      <a:pt x="0" y="0"/>
                    </a:lnTo>
                    <a:lnTo>
                      <a:pt x="63220" y="101444"/>
                    </a:lnTo>
                    <a:lnTo>
                      <a:pt x="79885" y="74677"/>
                    </a:lnTo>
                    <a:lnTo>
                      <a:pt x="96966" y="101444"/>
                    </a:lnTo>
                    <a:lnTo>
                      <a:pt x="113630" y="74677"/>
                    </a:lnTo>
                    <a:lnTo>
                      <a:pt x="130294" y="101444"/>
                    </a:lnTo>
                    <a:lnTo>
                      <a:pt x="146855" y="74781"/>
                    </a:lnTo>
                    <a:lnTo>
                      <a:pt x="163519" y="101444"/>
                    </a:lnTo>
                    <a:close/>
                    <a:moveTo>
                      <a:pt x="210075" y="9270"/>
                    </a:moveTo>
                    <a:lnTo>
                      <a:pt x="163519" y="83947"/>
                    </a:lnTo>
                    <a:lnTo>
                      <a:pt x="152375" y="66033"/>
                    </a:lnTo>
                    <a:lnTo>
                      <a:pt x="187682" y="9374"/>
                    </a:lnTo>
                    <a:lnTo>
                      <a:pt x="210075" y="9270"/>
                    </a:lnTo>
                    <a:lnTo>
                      <a:pt x="210075" y="9270"/>
                    </a:lnTo>
                    <a:close/>
                    <a:moveTo>
                      <a:pt x="63220" y="83947"/>
                    </a:moveTo>
                    <a:lnTo>
                      <a:pt x="16873" y="9270"/>
                    </a:lnTo>
                    <a:lnTo>
                      <a:pt x="31037" y="9270"/>
                    </a:lnTo>
                    <a:lnTo>
                      <a:pt x="109777" y="9270"/>
                    </a:lnTo>
                    <a:lnTo>
                      <a:pt x="63220" y="83947"/>
                    </a:lnTo>
                    <a:close/>
                    <a:moveTo>
                      <a:pt x="85405" y="65824"/>
                    </a:moveTo>
                    <a:lnTo>
                      <a:pt x="120608" y="9374"/>
                    </a:lnTo>
                    <a:lnTo>
                      <a:pt x="143522" y="9374"/>
                    </a:lnTo>
                    <a:lnTo>
                      <a:pt x="96966" y="84051"/>
                    </a:lnTo>
                    <a:lnTo>
                      <a:pt x="85405" y="65824"/>
                    </a:lnTo>
                    <a:close/>
                    <a:moveTo>
                      <a:pt x="119150" y="65824"/>
                    </a:moveTo>
                    <a:lnTo>
                      <a:pt x="154354" y="9374"/>
                    </a:lnTo>
                    <a:lnTo>
                      <a:pt x="176746" y="9374"/>
                    </a:lnTo>
                    <a:lnTo>
                      <a:pt x="130190" y="84051"/>
                    </a:lnTo>
                    <a:lnTo>
                      <a:pt x="119150" y="65824"/>
                    </a:lnTo>
                    <a:close/>
                  </a:path>
                </a:pathLst>
              </a:custGeom>
              <a:solidFill>
                <a:srgbClr val="998242"/>
              </a:solidFill>
              <a:ln w="1041" cap="flat">
                <a:noFill/>
                <a:prstDash val="solid"/>
                <a:miter/>
              </a:ln>
            </p:spPr>
            <p:txBody>
              <a:bodyPr rtlCol="0" anchor="ctr"/>
              <a:lstStyle/>
              <a:p>
                <a:endParaRPr lang="da-DK"/>
              </a:p>
            </p:txBody>
          </p:sp>
        </p:grpSp>
        <p:sp>
          <p:nvSpPr>
            <p:cNvPr id="20" name="Freeform: Shape 19">
              <a:extLst>
                <a:ext uri="{FF2B5EF4-FFF2-40B4-BE49-F238E27FC236}">
                  <a16:creationId xmlns:a16="http://schemas.microsoft.com/office/drawing/2014/main" id="{656BDD16-D07C-23D8-ECD0-22B66F86EA4C}"/>
                </a:ext>
              </a:extLst>
            </p:cNvPr>
            <p:cNvSpPr/>
            <p:nvPr/>
          </p:nvSpPr>
          <p:spPr>
            <a:xfrm>
              <a:off x="3591717" y="6545309"/>
              <a:ext cx="39577" cy="64261"/>
            </a:xfrm>
            <a:custGeom>
              <a:avLst/>
              <a:gdLst>
                <a:gd name="connsiteX0" fmla="*/ 0 w 39577"/>
                <a:gd name="connsiteY0" fmla="*/ 8332 h 64261"/>
                <a:gd name="connsiteX1" fmla="*/ 5103 w 39577"/>
                <a:gd name="connsiteY1" fmla="*/ 5833 h 64261"/>
                <a:gd name="connsiteX2" fmla="*/ 16039 w 39577"/>
                <a:gd name="connsiteY2" fmla="*/ 5833 h 64261"/>
                <a:gd name="connsiteX3" fmla="*/ 16039 w 39577"/>
                <a:gd name="connsiteY3" fmla="*/ 59263 h 64261"/>
                <a:gd name="connsiteX4" fmla="*/ 14061 w 39577"/>
                <a:gd name="connsiteY4" fmla="*/ 64262 h 64261"/>
                <a:gd name="connsiteX5" fmla="*/ 25517 w 39577"/>
                <a:gd name="connsiteY5" fmla="*/ 64262 h 64261"/>
                <a:gd name="connsiteX6" fmla="*/ 23538 w 39577"/>
                <a:gd name="connsiteY6" fmla="*/ 59263 h 64261"/>
                <a:gd name="connsiteX7" fmla="*/ 23538 w 39577"/>
                <a:gd name="connsiteY7" fmla="*/ 5728 h 64261"/>
                <a:gd name="connsiteX8" fmla="*/ 34579 w 39577"/>
                <a:gd name="connsiteY8" fmla="*/ 5728 h 64261"/>
                <a:gd name="connsiteX9" fmla="*/ 39578 w 39577"/>
                <a:gd name="connsiteY9" fmla="*/ 8228 h 64261"/>
                <a:gd name="connsiteX10" fmla="*/ 39578 w 39577"/>
                <a:gd name="connsiteY10" fmla="*/ 0 h 64261"/>
                <a:gd name="connsiteX11" fmla="*/ 0 w 39577"/>
                <a:gd name="connsiteY11" fmla="*/ 0 h 64261"/>
                <a:gd name="connsiteX12" fmla="*/ 0 w 39577"/>
                <a:gd name="connsiteY12" fmla="*/ 8332 h 64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77" h="64261">
                  <a:moveTo>
                    <a:pt x="0" y="8332"/>
                  </a:moveTo>
                  <a:cubicBezTo>
                    <a:pt x="1146" y="7082"/>
                    <a:pt x="1250" y="5833"/>
                    <a:pt x="5103" y="5833"/>
                  </a:cubicBezTo>
                  <a:lnTo>
                    <a:pt x="16039" y="5833"/>
                  </a:lnTo>
                  <a:lnTo>
                    <a:pt x="16039" y="59263"/>
                  </a:lnTo>
                  <a:cubicBezTo>
                    <a:pt x="16039" y="62700"/>
                    <a:pt x="15519" y="63116"/>
                    <a:pt x="14061" y="64262"/>
                  </a:cubicBezTo>
                  <a:lnTo>
                    <a:pt x="25517" y="64262"/>
                  </a:lnTo>
                  <a:cubicBezTo>
                    <a:pt x="24059" y="63116"/>
                    <a:pt x="23538" y="62700"/>
                    <a:pt x="23538" y="59263"/>
                  </a:cubicBezTo>
                  <a:lnTo>
                    <a:pt x="23538" y="5728"/>
                  </a:lnTo>
                  <a:lnTo>
                    <a:pt x="34579" y="5728"/>
                  </a:lnTo>
                  <a:cubicBezTo>
                    <a:pt x="38432" y="5728"/>
                    <a:pt x="38432" y="7082"/>
                    <a:pt x="39578" y="8228"/>
                  </a:cubicBezTo>
                  <a:lnTo>
                    <a:pt x="39578" y="0"/>
                  </a:lnTo>
                  <a:lnTo>
                    <a:pt x="0" y="0"/>
                  </a:lnTo>
                  <a:lnTo>
                    <a:pt x="0" y="8332"/>
                  </a:lnTo>
                  <a:close/>
                </a:path>
              </a:pathLst>
            </a:custGeom>
            <a:solidFill>
              <a:srgbClr val="FFFFFF"/>
            </a:solidFill>
            <a:ln w="1041" cap="flat">
              <a:noFill/>
              <a:prstDash val="solid"/>
              <a:miter/>
            </a:ln>
          </p:spPr>
          <p:txBody>
            <a:bodyPr rtlCol="0" anchor="ctr"/>
            <a:lstStyle/>
            <a:p>
              <a:endParaRPr lang="da-DK"/>
            </a:p>
          </p:txBody>
        </p:sp>
        <p:sp>
          <p:nvSpPr>
            <p:cNvPr id="21" name="Freeform: Shape 20">
              <a:extLst>
                <a:ext uri="{FF2B5EF4-FFF2-40B4-BE49-F238E27FC236}">
                  <a16:creationId xmlns:a16="http://schemas.microsoft.com/office/drawing/2014/main" id="{73522D4A-C207-373D-0ECB-C70402668CE5}"/>
                </a:ext>
              </a:extLst>
            </p:cNvPr>
            <p:cNvSpPr/>
            <p:nvPr/>
          </p:nvSpPr>
          <p:spPr>
            <a:xfrm>
              <a:off x="3635773" y="6545518"/>
              <a:ext cx="43223" cy="63845"/>
            </a:xfrm>
            <a:custGeom>
              <a:avLst/>
              <a:gdLst>
                <a:gd name="connsiteX0" fmla="*/ 39370 w 43223"/>
                <a:gd name="connsiteY0" fmla="*/ 58950 h 63845"/>
                <a:gd name="connsiteX1" fmla="*/ 26351 w 43223"/>
                <a:gd name="connsiteY1" fmla="*/ 32704 h 63845"/>
                <a:gd name="connsiteX2" fmla="*/ 39890 w 43223"/>
                <a:gd name="connsiteY2" fmla="*/ 17706 h 63845"/>
                <a:gd name="connsiteX3" fmla="*/ 17185 w 43223"/>
                <a:gd name="connsiteY3" fmla="*/ 0 h 63845"/>
                <a:gd name="connsiteX4" fmla="*/ 0 w 43223"/>
                <a:gd name="connsiteY4" fmla="*/ 0 h 63845"/>
                <a:gd name="connsiteX5" fmla="*/ 1979 w 43223"/>
                <a:gd name="connsiteY5" fmla="*/ 4999 h 63845"/>
                <a:gd name="connsiteX6" fmla="*/ 1979 w 43223"/>
                <a:gd name="connsiteY6" fmla="*/ 58846 h 63845"/>
                <a:gd name="connsiteX7" fmla="*/ 0 w 43223"/>
                <a:gd name="connsiteY7" fmla="*/ 63845 h 63845"/>
                <a:gd name="connsiteX8" fmla="*/ 11457 w 43223"/>
                <a:gd name="connsiteY8" fmla="*/ 63845 h 63845"/>
                <a:gd name="connsiteX9" fmla="*/ 9478 w 43223"/>
                <a:gd name="connsiteY9" fmla="*/ 58846 h 63845"/>
                <a:gd name="connsiteX10" fmla="*/ 9478 w 43223"/>
                <a:gd name="connsiteY10" fmla="*/ 33745 h 63845"/>
                <a:gd name="connsiteX11" fmla="*/ 9478 w 43223"/>
                <a:gd name="connsiteY11" fmla="*/ 28017 h 63845"/>
                <a:gd name="connsiteX12" fmla="*/ 9478 w 43223"/>
                <a:gd name="connsiteY12" fmla="*/ 5728 h 63845"/>
                <a:gd name="connsiteX13" fmla="*/ 17185 w 43223"/>
                <a:gd name="connsiteY13" fmla="*/ 5728 h 63845"/>
                <a:gd name="connsiteX14" fmla="*/ 32391 w 43223"/>
                <a:gd name="connsiteY14" fmla="*/ 17602 h 63845"/>
                <a:gd name="connsiteX15" fmla="*/ 16039 w 43223"/>
                <a:gd name="connsiteY15" fmla="*/ 28329 h 63845"/>
                <a:gd name="connsiteX16" fmla="*/ 19060 w 43223"/>
                <a:gd name="connsiteY16" fmla="*/ 33745 h 63845"/>
                <a:gd name="connsiteX17" fmla="*/ 33433 w 43223"/>
                <a:gd name="connsiteY17" fmla="*/ 63845 h 63845"/>
                <a:gd name="connsiteX18" fmla="*/ 43223 w 43223"/>
                <a:gd name="connsiteY18" fmla="*/ 63845 h 63845"/>
                <a:gd name="connsiteX19" fmla="*/ 39370 w 43223"/>
                <a:gd name="connsiteY19" fmla="*/ 58950 h 63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223" h="63845">
                  <a:moveTo>
                    <a:pt x="39370" y="58950"/>
                  </a:moveTo>
                  <a:lnTo>
                    <a:pt x="26351" y="32704"/>
                  </a:lnTo>
                  <a:cubicBezTo>
                    <a:pt x="35620" y="30933"/>
                    <a:pt x="39890" y="23434"/>
                    <a:pt x="39890" y="17706"/>
                  </a:cubicBezTo>
                  <a:cubicBezTo>
                    <a:pt x="39890" y="5208"/>
                    <a:pt x="33225" y="0"/>
                    <a:pt x="17185" y="0"/>
                  </a:cubicBezTo>
                  <a:lnTo>
                    <a:pt x="0" y="0"/>
                  </a:lnTo>
                  <a:cubicBezTo>
                    <a:pt x="1458" y="1146"/>
                    <a:pt x="1979" y="1562"/>
                    <a:pt x="1979" y="4999"/>
                  </a:cubicBezTo>
                  <a:lnTo>
                    <a:pt x="1979" y="58846"/>
                  </a:lnTo>
                  <a:cubicBezTo>
                    <a:pt x="1979" y="62283"/>
                    <a:pt x="1458" y="62700"/>
                    <a:pt x="0" y="63845"/>
                  </a:cubicBezTo>
                  <a:lnTo>
                    <a:pt x="11457" y="63845"/>
                  </a:lnTo>
                  <a:cubicBezTo>
                    <a:pt x="9999" y="62700"/>
                    <a:pt x="9478" y="62283"/>
                    <a:pt x="9478" y="58846"/>
                  </a:cubicBezTo>
                  <a:lnTo>
                    <a:pt x="9478" y="33745"/>
                  </a:lnTo>
                  <a:lnTo>
                    <a:pt x="9478" y="28017"/>
                  </a:lnTo>
                  <a:lnTo>
                    <a:pt x="9478" y="5728"/>
                  </a:lnTo>
                  <a:lnTo>
                    <a:pt x="17185" y="5728"/>
                  </a:lnTo>
                  <a:cubicBezTo>
                    <a:pt x="28642" y="5728"/>
                    <a:pt x="32391" y="10624"/>
                    <a:pt x="32391" y="17602"/>
                  </a:cubicBezTo>
                  <a:cubicBezTo>
                    <a:pt x="32391" y="28017"/>
                    <a:pt x="21560" y="28329"/>
                    <a:pt x="16039" y="28329"/>
                  </a:cubicBezTo>
                  <a:lnTo>
                    <a:pt x="19060" y="33745"/>
                  </a:lnTo>
                  <a:lnTo>
                    <a:pt x="33433" y="63845"/>
                  </a:lnTo>
                  <a:lnTo>
                    <a:pt x="43223" y="63845"/>
                  </a:lnTo>
                  <a:cubicBezTo>
                    <a:pt x="42078" y="62804"/>
                    <a:pt x="41765" y="62700"/>
                    <a:pt x="39370" y="58950"/>
                  </a:cubicBezTo>
                  <a:close/>
                </a:path>
              </a:pathLst>
            </a:custGeom>
            <a:solidFill>
              <a:srgbClr val="FFFFFF"/>
            </a:solidFill>
            <a:ln w="1041" cap="flat">
              <a:noFill/>
              <a:prstDash val="solid"/>
              <a:miter/>
            </a:ln>
          </p:spPr>
          <p:txBody>
            <a:bodyPr rtlCol="0" anchor="ctr"/>
            <a:lstStyle/>
            <a:p>
              <a:endParaRPr lang="da-DK"/>
            </a:p>
          </p:txBody>
        </p:sp>
        <p:sp>
          <p:nvSpPr>
            <p:cNvPr id="22" name="Freeform: Shape 21">
              <a:extLst>
                <a:ext uri="{FF2B5EF4-FFF2-40B4-BE49-F238E27FC236}">
                  <a16:creationId xmlns:a16="http://schemas.microsoft.com/office/drawing/2014/main" id="{EA047F0C-DEAB-BB35-90AE-16895CA11E0F}"/>
                </a:ext>
              </a:extLst>
            </p:cNvPr>
            <p:cNvSpPr/>
            <p:nvPr/>
          </p:nvSpPr>
          <p:spPr>
            <a:xfrm>
              <a:off x="3939898" y="6545518"/>
              <a:ext cx="43223" cy="63845"/>
            </a:xfrm>
            <a:custGeom>
              <a:avLst/>
              <a:gdLst>
                <a:gd name="connsiteX0" fmla="*/ 39370 w 43223"/>
                <a:gd name="connsiteY0" fmla="*/ 58950 h 63845"/>
                <a:gd name="connsiteX1" fmla="*/ 26351 w 43223"/>
                <a:gd name="connsiteY1" fmla="*/ 32704 h 63845"/>
                <a:gd name="connsiteX2" fmla="*/ 39890 w 43223"/>
                <a:gd name="connsiteY2" fmla="*/ 17706 h 63845"/>
                <a:gd name="connsiteX3" fmla="*/ 17185 w 43223"/>
                <a:gd name="connsiteY3" fmla="*/ 0 h 63845"/>
                <a:gd name="connsiteX4" fmla="*/ 0 w 43223"/>
                <a:gd name="connsiteY4" fmla="*/ 0 h 63845"/>
                <a:gd name="connsiteX5" fmla="*/ 1979 w 43223"/>
                <a:gd name="connsiteY5" fmla="*/ 4999 h 63845"/>
                <a:gd name="connsiteX6" fmla="*/ 1979 w 43223"/>
                <a:gd name="connsiteY6" fmla="*/ 58846 h 63845"/>
                <a:gd name="connsiteX7" fmla="*/ 0 w 43223"/>
                <a:gd name="connsiteY7" fmla="*/ 63845 h 63845"/>
                <a:gd name="connsiteX8" fmla="*/ 11457 w 43223"/>
                <a:gd name="connsiteY8" fmla="*/ 63845 h 63845"/>
                <a:gd name="connsiteX9" fmla="*/ 9478 w 43223"/>
                <a:gd name="connsiteY9" fmla="*/ 58846 h 63845"/>
                <a:gd name="connsiteX10" fmla="*/ 9478 w 43223"/>
                <a:gd name="connsiteY10" fmla="*/ 33745 h 63845"/>
                <a:gd name="connsiteX11" fmla="*/ 9478 w 43223"/>
                <a:gd name="connsiteY11" fmla="*/ 28017 h 63845"/>
                <a:gd name="connsiteX12" fmla="*/ 9478 w 43223"/>
                <a:gd name="connsiteY12" fmla="*/ 5728 h 63845"/>
                <a:gd name="connsiteX13" fmla="*/ 17185 w 43223"/>
                <a:gd name="connsiteY13" fmla="*/ 5728 h 63845"/>
                <a:gd name="connsiteX14" fmla="*/ 32391 w 43223"/>
                <a:gd name="connsiteY14" fmla="*/ 17602 h 63845"/>
                <a:gd name="connsiteX15" fmla="*/ 16039 w 43223"/>
                <a:gd name="connsiteY15" fmla="*/ 28329 h 63845"/>
                <a:gd name="connsiteX16" fmla="*/ 19060 w 43223"/>
                <a:gd name="connsiteY16" fmla="*/ 33745 h 63845"/>
                <a:gd name="connsiteX17" fmla="*/ 33433 w 43223"/>
                <a:gd name="connsiteY17" fmla="*/ 63845 h 63845"/>
                <a:gd name="connsiteX18" fmla="*/ 43223 w 43223"/>
                <a:gd name="connsiteY18" fmla="*/ 63845 h 63845"/>
                <a:gd name="connsiteX19" fmla="*/ 39370 w 43223"/>
                <a:gd name="connsiteY19" fmla="*/ 58950 h 63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223" h="63845">
                  <a:moveTo>
                    <a:pt x="39370" y="58950"/>
                  </a:moveTo>
                  <a:lnTo>
                    <a:pt x="26351" y="32704"/>
                  </a:lnTo>
                  <a:cubicBezTo>
                    <a:pt x="35620" y="30933"/>
                    <a:pt x="39890" y="23434"/>
                    <a:pt x="39890" y="17706"/>
                  </a:cubicBezTo>
                  <a:cubicBezTo>
                    <a:pt x="39890" y="5208"/>
                    <a:pt x="33225" y="0"/>
                    <a:pt x="17185" y="0"/>
                  </a:cubicBezTo>
                  <a:lnTo>
                    <a:pt x="0" y="0"/>
                  </a:lnTo>
                  <a:cubicBezTo>
                    <a:pt x="1458" y="1146"/>
                    <a:pt x="1979" y="1562"/>
                    <a:pt x="1979" y="4999"/>
                  </a:cubicBezTo>
                  <a:lnTo>
                    <a:pt x="1979" y="58846"/>
                  </a:lnTo>
                  <a:cubicBezTo>
                    <a:pt x="1979" y="62283"/>
                    <a:pt x="1458" y="62700"/>
                    <a:pt x="0" y="63845"/>
                  </a:cubicBezTo>
                  <a:lnTo>
                    <a:pt x="11457" y="63845"/>
                  </a:lnTo>
                  <a:cubicBezTo>
                    <a:pt x="9999" y="62700"/>
                    <a:pt x="9478" y="62283"/>
                    <a:pt x="9478" y="58846"/>
                  </a:cubicBezTo>
                  <a:lnTo>
                    <a:pt x="9478" y="33745"/>
                  </a:lnTo>
                  <a:lnTo>
                    <a:pt x="9478" y="28017"/>
                  </a:lnTo>
                  <a:lnTo>
                    <a:pt x="9478" y="5728"/>
                  </a:lnTo>
                  <a:lnTo>
                    <a:pt x="17185" y="5728"/>
                  </a:lnTo>
                  <a:cubicBezTo>
                    <a:pt x="28642" y="5728"/>
                    <a:pt x="32391" y="10624"/>
                    <a:pt x="32391" y="17602"/>
                  </a:cubicBezTo>
                  <a:cubicBezTo>
                    <a:pt x="32391" y="28017"/>
                    <a:pt x="21560" y="28329"/>
                    <a:pt x="16039" y="28329"/>
                  </a:cubicBezTo>
                  <a:lnTo>
                    <a:pt x="19060" y="33745"/>
                  </a:lnTo>
                  <a:lnTo>
                    <a:pt x="33433" y="63845"/>
                  </a:lnTo>
                  <a:lnTo>
                    <a:pt x="43223" y="63845"/>
                  </a:lnTo>
                  <a:cubicBezTo>
                    <a:pt x="42078" y="62804"/>
                    <a:pt x="41661" y="62700"/>
                    <a:pt x="39370" y="58950"/>
                  </a:cubicBezTo>
                  <a:close/>
                </a:path>
              </a:pathLst>
            </a:custGeom>
            <a:solidFill>
              <a:srgbClr val="FFFFFF"/>
            </a:solidFill>
            <a:ln w="1041" cap="flat">
              <a:noFill/>
              <a:prstDash val="solid"/>
              <a:miter/>
            </a:ln>
          </p:spPr>
          <p:txBody>
            <a:bodyPr rtlCol="0" anchor="ctr"/>
            <a:lstStyle/>
            <a:p>
              <a:endParaRPr lang="da-DK"/>
            </a:p>
          </p:txBody>
        </p:sp>
        <p:sp>
          <p:nvSpPr>
            <p:cNvPr id="23" name="Freeform: Shape 22">
              <a:extLst>
                <a:ext uri="{FF2B5EF4-FFF2-40B4-BE49-F238E27FC236}">
                  <a16:creationId xmlns:a16="http://schemas.microsoft.com/office/drawing/2014/main" id="{52C78186-0C51-B1F5-D4E0-07FA8AE2632B}"/>
                </a:ext>
              </a:extLst>
            </p:cNvPr>
            <p:cNvSpPr/>
            <p:nvPr/>
          </p:nvSpPr>
          <p:spPr>
            <a:xfrm>
              <a:off x="3683892" y="6545518"/>
              <a:ext cx="34161" cy="63949"/>
            </a:xfrm>
            <a:custGeom>
              <a:avLst/>
              <a:gdLst>
                <a:gd name="connsiteX0" fmla="*/ 1979 w 34161"/>
                <a:gd name="connsiteY0" fmla="*/ 4999 h 63949"/>
                <a:gd name="connsiteX1" fmla="*/ 1979 w 34161"/>
                <a:gd name="connsiteY1" fmla="*/ 58950 h 63949"/>
                <a:gd name="connsiteX2" fmla="*/ 0 w 34161"/>
                <a:gd name="connsiteY2" fmla="*/ 63949 h 63949"/>
                <a:gd name="connsiteX3" fmla="*/ 34162 w 34161"/>
                <a:gd name="connsiteY3" fmla="*/ 63949 h 63949"/>
                <a:gd name="connsiteX4" fmla="*/ 34162 w 34161"/>
                <a:gd name="connsiteY4" fmla="*/ 55617 h 63949"/>
                <a:gd name="connsiteX5" fmla="*/ 29058 w 34161"/>
                <a:gd name="connsiteY5" fmla="*/ 58221 h 63949"/>
                <a:gd name="connsiteX6" fmla="*/ 9478 w 34161"/>
                <a:gd name="connsiteY6" fmla="*/ 58221 h 63949"/>
                <a:gd name="connsiteX7" fmla="*/ 9478 w 34161"/>
                <a:gd name="connsiteY7" fmla="*/ 31662 h 63949"/>
                <a:gd name="connsiteX8" fmla="*/ 23226 w 34161"/>
                <a:gd name="connsiteY8" fmla="*/ 31975 h 63949"/>
                <a:gd name="connsiteX9" fmla="*/ 27913 w 34161"/>
                <a:gd name="connsiteY9" fmla="*/ 33849 h 63949"/>
                <a:gd name="connsiteX10" fmla="*/ 27913 w 34161"/>
                <a:gd name="connsiteY10" fmla="*/ 24372 h 63949"/>
                <a:gd name="connsiteX11" fmla="*/ 23018 w 34161"/>
                <a:gd name="connsiteY11" fmla="*/ 26246 h 63949"/>
                <a:gd name="connsiteX12" fmla="*/ 9478 w 34161"/>
                <a:gd name="connsiteY12" fmla="*/ 25934 h 63949"/>
                <a:gd name="connsiteX13" fmla="*/ 9478 w 34161"/>
                <a:gd name="connsiteY13" fmla="*/ 5728 h 63949"/>
                <a:gd name="connsiteX14" fmla="*/ 29058 w 34161"/>
                <a:gd name="connsiteY14" fmla="*/ 5728 h 63949"/>
                <a:gd name="connsiteX15" fmla="*/ 34162 w 34161"/>
                <a:gd name="connsiteY15" fmla="*/ 8332 h 63949"/>
                <a:gd name="connsiteX16" fmla="*/ 34162 w 34161"/>
                <a:gd name="connsiteY16" fmla="*/ 0 h 63949"/>
                <a:gd name="connsiteX17" fmla="*/ 0 w 34161"/>
                <a:gd name="connsiteY17" fmla="*/ 0 h 63949"/>
                <a:gd name="connsiteX18" fmla="*/ 1979 w 34161"/>
                <a:gd name="connsiteY18" fmla="*/ 4999 h 63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61" h="63949">
                  <a:moveTo>
                    <a:pt x="1979" y="4999"/>
                  </a:moveTo>
                  <a:lnTo>
                    <a:pt x="1979" y="58950"/>
                  </a:lnTo>
                  <a:cubicBezTo>
                    <a:pt x="1979" y="62387"/>
                    <a:pt x="1458" y="62804"/>
                    <a:pt x="0" y="63949"/>
                  </a:cubicBezTo>
                  <a:lnTo>
                    <a:pt x="34162" y="63949"/>
                  </a:lnTo>
                  <a:lnTo>
                    <a:pt x="34162" y="55617"/>
                  </a:lnTo>
                  <a:cubicBezTo>
                    <a:pt x="33225" y="56763"/>
                    <a:pt x="33120" y="58221"/>
                    <a:pt x="29058" y="58221"/>
                  </a:cubicBezTo>
                  <a:lnTo>
                    <a:pt x="9478" y="58221"/>
                  </a:lnTo>
                  <a:lnTo>
                    <a:pt x="9478" y="31662"/>
                  </a:lnTo>
                  <a:lnTo>
                    <a:pt x="23226" y="31975"/>
                  </a:lnTo>
                  <a:cubicBezTo>
                    <a:pt x="27184" y="31975"/>
                    <a:pt x="27184" y="32912"/>
                    <a:pt x="27913" y="33849"/>
                  </a:cubicBezTo>
                  <a:lnTo>
                    <a:pt x="27913" y="24372"/>
                  </a:lnTo>
                  <a:cubicBezTo>
                    <a:pt x="26975" y="25517"/>
                    <a:pt x="26871" y="26246"/>
                    <a:pt x="23018" y="26246"/>
                  </a:cubicBezTo>
                  <a:lnTo>
                    <a:pt x="9478" y="25934"/>
                  </a:lnTo>
                  <a:lnTo>
                    <a:pt x="9478" y="5728"/>
                  </a:lnTo>
                  <a:lnTo>
                    <a:pt x="29058" y="5728"/>
                  </a:lnTo>
                  <a:cubicBezTo>
                    <a:pt x="33120" y="5728"/>
                    <a:pt x="33433" y="7395"/>
                    <a:pt x="34162" y="8332"/>
                  </a:cubicBezTo>
                  <a:lnTo>
                    <a:pt x="34162" y="0"/>
                  </a:lnTo>
                  <a:lnTo>
                    <a:pt x="0" y="0"/>
                  </a:lnTo>
                  <a:cubicBezTo>
                    <a:pt x="1458" y="1146"/>
                    <a:pt x="1979" y="1562"/>
                    <a:pt x="1979" y="4999"/>
                  </a:cubicBezTo>
                  <a:close/>
                </a:path>
              </a:pathLst>
            </a:custGeom>
            <a:solidFill>
              <a:srgbClr val="FFFFFF"/>
            </a:solidFill>
            <a:ln w="1041" cap="flat">
              <a:noFill/>
              <a:prstDash val="solid"/>
              <a:miter/>
            </a:ln>
          </p:spPr>
          <p:txBody>
            <a:bodyPr rtlCol="0" anchor="ctr"/>
            <a:lstStyle/>
            <a:p>
              <a:endParaRPr lang="da-DK"/>
            </a:p>
          </p:txBody>
        </p:sp>
        <p:sp>
          <p:nvSpPr>
            <p:cNvPr id="24" name="Freeform: Shape 23">
              <a:extLst>
                <a:ext uri="{FF2B5EF4-FFF2-40B4-BE49-F238E27FC236}">
                  <a16:creationId xmlns:a16="http://schemas.microsoft.com/office/drawing/2014/main" id="{4ECAA7BB-C0DA-5D7C-9470-8E72890AF0CD}"/>
                </a:ext>
              </a:extLst>
            </p:cNvPr>
            <p:cNvSpPr/>
            <p:nvPr/>
          </p:nvSpPr>
          <p:spPr>
            <a:xfrm>
              <a:off x="3724094" y="6545309"/>
              <a:ext cx="29266" cy="64157"/>
            </a:xfrm>
            <a:custGeom>
              <a:avLst/>
              <a:gdLst>
                <a:gd name="connsiteX0" fmla="*/ 24267 w 29266"/>
                <a:gd name="connsiteY0" fmla="*/ 58429 h 64157"/>
                <a:gd name="connsiteX1" fmla="*/ 9478 w 29266"/>
                <a:gd name="connsiteY1" fmla="*/ 58429 h 64157"/>
                <a:gd name="connsiteX2" fmla="*/ 9478 w 29266"/>
                <a:gd name="connsiteY2" fmla="*/ 4999 h 64157"/>
                <a:gd name="connsiteX3" fmla="*/ 11457 w 29266"/>
                <a:gd name="connsiteY3" fmla="*/ 0 h 64157"/>
                <a:gd name="connsiteX4" fmla="*/ 0 w 29266"/>
                <a:gd name="connsiteY4" fmla="*/ 0 h 64157"/>
                <a:gd name="connsiteX5" fmla="*/ 1979 w 29266"/>
                <a:gd name="connsiteY5" fmla="*/ 4999 h 64157"/>
                <a:gd name="connsiteX6" fmla="*/ 1979 w 29266"/>
                <a:gd name="connsiteY6" fmla="*/ 59158 h 64157"/>
                <a:gd name="connsiteX7" fmla="*/ 0 w 29266"/>
                <a:gd name="connsiteY7" fmla="*/ 64158 h 64157"/>
                <a:gd name="connsiteX8" fmla="*/ 29267 w 29266"/>
                <a:gd name="connsiteY8" fmla="*/ 64158 h 64157"/>
                <a:gd name="connsiteX9" fmla="*/ 29267 w 29266"/>
                <a:gd name="connsiteY9" fmla="*/ 55826 h 64157"/>
                <a:gd name="connsiteX10" fmla="*/ 24267 w 29266"/>
                <a:gd name="connsiteY10" fmla="*/ 58429 h 64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266" h="64157">
                  <a:moveTo>
                    <a:pt x="24267" y="58429"/>
                  </a:moveTo>
                  <a:lnTo>
                    <a:pt x="9478" y="58429"/>
                  </a:lnTo>
                  <a:lnTo>
                    <a:pt x="9478" y="4999"/>
                  </a:lnTo>
                  <a:cubicBezTo>
                    <a:pt x="9478" y="1562"/>
                    <a:pt x="9999" y="1146"/>
                    <a:pt x="11457" y="0"/>
                  </a:cubicBezTo>
                  <a:lnTo>
                    <a:pt x="0" y="0"/>
                  </a:lnTo>
                  <a:cubicBezTo>
                    <a:pt x="1458" y="1146"/>
                    <a:pt x="1979" y="1562"/>
                    <a:pt x="1979" y="4999"/>
                  </a:cubicBezTo>
                  <a:lnTo>
                    <a:pt x="1979" y="59158"/>
                  </a:lnTo>
                  <a:cubicBezTo>
                    <a:pt x="1979" y="62596"/>
                    <a:pt x="1458" y="63012"/>
                    <a:pt x="0" y="64158"/>
                  </a:cubicBezTo>
                  <a:lnTo>
                    <a:pt x="29267" y="64158"/>
                  </a:lnTo>
                  <a:lnTo>
                    <a:pt x="29267" y="55826"/>
                  </a:lnTo>
                  <a:cubicBezTo>
                    <a:pt x="28434" y="56763"/>
                    <a:pt x="28225" y="58429"/>
                    <a:pt x="24267" y="58429"/>
                  </a:cubicBezTo>
                  <a:close/>
                </a:path>
              </a:pathLst>
            </a:custGeom>
            <a:solidFill>
              <a:srgbClr val="FFFFFF"/>
            </a:solidFill>
            <a:ln w="1041" cap="flat">
              <a:noFill/>
              <a:prstDash val="solid"/>
              <a:miter/>
            </a:ln>
          </p:spPr>
          <p:txBody>
            <a:bodyPr rtlCol="0" anchor="ctr"/>
            <a:lstStyle/>
            <a:p>
              <a:endParaRPr lang="da-DK"/>
            </a:p>
          </p:txBody>
        </p:sp>
        <p:sp>
          <p:nvSpPr>
            <p:cNvPr id="25" name="Freeform: Shape 24">
              <a:extLst>
                <a:ext uri="{FF2B5EF4-FFF2-40B4-BE49-F238E27FC236}">
                  <a16:creationId xmlns:a16="http://schemas.microsoft.com/office/drawing/2014/main" id="{FCADB1A2-0263-5836-82D2-AD2EB43C50E5}"/>
                </a:ext>
              </a:extLst>
            </p:cNvPr>
            <p:cNvSpPr/>
            <p:nvPr/>
          </p:nvSpPr>
          <p:spPr>
            <a:xfrm>
              <a:off x="3758465" y="6545309"/>
              <a:ext cx="28329" cy="64157"/>
            </a:xfrm>
            <a:custGeom>
              <a:avLst/>
              <a:gdLst>
                <a:gd name="connsiteX0" fmla="*/ 23226 w 28329"/>
                <a:gd name="connsiteY0" fmla="*/ 58429 h 64157"/>
                <a:gd name="connsiteX1" fmla="*/ 9478 w 28329"/>
                <a:gd name="connsiteY1" fmla="*/ 58429 h 64157"/>
                <a:gd name="connsiteX2" fmla="*/ 9478 w 28329"/>
                <a:gd name="connsiteY2" fmla="*/ 4999 h 64157"/>
                <a:gd name="connsiteX3" fmla="*/ 11457 w 28329"/>
                <a:gd name="connsiteY3" fmla="*/ 0 h 64157"/>
                <a:gd name="connsiteX4" fmla="*/ 0 w 28329"/>
                <a:gd name="connsiteY4" fmla="*/ 0 h 64157"/>
                <a:gd name="connsiteX5" fmla="*/ 1979 w 28329"/>
                <a:gd name="connsiteY5" fmla="*/ 4999 h 64157"/>
                <a:gd name="connsiteX6" fmla="*/ 1979 w 28329"/>
                <a:gd name="connsiteY6" fmla="*/ 59158 h 64157"/>
                <a:gd name="connsiteX7" fmla="*/ 0 w 28329"/>
                <a:gd name="connsiteY7" fmla="*/ 64158 h 64157"/>
                <a:gd name="connsiteX8" fmla="*/ 28329 w 28329"/>
                <a:gd name="connsiteY8" fmla="*/ 64158 h 64157"/>
                <a:gd name="connsiteX9" fmla="*/ 28329 w 28329"/>
                <a:gd name="connsiteY9" fmla="*/ 55826 h 64157"/>
                <a:gd name="connsiteX10" fmla="*/ 23226 w 28329"/>
                <a:gd name="connsiteY10" fmla="*/ 58429 h 64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329" h="64157">
                  <a:moveTo>
                    <a:pt x="23226" y="58429"/>
                  </a:moveTo>
                  <a:lnTo>
                    <a:pt x="9478" y="58429"/>
                  </a:lnTo>
                  <a:lnTo>
                    <a:pt x="9478" y="4999"/>
                  </a:lnTo>
                  <a:cubicBezTo>
                    <a:pt x="9478" y="1562"/>
                    <a:pt x="9999" y="1146"/>
                    <a:pt x="11457" y="0"/>
                  </a:cubicBezTo>
                  <a:lnTo>
                    <a:pt x="0" y="0"/>
                  </a:lnTo>
                  <a:cubicBezTo>
                    <a:pt x="1458" y="1146"/>
                    <a:pt x="1979" y="1562"/>
                    <a:pt x="1979" y="4999"/>
                  </a:cubicBezTo>
                  <a:lnTo>
                    <a:pt x="1979" y="59158"/>
                  </a:lnTo>
                  <a:cubicBezTo>
                    <a:pt x="1979" y="62596"/>
                    <a:pt x="1458" y="63012"/>
                    <a:pt x="0" y="64158"/>
                  </a:cubicBezTo>
                  <a:lnTo>
                    <a:pt x="28329" y="64158"/>
                  </a:lnTo>
                  <a:lnTo>
                    <a:pt x="28329" y="55826"/>
                  </a:lnTo>
                  <a:cubicBezTo>
                    <a:pt x="27392" y="56763"/>
                    <a:pt x="27184" y="58429"/>
                    <a:pt x="23226" y="58429"/>
                  </a:cubicBezTo>
                  <a:close/>
                </a:path>
              </a:pathLst>
            </a:custGeom>
            <a:solidFill>
              <a:srgbClr val="FFFFFF"/>
            </a:solidFill>
            <a:ln w="1041" cap="flat">
              <a:noFill/>
              <a:prstDash val="solid"/>
              <a:miter/>
            </a:ln>
          </p:spPr>
          <p:txBody>
            <a:bodyPr rtlCol="0" anchor="ctr"/>
            <a:lstStyle/>
            <a:p>
              <a:endParaRPr lang="da-DK"/>
            </a:p>
          </p:txBody>
        </p:sp>
        <p:sp>
          <p:nvSpPr>
            <p:cNvPr id="26" name="Freeform: Shape 25">
              <a:extLst>
                <a:ext uri="{FF2B5EF4-FFF2-40B4-BE49-F238E27FC236}">
                  <a16:creationId xmlns:a16="http://schemas.microsoft.com/office/drawing/2014/main" id="{F239AD06-2420-D200-F661-84624A3B313E}"/>
                </a:ext>
              </a:extLst>
            </p:cNvPr>
            <p:cNvSpPr/>
            <p:nvPr/>
          </p:nvSpPr>
          <p:spPr>
            <a:xfrm>
              <a:off x="3792210" y="6546038"/>
              <a:ext cx="34161" cy="63324"/>
            </a:xfrm>
            <a:custGeom>
              <a:avLst/>
              <a:gdLst>
                <a:gd name="connsiteX0" fmla="*/ 1979 w 34161"/>
                <a:gd name="connsiteY0" fmla="*/ 8436 h 63324"/>
                <a:gd name="connsiteX1" fmla="*/ 1979 w 34161"/>
                <a:gd name="connsiteY1" fmla="*/ 61658 h 63324"/>
                <a:gd name="connsiteX2" fmla="*/ 0 w 34161"/>
                <a:gd name="connsiteY2" fmla="*/ 63325 h 63324"/>
                <a:gd name="connsiteX3" fmla="*/ 34162 w 34161"/>
                <a:gd name="connsiteY3" fmla="*/ 63325 h 63324"/>
                <a:gd name="connsiteX4" fmla="*/ 34162 w 34161"/>
                <a:gd name="connsiteY4" fmla="*/ 54992 h 63324"/>
                <a:gd name="connsiteX5" fmla="*/ 29058 w 34161"/>
                <a:gd name="connsiteY5" fmla="*/ 57596 h 63324"/>
                <a:gd name="connsiteX6" fmla="*/ 9478 w 34161"/>
                <a:gd name="connsiteY6" fmla="*/ 57596 h 63324"/>
                <a:gd name="connsiteX7" fmla="*/ 9478 w 34161"/>
                <a:gd name="connsiteY7" fmla="*/ 30621 h 63324"/>
                <a:gd name="connsiteX8" fmla="*/ 24059 w 34161"/>
                <a:gd name="connsiteY8" fmla="*/ 30933 h 63324"/>
                <a:gd name="connsiteX9" fmla="*/ 28746 w 34161"/>
                <a:gd name="connsiteY9" fmla="*/ 32808 h 63324"/>
                <a:gd name="connsiteX10" fmla="*/ 28746 w 34161"/>
                <a:gd name="connsiteY10" fmla="*/ 23330 h 63324"/>
                <a:gd name="connsiteX11" fmla="*/ 23851 w 34161"/>
                <a:gd name="connsiteY11" fmla="*/ 25205 h 63324"/>
                <a:gd name="connsiteX12" fmla="*/ 9478 w 34161"/>
                <a:gd name="connsiteY12" fmla="*/ 24892 h 63324"/>
                <a:gd name="connsiteX13" fmla="*/ 9478 w 34161"/>
                <a:gd name="connsiteY13" fmla="*/ 5728 h 63324"/>
                <a:gd name="connsiteX14" fmla="*/ 29058 w 34161"/>
                <a:gd name="connsiteY14" fmla="*/ 5728 h 63324"/>
                <a:gd name="connsiteX15" fmla="*/ 34162 w 34161"/>
                <a:gd name="connsiteY15" fmla="*/ 8332 h 63324"/>
                <a:gd name="connsiteX16" fmla="*/ 34162 w 34161"/>
                <a:gd name="connsiteY16" fmla="*/ 0 h 63324"/>
                <a:gd name="connsiteX17" fmla="*/ 0 w 34161"/>
                <a:gd name="connsiteY17" fmla="*/ 0 h 63324"/>
                <a:gd name="connsiteX18" fmla="*/ 1979 w 34161"/>
                <a:gd name="connsiteY18" fmla="*/ 8436 h 63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61" h="63324">
                  <a:moveTo>
                    <a:pt x="1979" y="8436"/>
                  </a:moveTo>
                  <a:lnTo>
                    <a:pt x="1979" y="61658"/>
                  </a:lnTo>
                  <a:cubicBezTo>
                    <a:pt x="1979" y="61762"/>
                    <a:pt x="1458" y="62179"/>
                    <a:pt x="0" y="63325"/>
                  </a:cubicBezTo>
                  <a:lnTo>
                    <a:pt x="34162" y="63325"/>
                  </a:lnTo>
                  <a:lnTo>
                    <a:pt x="34162" y="54992"/>
                  </a:lnTo>
                  <a:cubicBezTo>
                    <a:pt x="33225" y="56138"/>
                    <a:pt x="33120" y="57596"/>
                    <a:pt x="29058" y="57596"/>
                  </a:cubicBezTo>
                  <a:lnTo>
                    <a:pt x="9478" y="57596"/>
                  </a:lnTo>
                  <a:lnTo>
                    <a:pt x="9478" y="30621"/>
                  </a:lnTo>
                  <a:lnTo>
                    <a:pt x="24059" y="30933"/>
                  </a:lnTo>
                  <a:cubicBezTo>
                    <a:pt x="28017" y="30933"/>
                    <a:pt x="28017" y="31871"/>
                    <a:pt x="28746" y="32808"/>
                  </a:cubicBezTo>
                  <a:lnTo>
                    <a:pt x="28746" y="23330"/>
                  </a:lnTo>
                  <a:cubicBezTo>
                    <a:pt x="27809" y="24476"/>
                    <a:pt x="27705" y="25205"/>
                    <a:pt x="23851" y="25205"/>
                  </a:cubicBezTo>
                  <a:lnTo>
                    <a:pt x="9478" y="24892"/>
                  </a:lnTo>
                  <a:lnTo>
                    <a:pt x="9478" y="5728"/>
                  </a:lnTo>
                  <a:lnTo>
                    <a:pt x="29058" y="5728"/>
                  </a:lnTo>
                  <a:cubicBezTo>
                    <a:pt x="33120" y="5728"/>
                    <a:pt x="33433" y="7395"/>
                    <a:pt x="34162" y="8332"/>
                  </a:cubicBezTo>
                  <a:lnTo>
                    <a:pt x="34162" y="0"/>
                  </a:lnTo>
                  <a:lnTo>
                    <a:pt x="0" y="0"/>
                  </a:lnTo>
                  <a:cubicBezTo>
                    <a:pt x="1458" y="1250"/>
                    <a:pt x="1979" y="1666"/>
                    <a:pt x="1979" y="8436"/>
                  </a:cubicBezTo>
                  <a:close/>
                </a:path>
              </a:pathLst>
            </a:custGeom>
            <a:solidFill>
              <a:srgbClr val="FFFFFF"/>
            </a:solidFill>
            <a:ln w="1041" cap="flat">
              <a:noFill/>
              <a:prstDash val="solid"/>
              <a:miter/>
            </a:ln>
          </p:spPr>
          <p:txBody>
            <a:bodyPr rtlCol="0" anchor="ctr"/>
            <a:lstStyle/>
            <a:p>
              <a:endParaRPr lang="da-DK"/>
            </a:p>
          </p:txBody>
        </p:sp>
        <p:sp>
          <p:nvSpPr>
            <p:cNvPr id="27" name="Freeform: Shape 26">
              <a:extLst>
                <a:ext uri="{FF2B5EF4-FFF2-40B4-BE49-F238E27FC236}">
                  <a16:creationId xmlns:a16="http://schemas.microsoft.com/office/drawing/2014/main" id="{6BACD652-2771-4558-DB56-C6F5C430DF85}"/>
                </a:ext>
              </a:extLst>
            </p:cNvPr>
            <p:cNvSpPr/>
            <p:nvPr/>
          </p:nvSpPr>
          <p:spPr>
            <a:xfrm>
              <a:off x="3832621" y="6546143"/>
              <a:ext cx="41556" cy="63220"/>
            </a:xfrm>
            <a:custGeom>
              <a:avLst/>
              <a:gdLst>
                <a:gd name="connsiteX0" fmla="*/ 27288 w 41556"/>
                <a:gd name="connsiteY0" fmla="*/ 29267 h 63220"/>
                <a:gd name="connsiteX1" fmla="*/ 27288 w 41556"/>
                <a:gd name="connsiteY1" fmla="*/ 29059 h 63220"/>
                <a:gd name="connsiteX2" fmla="*/ 38120 w 41556"/>
                <a:gd name="connsiteY2" fmla="*/ 14790 h 63220"/>
                <a:gd name="connsiteX3" fmla="*/ 15935 w 41556"/>
                <a:gd name="connsiteY3" fmla="*/ 0 h 63220"/>
                <a:gd name="connsiteX4" fmla="*/ 0 w 41556"/>
                <a:gd name="connsiteY4" fmla="*/ 0 h 63220"/>
                <a:gd name="connsiteX5" fmla="*/ 1979 w 41556"/>
                <a:gd name="connsiteY5" fmla="*/ 4999 h 63220"/>
                <a:gd name="connsiteX6" fmla="*/ 1979 w 41556"/>
                <a:gd name="connsiteY6" fmla="*/ 58221 h 63220"/>
                <a:gd name="connsiteX7" fmla="*/ 0 w 41556"/>
                <a:gd name="connsiteY7" fmla="*/ 63220 h 63220"/>
                <a:gd name="connsiteX8" fmla="*/ 15935 w 41556"/>
                <a:gd name="connsiteY8" fmla="*/ 63220 h 63220"/>
                <a:gd name="connsiteX9" fmla="*/ 41557 w 41556"/>
                <a:gd name="connsiteY9" fmla="*/ 45619 h 63220"/>
                <a:gd name="connsiteX10" fmla="*/ 27288 w 41556"/>
                <a:gd name="connsiteY10" fmla="*/ 29267 h 63220"/>
                <a:gd name="connsiteX11" fmla="*/ 15935 w 41556"/>
                <a:gd name="connsiteY11" fmla="*/ 57596 h 63220"/>
                <a:gd name="connsiteX12" fmla="*/ 9478 w 41556"/>
                <a:gd name="connsiteY12" fmla="*/ 57596 h 63220"/>
                <a:gd name="connsiteX13" fmla="*/ 9478 w 41556"/>
                <a:gd name="connsiteY13" fmla="*/ 28225 h 63220"/>
                <a:gd name="connsiteX14" fmla="*/ 9478 w 41556"/>
                <a:gd name="connsiteY14" fmla="*/ 5833 h 63220"/>
                <a:gd name="connsiteX15" fmla="*/ 15935 w 41556"/>
                <a:gd name="connsiteY15" fmla="*/ 5833 h 63220"/>
                <a:gd name="connsiteX16" fmla="*/ 30621 w 41556"/>
                <a:gd name="connsiteY16" fmla="*/ 15623 h 63220"/>
                <a:gd name="connsiteX17" fmla="*/ 16144 w 41556"/>
                <a:gd name="connsiteY17" fmla="*/ 28642 h 63220"/>
                <a:gd name="connsiteX18" fmla="*/ 16144 w 41556"/>
                <a:gd name="connsiteY18" fmla="*/ 30412 h 63220"/>
                <a:gd name="connsiteX19" fmla="*/ 34058 w 41556"/>
                <a:gd name="connsiteY19" fmla="*/ 45410 h 63220"/>
                <a:gd name="connsiteX20" fmla="*/ 15935 w 41556"/>
                <a:gd name="connsiteY20" fmla="*/ 57596 h 63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556" h="63220">
                  <a:moveTo>
                    <a:pt x="27288" y="29267"/>
                  </a:moveTo>
                  <a:lnTo>
                    <a:pt x="27288" y="29059"/>
                  </a:lnTo>
                  <a:cubicBezTo>
                    <a:pt x="32079" y="28225"/>
                    <a:pt x="38120" y="24059"/>
                    <a:pt x="38120" y="14790"/>
                  </a:cubicBezTo>
                  <a:cubicBezTo>
                    <a:pt x="38120" y="1354"/>
                    <a:pt x="26559" y="0"/>
                    <a:pt x="15935" y="0"/>
                  </a:cubicBezTo>
                  <a:lnTo>
                    <a:pt x="0" y="0"/>
                  </a:lnTo>
                  <a:cubicBezTo>
                    <a:pt x="1458" y="1146"/>
                    <a:pt x="1979" y="1562"/>
                    <a:pt x="1979" y="4999"/>
                  </a:cubicBezTo>
                  <a:lnTo>
                    <a:pt x="1979" y="58221"/>
                  </a:lnTo>
                  <a:cubicBezTo>
                    <a:pt x="1979" y="61658"/>
                    <a:pt x="1458" y="62075"/>
                    <a:pt x="0" y="63220"/>
                  </a:cubicBezTo>
                  <a:lnTo>
                    <a:pt x="15935" y="63220"/>
                  </a:lnTo>
                  <a:cubicBezTo>
                    <a:pt x="25830" y="63220"/>
                    <a:pt x="41557" y="62179"/>
                    <a:pt x="41557" y="45619"/>
                  </a:cubicBezTo>
                  <a:cubicBezTo>
                    <a:pt x="41453" y="33849"/>
                    <a:pt x="32600" y="29267"/>
                    <a:pt x="27288" y="29267"/>
                  </a:cubicBezTo>
                  <a:close/>
                  <a:moveTo>
                    <a:pt x="15935" y="57596"/>
                  </a:moveTo>
                  <a:lnTo>
                    <a:pt x="9478" y="57596"/>
                  </a:lnTo>
                  <a:lnTo>
                    <a:pt x="9478" y="28225"/>
                  </a:lnTo>
                  <a:lnTo>
                    <a:pt x="9478" y="5833"/>
                  </a:lnTo>
                  <a:lnTo>
                    <a:pt x="15935" y="5833"/>
                  </a:lnTo>
                  <a:cubicBezTo>
                    <a:pt x="22705" y="5833"/>
                    <a:pt x="30621" y="6041"/>
                    <a:pt x="30621" y="15623"/>
                  </a:cubicBezTo>
                  <a:cubicBezTo>
                    <a:pt x="30308" y="23226"/>
                    <a:pt x="27705" y="28642"/>
                    <a:pt x="16144" y="28642"/>
                  </a:cubicBezTo>
                  <a:cubicBezTo>
                    <a:pt x="16144" y="28642"/>
                    <a:pt x="13227" y="30412"/>
                    <a:pt x="16144" y="30412"/>
                  </a:cubicBezTo>
                  <a:cubicBezTo>
                    <a:pt x="25517" y="30412"/>
                    <a:pt x="34058" y="34683"/>
                    <a:pt x="34058" y="45410"/>
                  </a:cubicBezTo>
                  <a:cubicBezTo>
                    <a:pt x="34058" y="56451"/>
                    <a:pt x="24372" y="57596"/>
                    <a:pt x="15935" y="57596"/>
                  </a:cubicBezTo>
                  <a:close/>
                </a:path>
              </a:pathLst>
            </a:custGeom>
            <a:solidFill>
              <a:srgbClr val="FFFFFF"/>
            </a:solidFill>
            <a:ln w="1041" cap="flat">
              <a:noFill/>
              <a:prstDash val="solid"/>
              <a:miter/>
            </a:ln>
          </p:spPr>
          <p:txBody>
            <a:bodyPr rtlCol="0" anchor="ctr"/>
            <a:lstStyle/>
            <a:p>
              <a:endParaRPr lang="da-DK"/>
            </a:p>
          </p:txBody>
        </p:sp>
        <p:sp>
          <p:nvSpPr>
            <p:cNvPr id="28" name="Freeform: Shape 27">
              <a:extLst>
                <a:ext uri="{FF2B5EF4-FFF2-40B4-BE49-F238E27FC236}">
                  <a16:creationId xmlns:a16="http://schemas.microsoft.com/office/drawing/2014/main" id="{1F01C75F-1798-5D8C-6ABD-AB2224DE47F0}"/>
                </a:ext>
              </a:extLst>
            </p:cNvPr>
            <p:cNvSpPr/>
            <p:nvPr/>
          </p:nvSpPr>
          <p:spPr>
            <a:xfrm>
              <a:off x="3877719" y="6545309"/>
              <a:ext cx="57596" cy="65511"/>
            </a:xfrm>
            <a:custGeom>
              <a:avLst/>
              <a:gdLst>
                <a:gd name="connsiteX0" fmla="*/ 29058 w 57596"/>
                <a:gd name="connsiteY0" fmla="*/ 0 h 65511"/>
                <a:gd name="connsiteX1" fmla="*/ 0 w 57596"/>
                <a:gd name="connsiteY1" fmla="*/ 33016 h 65511"/>
                <a:gd name="connsiteX2" fmla="*/ 28850 w 57596"/>
                <a:gd name="connsiteY2" fmla="*/ 65512 h 65511"/>
                <a:gd name="connsiteX3" fmla="*/ 57596 w 57596"/>
                <a:gd name="connsiteY3" fmla="*/ 33016 h 65511"/>
                <a:gd name="connsiteX4" fmla="*/ 29058 w 57596"/>
                <a:gd name="connsiteY4" fmla="*/ 0 h 65511"/>
                <a:gd name="connsiteX5" fmla="*/ 28954 w 57596"/>
                <a:gd name="connsiteY5" fmla="*/ 58950 h 65511"/>
                <a:gd name="connsiteX6" fmla="*/ 8124 w 57596"/>
                <a:gd name="connsiteY6" fmla="*/ 32808 h 65511"/>
                <a:gd name="connsiteX7" fmla="*/ 29058 w 57596"/>
                <a:gd name="connsiteY7" fmla="*/ 6457 h 65511"/>
                <a:gd name="connsiteX8" fmla="*/ 49576 w 57596"/>
                <a:gd name="connsiteY8" fmla="*/ 32808 h 65511"/>
                <a:gd name="connsiteX9" fmla="*/ 28954 w 57596"/>
                <a:gd name="connsiteY9" fmla="*/ 58950 h 6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596" h="65511">
                  <a:moveTo>
                    <a:pt x="29058" y="0"/>
                  </a:moveTo>
                  <a:cubicBezTo>
                    <a:pt x="11457" y="0"/>
                    <a:pt x="0" y="15727"/>
                    <a:pt x="0" y="33016"/>
                  </a:cubicBezTo>
                  <a:cubicBezTo>
                    <a:pt x="0" y="50306"/>
                    <a:pt x="12082" y="65512"/>
                    <a:pt x="28850" y="65512"/>
                  </a:cubicBezTo>
                  <a:cubicBezTo>
                    <a:pt x="46556" y="65512"/>
                    <a:pt x="57596" y="49264"/>
                    <a:pt x="57596" y="33016"/>
                  </a:cubicBezTo>
                  <a:cubicBezTo>
                    <a:pt x="57596" y="15415"/>
                    <a:pt x="45931" y="0"/>
                    <a:pt x="29058" y="0"/>
                  </a:cubicBezTo>
                  <a:close/>
                  <a:moveTo>
                    <a:pt x="28954" y="58950"/>
                  </a:moveTo>
                  <a:cubicBezTo>
                    <a:pt x="16039" y="58950"/>
                    <a:pt x="8124" y="45827"/>
                    <a:pt x="8124" y="32808"/>
                  </a:cubicBezTo>
                  <a:cubicBezTo>
                    <a:pt x="8124" y="19164"/>
                    <a:pt x="16144" y="6457"/>
                    <a:pt x="29058" y="6457"/>
                  </a:cubicBezTo>
                  <a:cubicBezTo>
                    <a:pt x="41036" y="6457"/>
                    <a:pt x="49576" y="18643"/>
                    <a:pt x="49576" y="32808"/>
                  </a:cubicBezTo>
                  <a:cubicBezTo>
                    <a:pt x="49472" y="45515"/>
                    <a:pt x="41869" y="58950"/>
                    <a:pt x="28954" y="58950"/>
                  </a:cubicBezTo>
                  <a:close/>
                </a:path>
              </a:pathLst>
            </a:custGeom>
            <a:solidFill>
              <a:srgbClr val="FFFFFF"/>
            </a:solidFill>
            <a:ln w="1041" cap="flat">
              <a:noFill/>
              <a:prstDash val="solid"/>
              <a:miter/>
            </a:ln>
          </p:spPr>
          <p:txBody>
            <a:bodyPr rtlCol="0" anchor="ctr"/>
            <a:lstStyle/>
            <a:p>
              <a:endParaRPr lang="da-DK"/>
            </a:p>
          </p:txBody>
        </p:sp>
        <p:sp>
          <p:nvSpPr>
            <p:cNvPr id="29" name="Freeform: Shape 28">
              <a:extLst>
                <a:ext uri="{FF2B5EF4-FFF2-40B4-BE49-F238E27FC236}">
                  <a16:creationId xmlns:a16="http://schemas.microsoft.com/office/drawing/2014/main" id="{DC748165-B783-841D-3F84-F245A9EE7358}"/>
                </a:ext>
              </a:extLst>
            </p:cNvPr>
            <p:cNvSpPr/>
            <p:nvPr/>
          </p:nvSpPr>
          <p:spPr>
            <a:xfrm>
              <a:off x="3984371" y="6544372"/>
              <a:ext cx="50201" cy="66344"/>
            </a:xfrm>
            <a:custGeom>
              <a:avLst/>
              <a:gdLst>
                <a:gd name="connsiteX0" fmla="*/ 34787 w 50201"/>
                <a:gd name="connsiteY0" fmla="*/ 30204 h 66344"/>
                <a:gd name="connsiteX1" fmla="*/ 29892 w 50201"/>
                <a:gd name="connsiteY1" fmla="*/ 28329 h 66344"/>
                <a:gd name="connsiteX2" fmla="*/ 29892 w 50201"/>
                <a:gd name="connsiteY2" fmla="*/ 37807 h 66344"/>
                <a:gd name="connsiteX3" fmla="*/ 34579 w 50201"/>
                <a:gd name="connsiteY3" fmla="*/ 35933 h 66344"/>
                <a:gd name="connsiteX4" fmla="*/ 41557 w 50201"/>
                <a:gd name="connsiteY4" fmla="*/ 35933 h 66344"/>
                <a:gd name="connsiteX5" fmla="*/ 41557 w 50201"/>
                <a:gd name="connsiteY5" fmla="*/ 35933 h 66344"/>
                <a:gd name="connsiteX6" fmla="*/ 41557 w 50201"/>
                <a:gd name="connsiteY6" fmla="*/ 57180 h 66344"/>
                <a:gd name="connsiteX7" fmla="*/ 30308 w 50201"/>
                <a:gd name="connsiteY7" fmla="*/ 59888 h 66344"/>
                <a:gd name="connsiteX8" fmla="*/ 8540 w 50201"/>
                <a:gd name="connsiteY8" fmla="*/ 33745 h 66344"/>
                <a:gd name="connsiteX9" fmla="*/ 30829 w 50201"/>
                <a:gd name="connsiteY9" fmla="*/ 6562 h 66344"/>
                <a:gd name="connsiteX10" fmla="*/ 48222 w 50201"/>
                <a:gd name="connsiteY10" fmla="*/ 16144 h 66344"/>
                <a:gd name="connsiteX11" fmla="*/ 48222 w 50201"/>
                <a:gd name="connsiteY11" fmla="*/ 3854 h 66344"/>
                <a:gd name="connsiteX12" fmla="*/ 46244 w 50201"/>
                <a:gd name="connsiteY12" fmla="*/ 4791 h 66344"/>
                <a:gd name="connsiteX13" fmla="*/ 29683 w 50201"/>
                <a:gd name="connsiteY13" fmla="*/ 0 h 66344"/>
                <a:gd name="connsiteX14" fmla="*/ 0 w 50201"/>
                <a:gd name="connsiteY14" fmla="*/ 33849 h 66344"/>
                <a:gd name="connsiteX15" fmla="*/ 29683 w 50201"/>
                <a:gd name="connsiteY15" fmla="*/ 66345 h 66344"/>
                <a:gd name="connsiteX16" fmla="*/ 50201 w 50201"/>
                <a:gd name="connsiteY16" fmla="*/ 60200 h 66344"/>
                <a:gd name="connsiteX17" fmla="*/ 50201 w 50201"/>
                <a:gd name="connsiteY17" fmla="*/ 30100 h 66344"/>
                <a:gd name="connsiteX18" fmla="*/ 34787 w 50201"/>
                <a:gd name="connsiteY18" fmla="*/ 30204 h 66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1" h="66344">
                  <a:moveTo>
                    <a:pt x="34787" y="30204"/>
                  </a:moveTo>
                  <a:cubicBezTo>
                    <a:pt x="30933" y="30204"/>
                    <a:pt x="30725" y="29475"/>
                    <a:pt x="29892" y="28329"/>
                  </a:cubicBezTo>
                  <a:lnTo>
                    <a:pt x="29892" y="37807"/>
                  </a:lnTo>
                  <a:cubicBezTo>
                    <a:pt x="30621" y="36870"/>
                    <a:pt x="30621" y="35933"/>
                    <a:pt x="34579" y="35933"/>
                  </a:cubicBezTo>
                  <a:lnTo>
                    <a:pt x="41557" y="35933"/>
                  </a:lnTo>
                  <a:lnTo>
                    <a:pt x="41557" y="35933"/>
                  </a:lnTo>
                  <a:lnTo>
                    <a:pt x="41557" y="57180"/>
                  </a:lnTo>
                  <a:cubicBezTo>
                    <a:pt x="37807" y="59054"/>
                    <a:pt x="34266" y="59888"/>
                    <a:pt x="30308" y="59888"/>
                  </a:cubicBezTo>
                  <a:cubicBezTo>
                    <a:pt x="16769" y="59888"/>
                    <a:pt x="8540" y="48222"/>
                    <a:pt x="8540" y="33745"/>
                  </a:cubicBezTo>
                  <a:cubicBezTo>
                    <a:pt x="8540" y="18122"/>
                    <a:pt x="17914" y="6562"/>
                    <a:pt x="30829" y="6562"/>
                  </a:cubicBezTo>
                  <a:cubicBezTo>
                    <a:pt x="41348" y="6562"/>
                    <a:pt x="47389" y="15415"/>
                    <a:pt x="48222" y="16144"/>
                  </a:cubicBezTo>
                  <a:lnTo>
                    <a:pt x="48222" y="3854"/>
                  </a:lnTo>
                  <a:cubicBezTo>
                    <a:pt x="47389" y="4479"/>
                    <a:pt x="46973" y="4791"/>
                    <a:pt x="46244" y="4791"/>
                  </a:cubicBezTo>
                  <a:cubicBezTo>
                    <a:pt x="43536" y="4791"/>
                    <a:pt x="39786" y="0"/>
                    <a:pt x="29683" y="0"/>
                  </a:cubicBezTo>
                  <a:cubicBezTo>
                    <a:pt x="12915" y="0"/>
                    <a:pt x="0" y="14061"/>
                    <a:pt x="0" y="33849"/>
                  </a:cubicBezTo>
                  <a:cubicBezTo>
                    <a:pt x="0" y="53430"/>
                    <a:pt x="11873" y="66345"/>
                    <a:pt x="29683" y="66345"/>
                  </a:cubicBezTo>
                  <a:cubicBezTo>
                    <a:pt x="36870" y="66345"/>
                    <a:pt x="44994" y="63741"/>
                    <a:pt x="50201" y="60200"/>
                  </a:cubicBezTo>
                  <a:lnTo>
                    <a:pt x="50201" y="30100"/>
                  </a:lnTo>
                  <a:lnTo>
                    <a:pt x="34787" y="30204"/>
                  </a:lnTo>
                  <a:close/>
                </a:path>
              </a:pathLst>
            </a:custGeom>
            <a:solidFill>
              <a:srgbClr val="FFFFFF"/>
            </a:solidFill>
            <a:ln w="1041" cap="flat">
              <a:noFill/>
              <a:prstDash val="solid"/>
              <a:miter/>
            </a:ln>
          </p:spPr>
          <p:txBody>
            <a:bodyPr rtlCol="0" anchor="ctr"/>
            <a:lstStyle/>
            <a:p>
              <a:endParaRPr lang="da-DK"/>
            </a:p>
          </p:txBody>
        </p:sp>
      </p:grpSp>
      <p:sp>
        <p:nvSpPr>
          <p:cNvPr id="10" name="TextBox 9">
            <a:extLst>
              <a:ext uri="{FF2B5EF4-FFF2-40B4-BE49-F238E27FC236}">
                <a16:creationId xmlns:a16="http://schemas.microsoft.com/office/drawing/2014/main" id="{C46A44CF-3ED3-3E6A-FE65-0456FC616E60}"/>
              </a:ext>
            </a:extLst>
          </p:cNvPr>
          <p:cNvSpPr txBox="1"/>
          <p:nvPr userDrawn="1">
            <p:extLst>
              <p:ext uri="{1162E1C5-73C7-4A58-AE30-91384D911F3F}">
                <p184:classification xmlns:p184="http://schemas.microsoft.com/office/powerpoint/2018/4/main" val="ftr"/>
              </p:ext>
            </p:extLst>
          </p:nvPr>
        </p:nvSpPr>
        <p:spPr>
          <a:xfrm>
            <a:off x="5336350" y="6565900"/>
            <a:ext cx="1557337" cy="228600"/>
          </a:xfrm>
          <a:prstGeom prst="rect">
            <a:avLst/>
          </a:prstGeom>
        </p:spPr>
        <p:txBody>
          <a:bodyPr horzOverflow="overflow" lIns="0" tIns="0" rIns="0" bIns="0">
            <a:spAutoFit/>
          </a:bodyPr>
          <a:lstStyle/>
          <a:p>
            <a:pPr algn="l"/>
            <a:r>
              <a:rPr lang="fr-FR" sz="1500">
                <a:solidFill>
                  <a:srgbClr val="000000">
                    <a:alpha val="50000"/>
                  </a:srgbClr>
                </a:solidFill>
                <a:latin typeface="Aptos" panose="020B0004020202020204" pitchFamily="34" charset="0"/>
              </a:rPr>
              <a:t>Internal document</a:t>
            </a:r>
          </a:p>
        </p:txBody>
      </p:sp>
    </p:spTree>
    <p:extLst>
      <p:ext uri="{BB962C8B-B14F-4D97-AF65-F5344CB8AC3E}">
        <p14:creationId xmlns:p14="http://schemas.microsoft.com/office/powerpoint/2010/main" val="3092273724"/>
      </p:ext>
    </p:extLst>
  </p:cSld>
  <p:clrMap bg1="lt1" tx1="dk1" bg2="lt2" tx2="dk2" accent1="accent1" accent2="accent2" accent3="accent3" accent4="accent4" accent5="accent5" accent6="accent6" hlink="hlink" folHlink="folHlink"/>
  <p:sldLayoutIdLst>
    <p:sldLayoutId id="2147484157" r:id="rId1"/>
    <p:sldLayoutId id="2147484240" r:id="rId2"/>
    <p:sldLayoutId id="2147484159" r:id="rId3"/>
    <p:sldLayoutId id="2147484160" r:id="rId4"/>
    <p:sldLayoutId id="2147484238" r:id="rId5"/>
    <p:sldLayoutId id="2147484161" r:id="rId6"/>
    <p:sldLayoutId id="2147484162" r:id="rId7"/>
    <p:sldLayoutId id="2147484163" r:id="rId8"/>
    <p:sldLayoutId id="2147484164" r:id="rId9"/>
    <p:sldLayoutId id="2147484165" r:id="rId10"/>
    <p:sldLayoutId id="2147484166" r:id="rId11"/>
    <p:sldLayoutId id="2147484167" r:id="rId12"/>
    <p:sldLayoutId id="2147484168" r:id="rId13"/>
    <p:sldLayoutId id="2147484169" r:id="rId14"/>
    <p:sldLayoutId id="2147484170" r:id="rId15"/>
    <p:sldLayoutId id="2147484171" r:id="rId16"/>
    <p:sldLayoutId id="2147484172" r:id="rId17"/>
    <p:sldLayoutId id="2147484173" r:id="rId18"/>
    <p:sldLayoutId id="2147484174" r:id="rId19"/>
    <p:sldLayoutId id="2147484175" r:id="rId20"/>
    <p:sldLayoutId id="2147484176" r:id="rId21"/>
    <p:sldLayoutId id="2147484177" r:id="rId22"/>
    <p:sldLayoutId id="2147484178" r:id="rId23"/>
    <p:sldLayoutId id="2147484179" r:id="rId24"/>
    <p:sldLayoutId id="2147484180" r:id="rId25"/>
    <p:sldLayoutId id="2147484181" r:id="rId26"/>
    <p:sldLayoutId id="2147484182" r:id="rId27"/>
    <p:sldLayoutId id="2147484183" r:id="rId28"/>
    <p:sldLayoutId id="2147484184" r:id="rId29"/>
    <p:sldLayoutId id="2147484185" r:id="rId30"/>
    <p:sldLayoutId id="2147484186" r:id="rId31"/>
    <p:sldLayoutId id="2147484187" r:id="rId32"/>
    <p:sldLayoutId id="2147484188" r:id="rId33"/>
    <p:sldLayoutId id="2147484189" r:id="rId34"/>
    <p:sldLayoutId id="2147484190" r:id="rId35"/>
    <p:sldLayoutId id="2147484191" r:id="rId36"/>
    <p:sldLayoutId id="2147484192" r:id="rId37"/>
    <p:sldLayoutId id="2147484193" r:id="rId38"/>
    <p:sldLayoutId id="2147484194" r:id="rId39"/>
    <p:sldLayoutId id="2147484195" r:id="rId40"/>
    <p:sldLayoutId id="2147484196" r:id="rId41"/>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 pos="339">
          <p15:clr>
            <a:srgbClr val="F26B43"/>
          </p15:clr>
        </p15:guide>
        <p15:guide id="7" pos="7341">
          <p15:clr>
            <a:srgbClr val="F26B43"/>
          </p15:clr>
        </p15:guide>
        <p15:guide id="8" orient="horz" pos="3808">
          <p15:clr>
            <a:srgbClr val="F26B43"/>
          </p15:clr>
        </p15:guide>
        <p15:guide id="9" orient="horz" pos="759">
          <p15:clr>
            <a:srgbClr val="F26B43"/>
          </p15:clr>
        </p15:guide>
        <p15:guide id="11" orient="horz" pos="58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61F95D7E-4B23-4652-0DFB-30B84247D938}"/>
              </a:ext>
            </a:extLst>
          </p:cNvPr>
          <p:cNvGraphicFramePr>
            <a:graphicFrameLocks noChangeAspect="1"/>
          </p:cNvGraphicFramePr>
          <p:nvPr userDrawn="1">
            <p:custDataLst>
              <p:tags r:id="rId43"/>
            </p:custDataLst>
            <p:extLst>
              <p:ext uri="{D42A27DB-BD31-4B8C-83A1-F6EECF244321}">
                <p14:modId xmlns:p14="http://schemas.microsoft.com/office/powerpoint/2010/main" val="29696221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4" imgW="276" imgH="275" progId="TCLayout.ActiveDocument.1">
                  <p:embed/>
                </p:oleObj>
              </mc:Choice>
              <mc:Fallback>
                <p:oleObj name="think-cell Slide" r:id="rId44" imgW="276" imgH="275" progId="TCLayout.ActiveDocument.1">
                  <p:embed/>
                  <p:pic>
                    <p:nvPicPr>
                      <p:cNvPr id="8" name="think-cell data - do not delete" hidden="1">
                        <a:extLst>
                          <a:ext uri="{FF2B5EF4-FFF2-40B4-BE49-F238E27FC236}">
                            <a16:creationId xmlns:a16="http://schemas.microsoft.com/office/drawing/2014/main" id="{61F95D7E-4B23-4652-0DFB-30B84247D938}"/>
                          </a:ext>
                        </a:extLst>
                      </p:cNvPr>
                      <p:cNvPicPr/>
                      <p:nvPr/>
                    </p:nvPicPr>
                    <p:blipFill>
                      <a:blip r:embed="rId45"/>
                      <a:stretch>
                        <a:fillRect/>
                      </a:stretch>
                    </p:blipFill>
                    <p:spPr>
                      <a:xfrm>
                        <a:off x="1588" y="1588"/>
                        <a:ext cx="1588" cy="1588"/>
                      </a:xfrm>
                      <a:prstGeom prst="rect">
                        <a:avLst/>
                      </a:prstGeom>
                    </p:spPr>
                  </p:pic>
                </p:oleObj>
              </mc:Fallback>
            </mc:AlternateContent>
          </a:graphicData>
        </a:graphic>
      </p:graphicFrame>
      <p:sp>
        <p:nvSpPr>
          <p:cNvPr id="9" name="Rectangle 10">
            <a:extLst>
              <a:ext uri="{FF2B5EF4-FFF2-40B4-BE49-F238E27FC236}">
                <a16:creationId xmlns:a16="http://schemas.microsoft.com/office/drawing/2014/main" id="{78FC0C7A-FDB3-9D5F-2DF2-A4E0633FD6FC}"/>
              </a:ext>
            </a:extLst>
          </p:cNvPr>
          <p:cNvSpPr>
            <a:spLocks/>
          </p:cNvSpPr>
          <p:nvPr/>
        </p:nvSpPr>
        <p:spPr>
          <a:xfrm>
            <a:off x="0" y="6318000"/>
            <a:ext cx="12192000" cy="540000"/>
          </a:xfrm>
          <a:prstGeom prst="rect">
            <a:avLst/>
          </a:prstGeom>
          <a:solidFill>
            <a:srgbClr val="1919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lumMod val="95000"/>
                </a:schemeClr>
              </a:solidFill>
              <a:latin typeface="Arial" panose="020B0604020202020204" pitchFamily="34" charset="0"/>
              <a:cs typeface="Arial" panose="020B0604020202020204" pitchFamily="34" charset="0"/>
            </a:endParaRPr>
          </a:p>
        </p:txBody>
      </p:sp>
      <p:sp>
        <p:nvSpPr>
          <p:cNvPr id="2" name="Title Placeholder 1">
            <a:extLst>
              <a:ext uri="{FF2B5EF4-FFF2-40B4-BE49-F238E27FC236}">
                <a16:creationId xmlns:a16="http://schemas.microsoft.com/office/drawing/2014/main" id="{43E2F12F-86BB-5982-0A48-2379ABF5C921}"/>
              </a:ext>
            </a:extLst>
          </p:cNvPr>
          <p:cNvSpPr>
            <a:spLocks noGrp="1"/>
          </p:cNvSpPr>
          <p:nvPr>
            <p:ph type="title"/>
          </p:nvPr>
        </p:nvSpPr>
        <p:spPr>
          <a:xfrm>
            <a:off x="539999" y="262800"/>
            <a:ext cx="11113839" cy="332399"/>
          </a:xfrm>
          <a:prstGeom prst="rect">
            <a:avLst/>
          </a:prstGeom>
        </p:spPr>
        <p:txBody>
          <a:bodyPr vert="horz" wrap="square" lIns="0" tIns="0" rIns="0" bIns="0" rtlCol="0" anchor="b">
            <a:noAutofit/>
          </a:bodyPr>
          <a:lstStyle/>
          <a:p>
            <a:r>
              <a:rPr lang="en-US"/>
              <a:t>Click to edit Master title style</a:t>
            </a:r>
          </a:p>
        </p:txBody>
      </p:sp>
      <p:sp>
        <p:nvSpPr>
          <p:cNvPr id="3" name="Text Placeholder 2">
            <a:extLst>
              <a:ext uri="{FF2B5EF4-FFF2-40B4-BE49-F238E27FC236}">
                <a16:creationId xmlns:a16="http://schemas.microsoft.com/office/drawing/2014/main" id="{1D0F23DB-3FBD-343C-39BF-D36668E5BBE4}"/>
              </a:ext>
            </a:extLst>
          </p:cNvPr>
          <p:cNvSpPr>
            <a:spLocks noGrp="1"/>
          </p:cNvSpPr>
          <p:nvPr>
            <p:ph type="body" idx="1"/>
          </p:nvPr>
        </p:nvSpPr>
        <p:spPr>
          <a:xfrm>
            <a:off x="540000" y="1204913"/>
            <a:ext cx="11113839" cy="4840287"/>
          </a:xfrm>
          <a:prstGeom prst="rect">
            <a:avLst/>
          </a:prstGeom>
          <a:ln w="12700">
            <a:noFill/>
          </a:ln>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CCE736D-4E9C-5699-7C27-31DFFD7CCF9C}"/>
              </a:ext>
            </a:extLst>
          </p:cNvPr>
          <p:cNvSpPr>
            <a:spLocks noGrp="1"/>
          </p:cNvSpPr>
          <p:nvPr>
            <p:ph type="ftr" sz="quarter" idx="3"/>
          </p:nvPr>
        </p:nvSpPr>
        <p:spPr>
          <a:xfrm flipH="1">
            <a:off x="766637" y="6518751"/>
            <a:ext cx="2754011" cy="138499"/>
          </a:xfrm>
          <a:prstGeom prst="rect">
            <a:avLst/>
          </a:prstGeom>
        </p:spPr>
        <p:txBody>
          <a:bodyPr vert="horz" wrap="square" lIns="0" tIns="0" rIns="0" bIns="0" rtlCol="0" anchor="ctr">
            <a:spAutoFit/>
          </a:bodyPr>
          <a:lstStyle>
            <a:lvl1pPr algn="l">
              <a:defRPr sz="900" cap="all" baseline="0">
                <a:solidFill>
                  <a:schemeClr val="bg1"/>
                </a:solidFill>
              </a:defRPr>
            </a:lvl1pPr>
          </a:lstStyle>
          <a:p>
            <a:r>
              <a:rPr lang="en-US"/>
              <a:t>TRELLEBORG GROUP</a:t>
            </a:r>
          </a:p>
        </p:txBody>
      </p:sp>
      <p:sp>
        <p:nvSpPr>
          <p:cNvPr id="6" name="Slide Number Placeholder 5">
            <a:extLst>
              <a:ext uri="{FF2B5EF4-FFF2-40B4-BE49-F238E27FC236}">
                <a16:creationId xmlns:a16="http://schemas.microsoft.com/office/drawing/2014/main" id="{72C63773-9819-C11B-FCDA-874739360018}"/>
              </a:ext>
            </a:extLst>
          </p:cNvPr>
          <p:cNvSpPr>
            <a:spLocks noGrp="1"/>
          </p:cNvSpPr>
          <p:nvPr>
            <p:ph type="sldNum" sz="quarter" idx="4"/>
          </p:nvPr>
        </p:nvSpPr>
        <p:spPr>
          <a:xfrm>
            <a:off x="539209" y="6518751"/>
            <a:ext cx="210885" cy="138499"/>
          </a:xfrm>
          <a:prstGeom prst="rect">
            <a:avLst/>
          </a:prstGeom>
        </p:spPr>
        <p:txBody>
          <a:bodyPr vert="horz" wrap="square" lIns="0" tIns="0" rIns="0" bIns="0" rtlCol="0" anchor="ctr">
            <a:spAutoFit/>
          </a:bodyPr>
          <a:lstStyle>
            <a:lvl1pPr algn="l">
              <a:defRPr sz="900">
                <a:solidFill>
                  <a:schemeClr val="bg1"/>
                </a:solidFill>
              </a:defRPr>
            </a:lvl1pPr>
          </a:lstStyle>
          <a:p>
            <a:fld id="{5EA29875-719B-4A39-A51C-7BDD87443D68}" type="slidenum">
              <a:rPr lang="en-US" smtClean="0"/>
              <a:pPr/>
              <a:t>‹#›</a:t>
            </a:fld>
            <a:endParaRPr lang="en-US"/>
          </a:p>
        </p:txBody>
      </p:sp>
      <p:sp>
        <p:nvSpPr>
          <p:cNvPr id="4" name="Date Placeholder 3">
            <a:extLst>
              <a:ext uri="{FF2B5EF4-FFF2-40B4-BE49-F238E27FC236}">
                <a16:creationId xmlns:a16="http://schemas.microsoft.com/office/drawing/2014/main" id="{6E1CD961-B06F-DCCD-4BBA-1B1343B74090}"/>
              </a:ext>
            </a:extLst>
          </p:cNvPr>
          <p:cNvSpPr>
            <a:spLocks noGrp="1"/>
          </p:cNvSpPr>
          <p:nvPr>
            <p:ph type="dt" sz="half" idx="2"/>
          </p:nvPr>
        </p:nvSpPr>
        <p:spPr>
          <a:xfrm>
            <a:off x="5196000" y="6518751"/>
            <a:ext cx="1800000" cy="138499"/>
          </a:xfrm>
          <a:prstGeom prst="rect">
            <a:avLst/>
          </a:prstGeom>
        </p:spPr>
        <p:txBody>
          <a:bodyPr vert="horz" wrap="square" lIns="0" tIns="0" rIns="0" bIns="0" rtlCol="0" anchor="ctr">
            <a:spAutoFit/>
          </a:bodyPr>
          <a:lstStyle>
            <a:lvl1pPr algn="ctr">
              <a:defRPr sz="900" cap="all" baseline="0">
                <a:solidFill>
                  <a:schemeClr val="bg1"/>
                </a:solidFill>
              </a:defRPr>
            </a:lvl1pPr>
          </a:lstStyle>
          <a:p>
            <a:fld id="{F66D1A21-DA7F-43FD-8BC0-CF1F1BBA6459}" type="datetime4">
              <a:rPr lang="en-US" smtClean="0"/>
              <a:t>March 3, 2026</a:t>
            </a:fld>
            <a:endParaRPr lang="en-US"/>
          </a:p>
        </p:txBody>
      </p:sp>
      <p:grpSp>
        <p:nvGrpSpPr>
          <p:cNvPr id="30" name="Group 29">
            <a:extLst>
              <a:ext uri="{FF2B5EF4-FFF2-40B4-BE49-F238E27FC236}">
                <a16:creationId xmlns:a16="http://schemas.microsoft.com/office/drawing/2014/main" id="{B7467DED-36C4-2232-7CC5-7925DA4D4319}"/>
              </a:ext>
            </a:extLst>
          </p:cNvPr>
          <p:cNvGrpSpPr>
            <a:grpSpLocks/>
          </p:cNvGrpSpPr>
          <p:nvPr/>
        </p:nvGrpSpPr>
        <p:grpSpPr>
          <a:xfrm>
            <a:off x="10952333" y="6443734"/>
            <a:ext cx="693917" cy="288532"/>
            <a:chOff x="3591717" y="6426680"/>
            <a:chExt cx="442855" cy="184140"/>
          </a:xfrm>
        </p:grpSpPr>
        <p:grpSp>
          <p:nvGrpSpPr>
            <p:cNvPr id="17" name="Graphic 14">
              <a:extLst>
                <a:ext uri="{FF2B5EF4-FFF2-40B4-BE49-F238E27FC236}">
                  <a16:creationId xmlns:a16="http://schemas.microsoft.com/office/drawing/2014/main" id="{4716F08F-D540-EB26-A85F-2D52972561D6}"/>
                </a:ext>
              </a:extLst>
            </p:cNvPr>
            <p:cNvGrpSpPr/>
            <p:nvPr/>
          </p:nvGrpSpPr>
          <p:grpSpPr>
            <a:xfrm>
              <a:off x="3699827" y="6426680"/>
              <a:ext cx="226739" cy="101444"/>
              <a:chOff x="3699827" y="6426680"/>
              <a:chExt cx="226739" cy="101444"/>
            </a:xfrm>
            <a:solidFill>
              <a:srgbClr val="998242"/>
            </a:solidFill>
          </p:grpSpPr>
          <p:sp>
            <p:nvSpPr>
              <p:cNvPr id="18" name="Freeform: Shape 17">
                <a:extLst>
                  <a:ext uri="{FF2B5EF4-FFF2-40B4-BE49-F238E27FC236}">
                    <a16:creationId xmlns:a16="http://schemas.microsoft.com/office/drawing/2014/main" id="{C6A09024-4F7B-6443-0F06-C616D6866BB4}"/>
                  </a:ext>
                </a:extLst>
              </p:cNvPr>
              <p:cNvSpPr/>
              <p:nvPr/>
            </p:nvSpPr>
            <p:spPr>
              <a:xfrm>
                <a:off x="3734822" y="6440532"/>
                <a:ext cx="56450" cy="52076"/>
              </a:xfrm>
              <a:custGeom>
                <a:avLst/>
                <a:gdLst>
                  <a:gd name="connsiteX0" fmla="*/ 0 w 56450"/>
                  <a:gd name="connsiteY0" fmla="*/ 0 h 52076"/>
                  <a:gd name="connsiteX1" fmla="*/ 0 w 56450"/>
                  <a:gd name="connsiteY1" fmla="*/ 8228 h 52076"/>
                  <a:gd name="connsiteX2" fmla="*/ 24059 w 56450"/>
                  <a:gd name="connsiteY2" fmla="*/ 8228 h 52076"/>
                  <a:gd name="connsiteX3" fmla="*/ 24059 w 56450"/>
                  <a:gd name="connsiteY3" fmla="*/ 52076 h 52076"/>
                  <a:gd name="connsiteX4" fmla="*/ 32287 w 56450"/>
                  <a:gd name="connsiteY4" fmla="*/ 52076 h 52076"/>
                  <a:gd name="connsiteX5" fmla="*/ 32287 w 56450"/>
                  <a:gd name="connsiteY5" fmla="*/ 8228 h 52076"/>
                  <a:gd name="connsiteX6" fmla="*/ 56451 w 56450"/>
                  <a:gd name="connsiteY6" fmla="*/ 8228 h 52076"/>
                  <a:gd name="connsiteX7" fmla="*/ 56451 w 56450"/>
                  <a:gd name="connsiteY7" fmla="*/ 0 h 52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450" h="52076">
                    <a:moveTo>
                      <a:pt x="0" y="0"/>
                    </a:moveTo>
                    <a:lnTo>
                      <a:pt x="0" y="8228"/>
                    </a:lnTo>
                    <a:lnTo>
                      <a:pt x="24059" y="8228"/>
                    </a:lnTo>
                    <a:lnTo>
                      <a:pt x="24059" y="52076"/>
                    </a:lnTo>
                    <a:lnTo>
                      <a:pt x="32287" y="52076"/>
                    </a:lnTo>
                    <a:lnTo>
                      <a:pt x="32287" y="8228"/>
                    </a:lnTo>
                    <a:lnTo>
                      <a:pt x="56451" y="8228"/>
                    </a:lnTo>
                    <a:lnTo>
                      <a:pt x="56451" y="0"/>
                    </a:lnTo>
                    <a:close/>
                  </a:path>
                </a:pathLst>
              </a:custGeom>
              <a:solidFill>
                <a:srgbClr val="998242"/>
              </a:solidFill>
              <a:ln w="1041" cap="flat">
                <a:noFill/>
                <a:prstDash val="solid"/>
                <a:miter/>
              </a:ln>
            </p:spPr>
            <p:txBody>
              <a:bodyPr rtlCol="0" anchor="ctr"/>
              <a:lstStyle/>
              <a:p>
                <a:endParaRPr lang="da-DK"/>
              </a:p>
            </p:txBody>
          </p:sp>
          <p:sp>
            <p:nvSpPr>
              <p:cNvPr id="19" name="Freeform: Shape 18">
                <a:extLst>
                  <a:ext uri="{FF2B5EF4-FFF2-40B4-BE49-F238E27FC236}">
                    <a16:creationId xmlns:a16="http://schemas.microsoft.com/office/drawing/2014/main" id="{72AFCC20-0889-811D-5457-9FE4E253F5CD}"/>
                  </a:ext>
                </a:extLst>
              </p:cNvPr>
              <p:cNvSpPr/>
              <p:nvPr/>
            </p:nvSpPr>
            <p:spPr>
              <a:xfrm>
                <a:off x="3699827" y="6426680"/>
                <a:ext cx="226739" cy="101444"/>
              </a:xfrm>
              <a:custGeom>
                <a:avLst/>
                <a:gdLst>
                  <a:gd name="connsiteX0" fmla="*/ 163519 w 226739"/>
                  <a:gd name="connsiteY0" fmla="*/ 101444 h 101444"/>
                  <a:gd name="connsiteX1" fmla="*/ 226739 w 226739"/>
                  <a:gd name="connsiteY1" fmla="*/ 0 h 101444"/>
                  <a:gd name="connsiteX2" fmla="*/ 0 w 226739"/>
                  <a:gd name="connsiteY2" fmla="*/ 0 h 101444"/>
                  <a:gd name="connsiteX3" fmla="*/ 63220 w 226739"/>
                  <a:gd name="connsiteY3" fmla="*/ 101444 h 101444"/>
                  <a:gd name="connsiteX4" fmla="*/ 79885 w 226739"/>
                  <a:gd name="connsiteY4" fmla="*/ 74677 h 101444"/>
                  <a:gd name="connsiteX5" fmla="*/ 96966 w 226739"/>
                  <a:gd name="connsiteY5" fmla="*/ 101444 h 101444"/>
                  <a:gd name="connsiteX6" fmla="*/ 113630 w 226739"/>
                  <a:gd name="connsiteY6" fmla="*/ 74677 h 101444"/>
                  <a:gd name="connsiteX7" fmla="*/ 130294 w 226739"/>
                  <a:gd name="connsiteY7" fmla="*/ 101444 h 101444"/>
                  <a:gd name="connsiteX8" fmla="*/ 146855 w 226739"/>
                  <a:gd name="connsiteY8" fmla="*/ 74781 h 101444"/>
                  <a:gd name="connsiteX9" fmla="*/ 163519 w 226739"/>
                  <a:gd name="connsiteY9" fmla="*/ 101444 h 101444"/>
                  <a:gd name="connsiteX10" fmla="*/ 210075 w 226739"/>
                  <a:gd name="connsiteY10" fmla="*/ 9270 h 101444"/>
                  <a:gd name="connsiteX11" fmla="*/ 163519 w 226739"/>
                  <a:gd name="connsiteY11" fmla="*/ 83947 h 101444"/>
                  <a:gd name="connsiteX12" fmla="*/ 152375 w 226739"/>
                  <a:gd name="connsiteY12" fmla="*/ 66033 h 101444"/>
                  <a:gd name="connsiteX13" fmla="*/ 187682 w 226739"/>
                  <a:gd name="connsiteY13" fmla="*/ 9374 h 101444"/>
                  <a:gd name="connsiteX14" fmla="*/ 210075 w 226739"/>
                  <a:gd name="connsiteY14" fmla="*/ 9270 h 101444"/>
                  <a:gd name="connsiteX15" fmla="*/ 210075 w 226739"/>
                  <a:gd name="connsiteY15" fmla="*/ 9270 h 101444"/>
                  <a:gd name="connsiteX16" fmla="*/ 63220 w 226739"/>
                  <a:gd name="connsiteY16" fmla="*/ 83947 h 101444"/>
                  <a:gd name="connsiteX17" fmla="*/ 16873 w 226739"/>
                  <a:gd name="connsiteY17" fmla="*/ 9270 h 101444"/>
                  <a:gd name="connsiteX18" fmla="*/ 31037 w 226739"/>
                  <a:gd name="connsiteY18" fmla="*/ 9270 h 101444"/>
                  <a:gd name="connsiteX19" fmla="*/ 109777 w 226739"/>
                  <a:gd name="connsiteY19" fmla="*/ 9270 h 101444"/>
                  <a:gd name="connsiteX20" fmla="*/ 63220 w 226739"/>
                  <a:gd name="connsiteY20" fmla="*/ 83947 h 101444"/>
                  <a:gd name="connsiteX21" fmla="*/ 85405 w 226739"/>
                  <a:gd name="connsiteY21" fmla="*/ 65824 h 101444"/>
                  <a:gd name="connsiteX22" fmla="*/ 120608 w 226739"/>
                  <a:gd name="connsiteY22" fmla="*/ 9374 h 101444"/>
                  <a:gd name="connsiteX23" fmla="*/ 143522 w 226739"/>
                  <a:gd name="connsiteY23" fmla="*/ 9374 h 101444"/>
                  <a:gd name="connsiteX24" fmla="*/ 96966 w 226739"/>
                  <a:gd name="connsiteY24" fmla="*/ 84051 h 101444"/>
                  <a:gd name="connsiteX25" fmla="*/ 85405 w 226739"/>
                  <a:gd name="connsiteY25" fmla="*/ 65824 h 101444"/>
                  <a:gd name="connsiteX26" fmla="*/ 119150 w 226739"/>
                  <a:gd name="connsiteY26" fmla="*/ 65824 h 101444"/>
                  <a:gd name="connsiteX27" fmla="*/ 154354 w 226739"/>
                  <a:gd name="connsiteY27" fmla="*/ 9374 h 101444"/>
                  <a:gd name="connsiteX28" fmla="*/ 176746 w 226739"/>
                  <a:gd name="connsiteY28" fmla="*/ 9374 h 101444"/>
                  <a:gd name="connsiteX29" fmla="*/ 130190 w 226739"/>
                  <a:gd name="connsiteY29" fmla="*/ 84051 h 101444"/>
                  <a:gd name="connsiteX30" fmla="*/ 119150 w 226739"/>
                  <a:gd name="connsiteY30" fmla="*/ 65824 h 101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6739" h="101444">
                    <a:moveTo>
                      <a:pt x="163519" y="101444"/>
                    </a:moveTo>
                    <a:lnTo>
                      <a:pt x="226739" y="0"/>
                    </a:lnTo>
                    <a:lnTo>
                      <a:pt x="0" y="0"/>
                    </a:lnTo>
                    <a:lnTo>
                      <a:pt x="63220" y="101444"/>
                    </a:lnTo>
                    <a:lnTo>
                      <a:pt x="79885" y="74677"/>
                    </a:lnTo>
                    <a:lnTo>
                      <a:pt x="96966" y="101444"/>
                    </a:lnTo>
                    <a:lnTo>
                      <a:pt x="113630" y="74677"/>
                    </a:lnTo>
                    <a:lnTo>
                      <a:pt x="130294" y="101444"/>
                    </a:lnTo>
                    <a:lnTo>
                      <a:pt x="146855" y="74781"/>
                    </a:lnTo>
                    <a:lnTo>
                      <a:pt x="163519" y="101444"/>
                    </a:lnTo>
                    <a:close/>
                    <a:moveTo>
                      <a:pt x="210075" y="9270"/>
                    </a:moveTo>
                    <a:lnTo>
                      <a:pt x="163519" y="83947"/>
                    </a:lnTo>
                    <a:lnTo>
                      <a:pt x="152375" y="66033"/>
                    </a:lnTo>
                    <a:lnTo>
                      <a:pt x="187682" y="9374"/>
                    </a:lnTo>
                    <a:lnTo>
                      <a:pt x="210075" y="9270"/>
                    </a:lnTo>
                    <a:lnTo>
                      <a:pt x="210075" y="9270"/>
                    </a:lnTo>
                    <a:close/>
                    <a:moveTo>
                      <a:pt x="63220" y="83947"/>
                    </a:moveTo>
                    <a:lnTo>
                      <a:pt x="16873" y="9270"/>
                    </a:lnTo>
                    <a:lnTo>
                      <a:pt x="31037" y="9270"/>
                    </a:lnTo>
                    <a:lnTo>
                      <a:pt x="109777" y="9270"/>
                    </a:lnTo>
                    <a:lnTo>
                      <a:pt x="63220" y="83947"/>
                    </a:lnTo>
                    <a:close/>
                    <a:moveTo>
                      <a:pt x="85405" y="65824"/>
                    </a:moveTo>
                    <a:lnTo>
                      <a:pt x="120608" y="9374"/>
                    </a:lnTo>
                    <a:lnTo>
                      <a:pt x="143522" y="9374"/>
                    </a:lnTo>
                    <a:lnTo>
                      <a:pt x="96966" y="84051"/>
                    </a:lnTo>
                    <a:lnTo>
                      <a:pt x="85405" y="65824"/>
                    </a:lnTo>
                    <a:close/>
                    <a:moveTo>
                      <a:pt x="119150" y="65824"/>
                    </a:moveTo>
                    <a:lnTo>
                      <a:pt x="154354" y="9374"/>
                    </a:lnTo>
                    <a:lnTo>
                      <a:pt x="176746" y="9374"/>
                    </a:lnTo>
                    <a:lnTo>
                      <a:pt x="130190" y="84051"/>
                    </a:lnTo>
                    <a:lnTo>
                      <a:pt x="119150" y="65824"/>
                    </a:lnTo>
                    <a:close/>
                  </a:path>
                </a:pathLst>
              </a:custGeom>
              <a:solidFill>
                <a:srgbClr val="998242"/>
              </a:solidFill>
              <a:ln w="1041" cap="flat">
                <a:noFill/>
                <a:prstDash val="solid"/>
                <a:miter/>
              </a:ln>
            </p:spPr>
            <p:txBody>
              <a:bodyPr rtlCol="0" anchor="ctr"/>
              <a:lstStyle/>
              <a:p>
                <a:endParaRPr lang="da-DK"/>
              </a:p>
            </p:txBody>
          </p:sp>
        </p:grpSp>
        <p:sp>
          <p:nvSpPr>
            <p:cNvPr id="20" name="Freeform: Shape 19">
              <a:extLst>
                <a:ext uri="{FF2B5EF4-FFF2-40B4-BE49-F238E27FC236}">
                  <a16:creationId xmlns:a16="http://schemas.microsoft.com/office/drawing/2014/main" id="{656BDD16-D07C-23D8-ECD0-22B66F86EA4C}"/>
                </a:ext>
              </a:extLst>
            </p:cNvPr>
            <p:cNvSpPr/>
            <p:nvPr/>
          </p:nvSpPr>
          <p:spPr>
            <a:xfrm>
              <a:off x="3591717" y="6545309"/>
              <a:ext cx="39577" cy="64261"/>
            </a:xfrm>
            <a:custGeom>
              <a:avLst/>
              <a:gdLst>
                <a:gd name="connsiteX0" fmla="*/ 0 w 39577"/>
                <a:gd name="connsiteY0" fmla="*/ 8332 h 64261"/>
                <a:gd name="connsiteX1" fmla="*/ 5103 w 39577"/>
                <a:gd name="connsiteY1" fmla="*/ 5833 h 64261"/>
                <a:gd name="connsiteX2" fmla="*/ 16039 w 39577"/>
                <a:gd name="connsiteY2" fmla="*/ 5833 h 64261"/>
                <a:gd name="connsiteX3" fmla="*/ 16039 w 39577"/>
                <a:gd name="connsiteY3" fmla="*/ 59263 h 64261"/>
                <a:gd name="connsiteX4" fmla="*/ 14061 w 39577"/>
                <a:gd name="connsiteY4" fmla="*/ 64262 h 64261"/>
                <a:gd name="connsiteX5" fmla="*/ 25517 w 39577"/>
                <a:gd name="connsiteY5" fmla="*/ 64262 h 64261"/>
                <a:gd name="connsiteX6" fmla="*/ 23538 w 39577"/>
                <a:gd name="connsiteY6" fmla="*/ 59263 h 64261"/>
                <a:gd name="connsiteX7" fmla="*/ 23538 w 39577"/>
                <a:gd name="connsiteY7" fmla="*/ 5728 h 64261"/>
                <a:gd name="connsiteX8" fmla="*/ 34579 w 39577"/>
                <a:gd name="connsiteY8" fmla="*/ 5728 h 64261"/>
                <a:gd name="connsiteX9" fmla="*/ 39578 w 39577"/>
                <a:gd name="connsiteY9" fmla="*/ 8228 h 64261"/>
                <a:gd name="connsiteX10" fmla="*/ 39578 w 39577"/>
                <a:gd name="connsiteY10" fmla="*/ 0 h 64261"/>
                <a:gd name="connsiteX11" fmla="*/ 0 w 39577"/>
                <a:gd name="connsiteY11" fmla="*/ 0 h 64261"/>
                <a:gd name="connsiteX12" fmla="*/ 0 w 39577"/>
                <a:gd name="connsiteY12" fmla="*/ 8332 h 64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77" h="64261">
                  <a:moveTo>
                    <a:pt x="0" y="8332"/>
                  </a:moveTo>
                  <a:cubicBezTo>
                    <a:pt x="1146" y="7082"/>
                    <a:pt x="1250" y="5833"/>
                    <a:pt x="5103" y="5833"/>
                  </a:cubicBezTo>
                  <a:lnTo>
                    <a:pt x="16039" y="5833"/>
                  </a:lnTo>
                  <a:lnTo>
                    <a:pt x="16039" y="59263"/>
                  </a:lnTo>
                  <a:cubicBezTo>
                    <a:pt x="16039" y="62700"/>
                    <a:pt x="15519" y="63116"/>
                    <a:pt x="14061" y="64262"/>
                  </a:cubicBezTo>
                  <a:lnTo>
                    <a:pt x="25517" y="64262"/>
                  </a:lnTo>
                  <a:cubicBezTo>
                    <a:pt x="24059" y="63116"/>
                    <a:pt x="23538" y="62700"/>
                    <a:pt x="23538" y="59263"/>
                  </a:cubicBezTo>
                  <a:lnTo>
                    <a:pt x="23538" y="5728"/>
                  </a:lnTo>
                  <a:lnTo>
                    <a:pt x="34579" y="5728"/>
                  </a:lnTo>
                  <a:cubicBezTo>
                    <a:pt x="38432" y="5728"/>
                    <a:pt x="38432" y="7082"/>
                    <a:pt x="39578" y="8228"/>
                  </a:cubicBezTo>
                  <a:lnTo>
                    <a:pt x="39578" y="0"/>
                  </a:lnTo>
                  <a:lnTo>
                    <a:pt x="0" y="0"/>
                  </a:lnTo>
                  <a:lnTo>
                    <a:pt x="0" y="8332"/>
                  </a:lnTo>
                  <a:close/>
                </a:path>
              </a:pathLst>
            </a:custGeom>
            <a:solidFill>
              <a:srgbClr val="FFFFFF"/>
            </a:solidFill>
            <a:ln w="1041" cap="flat">
              <a:noFill/>
              <a:prstDash val="solid"/>
              <a:miter/>
            </a:ln>
          </p:spPr>
          <p:txBody>
            <a:bodyPr rtlCol="0" anchor="ctr"/>
            <a:lstStyle/>
            <a:p>
              <a:endParaRPr lang="da-DK"/>
            </a:p>
          </p:txBody>
        </p:sp>
        <p:sp>
          <p:nvSpPr>
            <p:cNvPr id="21" name="Freeform: Shape 20">
              <a:extLst>
                <a:ext uri="{FF2B5EF4-FFF2-40B4-BE49-F238E27FC236}">
                  <a16:creationId xmlns:a16="http://schemas.microsoft.com/office/drawing/2014/main" id="{73522D4A-C207-373D-0ECB-C70402668CE5}"/>
                </a:ext>
              </a:extLst>
            </p:cNvPr>
            <p:cNvSpPr/>
            <p:nvPr/>
          </p:nvSpPr>
          <p:spPr>
            <a:xfrm>
              <a:off x="3635773" y="6545518"/>
              <a:ext cx="43223" cy="63845"/>
            </a:xfrm>
            <a:custGeom>
              <a:avLst/>
              <a:gdLst>
                <a:gd name="connsiteX0" fmla="*/ 39370 w 43223"/>
                <a:gd name="connsiteY0" fmla="*/ 58950 h 63845"/>
                <a:gd name="connsiteX1" fmla="*/ 26351 w 43223"/>
                <a:gd name="connsiteY1" fmla="*/ 32704 h 63845"/>
                <a:gd name="connsiteX2" fmla="*/ 39890 w 43223"/>
                <a:gd name="connsiteY2" fmla="*/ 17706 h 63845"/>
                <a:gd name="connsiteX3" fmla="*/ 17185 w 43223"/>
                <a:gd name="connsiteY3" fmla="*/ 0 h 63845"/>
                <a:gd name="connsiteX4" fmla="*/ 0 w 43223"/>
                <a:gd name="connsiteY4" fmla="*/ 0 h 63845"/>
                <a:gd name="connsiteX5" fmla="*/ 1979 w 43223"/>
                <a:gd name="connsiteY5" fmla="*/ 4999 h 63845"/>
                <a:gd name="connsiteX6" fmla="*/ 1979 w 43223"/>
                <a:gd name="connsiteY6" fmla="*/ 58846 h 63845"/>
                <a:gd name="connsiteX7" fmla="*/ 0 w 43223"/>
                <a:gd name="connsiteY7" fmla="*/ 63845 h 63845"/>
                <a:gd name="connsiteX8" fmla="*/ 11457 w 43223"/>
                <a:gd name="connsiteY8" fmla="*/ 63845 h 63845"/>
                <a:gd name="connsiteX9" fmla="*/ 9478 w 43223"/>
                <a:gd name="connsiteY9" fmla="*/ 58846 h 63845"/>
                <a:gd name="connsiteX10" fmla="*/ 9478 w 43223"/>
                <a:gd name="connsiteY10" fmla="*/ 33745 h 63845"/>
                <a:gd name="connsiteX11" fmla="*/ 9478 w 43223"/>
                <a:gd name="connsiteY11" fmla="*/ 28017 h 63845"/>
                <a:gd name="connsiteX12" fmla="*/ 9478 w 43223"/>
                <a:gd name="connsiteY12" fmla="*/ 5728 h 63845"/>
                <a:gd name="connsiteX13" fmla="*/ 17185 w 43223"/>
                <a:gd name="connsiteY13" fmla="*/ 5728 h 63845"/>
                <a:gd name="connsiteX14" fmla="*/ 32391 w 43223"/>
                <a:gd name="connsiteY14" fmla="*/ 17602 h 63845"/>
                <a:gd name="connsiteX15" fmla="*/ 16039 w 43223"/>
                <a:gd name="connsiteY15" fmla="*/ 28329 h 63845"/>
                <a:gd name="connsiteX16" fmla="*/ 19060 w 43223"/>
                <a:gd name="connsiteY16" fmla="*/ 33745 h 63845"/>
                <a:gd name="connsiteX17" fmla="*/ 33433 w 43223"/>
                <a:gd name="connsiteY17" fmla="*/ 63845 h 63845"/>
                <a:gd name="connsiteX18" fmla="*/ 43223 w 43223"/>
                <a:gd name="connsiteY18" fmla="*/ 63845 h 63845"/>
                <a:gd name="connsiteX19" fmla="*/ 39370 w 43223"/>
                <a:gd name="connsiteY19" fmla="*/ 58950 h 63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223" h="63845">
                  <a:moveTo>
                    <a:pt x="39370" y="58950"/>
                  </a:moveTo>
                  <a:lnTo>
                    <a:pt x="26351" y="32704"/>
                  </a:lnTo>
                  <a:cubicBezTo>
                    <a:pt x="35620" y="30933"/>
                    <a:pt x="39890" y="23434"/>
                    <a:pt x="39890" y="17706"/>
                  </a:cubicBezTo>
                  <a:cubicBezTo>
                    <a:pt x="39890" y="5208"/>
                    <a:pt x="33225" y="0"/>
                    <a:pt x="17185" y="0"/>
                  </a:cubicBezTo>
                  <a:lnTo>
                    <a:pt x="0" y="0"/>
                  </a:lnTo>
                  <a:cubicBezTo>
                    <a:pt x="1458" y="1146"/>
                    <a:pt x="1979" y="1562"/>
                    <a:pt x="1979" y="4999"/>
                  </a:cubicBezTo>
                  <a:lnTo>
                    <a:pt x="1979" y="58846"/>
                  </a:lnTo>
                  <a:cubicBezTo>
                    <a:pt x="1979" y="62283"/>
                    <a:pt x="1458" y="62700"/>
                    <a:pt x="0" y="63845"/>
                  </a:cubicBezTo>
                  <a:lnTo>
                    <a:pt x="11457" y="63845"/>
                  </a:lnTo>
                  <a:cubicBezTo>
                    <a:pt x="9999" y="62700"/>
                    <a:pt x="9478" y="62283"/>
                    <a:pt x="9478" y="58846"/>
                  </a:cubicBezTo>
                  <a:lnTo>
                    <a:pt x="9478" y="33745"/>
                  </a:lnTo>
                  <a:lnTo>
                    <a:pt x="9478" y="28017"/>
                  </a:lnTo>
                  <a:lnTo>
                    <a:pt x="9478" y="5728"/>
                  </a:lnTo>
                  <a:lnTo>
                    <a:pt x="17185" y="5728"/>
                  </a:lnTo>
                  <a:cubicBezTo>
                    <a:pt x="28642" y="5728"/>
                    <a:pt x="32391" y="10624"/>
                    <a:pt x="32391" y="17602"/>
                  </a:cubicBezTo>
                  <a:cubicBezTo>
                    <a:pt x="32391" y="28017"/>
                    <a:pt x="21560" y="28329"/>
                    <a:pt x="16039" y="28329"/>
                  </a:cubicBezTo>
                  <a:lnTo>
                    <a:pt x="19060" y="33745"/>
                  </a:lnTo>
                  <a:lnTo>
                    <a:pt x="33433" y="63845"/>
                  </a:lnTo>
                  <a:lnTo>
                    <a:pt x="43223" y="63845"/>
                  </a:lnTo>
                  <a:cubicBezTo>
                    <a:pt x="42078" y="62804"/>
                    <a:pt x="41765" y="62700"/>
                    <a:pt x="39370" y="58950"/>
                  </a:cubicBezTo>
                  <a:close/>
                </a:path>
              </a:pathLst>
            </a:custGeom>
            <a:solidFill>
              <a:srgbClr val="FFFFFF"/>
            </a:solidFill>
            <a:ln w="1041" cap="flat">
              <a:noFill/>
              <a:prstDash val="solid"/>
              <a:miter/>
            </a:ln>
          </p:spPr>
          <p:txBody>
            <a:bodyPr rtlCol="0" anchor="ctr"/>
            <a:lstStyle/>
            <a:p>
              <a:endParaRPr lang="da-DK"/>
            </a:p>
          </p:txBody>
        </p:sp>
        <p:sp>
          <p:nvSpPr>
            <p:cNvPr id="22" name="Freeform: Shape 21">
              <a:extLst>
                <a:ext uri="{FF2B5EF4-FFF2-40B4-BE49-F238E27FC236}">
                  <a16:creationId xmlns:a16="http://schemas.microsoft.com/office/drawing/2014/main" id="{EA047F0C-DEAB-BB35-90AE-16895CA11E0F}"/>
                </a:ext>
              </a:extLst>
            </p:cNvPr>
            <p:cNvSpPr/>
            <p:nvPr/>
          </p:nvSpPr>
          <p:spPr>
            <a:xfrm>
              <a:off x="3939898" y="6545518"/>
              <a:ext cx="43223" cy="63845"/>
            </a:xfrm>
            <a:custGeom>
              <a:avLst/>
              <a:gdLst>
                <a:gd name="connsiteX0" fmla="*/ 39370 w 43223"/>
                <a:gd name="connsiteY0" fmla="*/ 58950 h 63845"/>
                <a:gd name="connsiteX1" fmla="*/ 26351 w 43223"/>
                <a:gd name="connsiteY1" fmla="*/ 32704 h 63845"/>
                <a:gd name="connsiteX2" fmla="*/ 39890 w 43223"/>
                <a:gd name="connsiteY2" fmla="*/ 17706 h 63845"/>
                <a:gd name="connsiteX3" fmla="*/ 17185 w 43223"/>
                <a:gd name="connsiteY3" fmla="*/ 0 h 63845"/>
                <a:gd name="connsiteX4" fmla="*/ 0 w 43223"/>
                <a:gd name="connsiteY4" fmla="*/ 0 h 63845"/>
                <a:gd name="connsiteX5" fmla="*/ 1979 w 43223"/>
                <a:gd name="connsiteY5" fmla="*/ 4999 h 63845"/>
                <a:gd name="connsiteX6" fmla="*/ 1979 w 43223"/>
                <a:gd name="connsiteY6" fmla="*/ 58846 h 63845"/>
                <a:gd name="connsiteX7" fmla="*/ 0 w 43223"/>
                <a:gd name="connsiteY7" fmla="*/ 63845 h 63845"/>
                <a:gd name="connsiteX8" fmla="*/ 11457 w 43223"/>
                <a:gd name="connsiteY8" fmla="*/ 63845 h 63845"/>
                <a:gd name="connsiteX9" fmla="*/ 9478 w 43223"/>
                <a:gd name="connsiteY9" fmla="*/ 58846 h 63845"/>
                <a:gd name="connsiteX10" fmla="*/ 9478 w 43223"/>
                <a:gd name="connsiteY10" fmla="*/ 33745 h 63845"/>
                <a:gd name="connsiteX11" fmla="*/ 9478 w 43223"/>
                <a:gd name="connsiteY11" fmla="*/ 28017 h 63845"/>
                <a:gd name="connsiteX12" fmla="*/ 9478 w 43223"/>
                <a:gd name="connsiteY12" fmla="*/ 5728 h 63845"/>
                <a:gd name="connsiteX13" fmla="*/ 17185 w 43223"/>
                <a:gd name="connsiteY13" fmla="*/ 5728 h 63845"/>
                <a:gd name="connsiteX14" fmla="*/ 32391 w 43223"/>
                <a:gd name="connsiteY14" fmla="*/ 17602 h 63845"/>
                <a:gd name="connsiteX15" fmla="*/ 16039 w 43223"/>
                <a:gd name="connsiteY15" fmla="*/ 28329 h 63845"/>
                <a:gd name="connsiteX16" fmla="*/ 19060 w 43223"/>
                <a:gd name="connsiteY16" fmla="*/ 33745 h 63845"/>
                <a:gd name="connsiteX17" fmla="*/ 33433 w 43223"/>
                <a:gd name="connsiteY17" fmla="*/ 63845 h 63845"/>
                <a:gd name="connsiteX18" fmla="*/ 43223 w 43223"/>
                <a:gd name="connsiteY18" fmla="*/ 63845 h 63845"/>
                <a:gd name="connsiteX19" fmla="*/ 39370 w 43223"/>
                <a:gd name="connsiteY19" fmla="*/ 58950 h 63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223" h="63845">
                  <a:moveTo>
                    <a:pt x="39370" y="58950"/>
                  </a:moveTo>
                  <a:lnTo>
                    <a:pt x="26351" y="32704"/>
                  </a:lnTo>
                  <a:cubicBezTo>
                    <a:pt x="35620" y="30933"/>
                    <a:pt x="39890" y="23434"/>
                    <a:pt x="39890" y="17706"/>
                  </a:cubicBezTo>
                  <a:cubicBezTo>
                    <a:pt x="39890" y="5208"/>
                    <a:pt x="33225" y="0"/>
                    <a:pt x="17185" y="0"/>
                  </a:cubicBezTo>
                  <a:lnTo>
                    <a:pt x="0" y="0"/>
                  </a:lnTo>
                  <a:cubicBezTo>
                    <a:pt x="1458" y="1146"/>
                    <a:pt x="1979" y="1562"/>
                    <a:pt x="1979" y="4999"/>
                  </a:cubicBezTo>
                  <a:lnTo>
                    <a:pt x="1979" y="58846"/>
                  </a:lnTo>
                  <a:cubicBezTo>
                    <a:pt x="1979" y="62283"/>
                    <a:pt x="1458" y="62700"/>
                    <a:pt x="0" y="63845"/>
                  </a:cubicBezTo>
                  <a:lnTo>
                    <a:pt x="11457" y="63845"/>
                  </a:lnTo>
                  <a:cubicBezTo>
                    <a:pt x="9999" y="62700"/>
                    <a:pt x="9478" y="62283"/>
                    <a:pt x="9478" y="58846"/>
                  </a:cubicBezTo>
                  <a:lnTo>
                    <a:pt x="9478" y="33745"/>
                  </a:lnTo>
                  <a:lnTo>
                    <a:pt x="9478" y="28017"/>
                  </a:lnTo>
                  <a:lnTo>
                    <a:pt x="9478" y="5728"/>
                  </a:lnTo>
                  <a:lnTo>
                    <a:pt x="17185" y="5728"/>
                  </a:lnTo>
                  <a:cubicBezTo>
                    <a:pt x="28642" y="5728"/>
                    <a:pt x="32391" y="10624"/>
                    <a:pt x="32391" y="17602"/>
                  </a:cubicBezTo>
                  <a:cubicBezTo>
                    <a:pt x="32391" y="28017"/>
                    <a:pt x="21560" y="28329"/>
                    <a:pt x="16039" y="28329"/>
                  </a:cubicBezTo>
                  <a:lnTo>
                    <a:pt x="19060" y="33745"/>
                  </a:lnTo>
                  <a:lnTo>
                    <a:pt x="33433" y="63845"/>
                  </a:lnTo>
                  <a:lnTo>
                    <a:pt x="43223" y="63845"/>
                  </a:lnTo>
                  <a:cubicBezTo>
                    <a:pt x="42078" y="62804"/>
                    <a:pt x="41661" y="62700"/>
                    <a:pt x="39370" y="58950"/>
                  </a:cubicBezTo>
                  <a:close/>
                </a:path>
              </a:pathLst>
            </a:custGeom>
            <a:solidFill>
              <a:srgbClr val="FFFFFF"/>
            </a:solidFill>
            <a:ln w="1041" cap="flat">
              <a:noFill/>
              <a:prstDash val="solid"/>
              <a:miter/>
            </a:ln>
          </p:spPr>
          <p:txBody>
            <a:bodyPr rtlCol="0" anchor="ctr"/>
            <a:lstStyle/>
            <a:p>
              <a:endParaRPr lang="da-DK"/>
            </a:p>
          </p:txBody>
        </p:sp>
        <p:sp>
          <p:nvSpPr>
            <p:cNvPr id="23" name="Freeform: Shape 22">
              <a:extLst>
                <a:ext uri="{FF2B5EF4-FFF2-40B4-BE49-F238E27FC236}">
                  <a16:creationId xmlns:a16="http://schemas.microsoft.com/office/drawing/2014/main" id="{52C78186-0C51-B1F5-D4E0-07FA8AE2632B}"/>
                </a:ext>
              </a:extLst>
            </p:cNvPr>
            <p:cNvSpPr/>
            <p:nvPr/>
          </p:nvSpPr>
          <p:spPr>
            <a:xfrm>
              <a:off x="3683892" y="6545518"/>
              <a:ext cx="34161" cy="63949"/>
            </a:xfrm>
            <a:custGeom>
              <a:avLst/>
              <a:gdLst>
                <a:gd name="connsiteX0" fmla="*/ 1979 w 34161"/>
                <a:gd name="connsiteY0" fmla="*/ 4999 h 63949"/>
                <a:gd name="connsiteX1" fmla="*/ 1979 w 34161"/>
                <a:gd name="connsiteY1" fmla="*/ 58950 h 63949"/>
                <a:gd name="connsiteX2" fmla="*/ 0 w 34161"/>
                <a:gd name="connsiteY2" fmla="*/ 63949 h 63949"/>
                <a:gd name="connsiteX3" fmla="*/ 34162 w 34161"/>
                <a:gd name="connsiteY3" fmla="*/ 63949 h 63949"/>
                <a:gd name="connsiteX4" fmla="*/ 34162 w 34161"/>
                <a:gd name="connsiteY4" fmla="*/ 55617 h 63949"/>
                <a:gd name="connsiteX5" fmla="*/ 29058 w 34161"/>
                <a:gd name="connsiteY5" fmla="*/ 58221 h 63949"/>
                <a:gd name="connsiteX6" fmla="*/ 9478 w 34161"/>
                <a:gd name="connsiteY6" fmla="*/ 58221 h 63949"/>
                <a:gd name="connsiteX7" fmla="*/ 9478 w 34161"/>
                <a:gd name="connsiteY7" fmla="*/ 31662 h 63949"/>
                <a:gd name="connsiteX8" fmla="*/ 23226 w 34161"/>
                <a:gd name="connsiteY8" fmla="*/ 31975 h 63949"/>
                <a:gd name="connsiteX9" fmla="*/ 27913 w 34161"/>
                <a:gd name="connsiteY9" fmla="*/ 33849 h 63949"/>
                <a:gd name="connsiteX10" fmla="*/ 27913 w 34161"/>
                <a:gd name="connsiteY10" fmla="*/ 24372 h 63949"/>
                <a:gd name="connsiteX11" fmla="*/ 23018 w 34161"/>
                <a:gd name="connsiteY11" fmla="*/ 26246 h 63949"/>
                <a:gd name="connsiteX12" fmla="*/ 9478 w 34161"/>
                <a:gd name="connsiteY12" fmla="*/ 25934 h 63949"/>
                <a:gd name="connsiteX13" fmla="*/ 9478 w 34161"/>
                <a:gd name="connsiteY13" fmla="*/ 5728 h 63949"/>
                <a:gd name="connsiteX14" fmla="*/ 29058 w 34161"/>
                <a:gd name="connsiteY14" fmla="*/ 5728 h 63949"/>
                <a:gd name="connsiteX15" fmla="*/ 34162 w 34161"/>
                <a:gd name="connsiteY15" fmla="*/ 8332 h 63949"/>
                <a:gd name="connsiteX16" fmla="*/ 34162 w 34161"/>
                <a:gd name="connsiteY16" fmla="*/ 0 h 63949"/>
                <a:gd name="connsiteX17" fmla="*/ 0 w 34161"/>
                <a:gd name="connsiteY17" fmla="*/ 0 h 63949"/>
                <a:gd name="connsiteX18" fmla="*/ 1979 w 34161"/>
                <a:gd name="connsiteY18" fmla="*/ 4999 h 63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61" h="63949">
                  <a:moveTo>
                    <a:pt x="1979" y="4999"/>
                  </a:moveTo>
                  <a:lnTo>
                    <a:pt x="1979" y="58950"/>
                  </a:lnTo>
                  <a:cubicBezTo>
                    <a:pt x="1979" y="62387"/>
                    <a:pt x="1458" y="62804"/>
                    <a:pt x="0" y="63949"/>
                  </a:cubicBezTo>
                  <a:lnTo>
                    <a:pt x="34162" y="63949"/>
                  </a:lnTo>
                  <a:lnTo>
                    <a:pt x="34162" y="55617"/>
                  </a:lnTo>
                  <a:cubicBezTo>
                    <a:pt x="33225" y="56763"/>
                    <a:pt x="33120" y="58221"/>
                    <a:pt x="29058" y="58221"/>
                  </a:cubicBezTo>
                  <a:lnTo>
                    <a:pt x="9478" y="58221"/>
                  </a:lnTo>
                  <a:lnTo>
                    <a:pt x="9478" y="31662"/>
                  </a:lnTo>
                  <a:lnTo>
                    <a:pt x="23226" y="31975"/>
                  </a:lnTo>
                  <a:cubicBezTo>
                    <a:pt x="27184" y="31975"/>
                    <a:pt x="27184" y="32912"/>
                    <a:pt x="27913" y="33849"/>
                  </a:cubicBezTo>
                  <a:lnTo>
                    <a:pt x="27913" y="24372"/>
                  </a:lnTo>
                  <a:cubicBezTo>
                    <a:pt x="26975" y="25517"/>
                    <a:pt x="26871" y="26246"/>
                    <a:pt x="23018" y="26246"/>
                  </a:cubicBezTo>
                  <a:lnTo>
                    <a:pt x="9478" y="25934"/>
                  </a:lnTo>
                  <a:lnTo>
                    <a:pt x="9478" y="5728"/>
                  </a:lnTo>
                  <a:lnTo>
                    <a:pt x="29058" y="5728"/>
                  </a:lnTo>
                  <a:cubicBezTo>
                    <a:pt x="33120" y="5728"/>
                    <a:pt x="33433" y="7395"/>
                    <a:pt x="34162" y="8332"/>
                  </a:cubicBezTo>
                  <a:lnTo>
                    <a:pt x="34162" y="0"/>
                  </a:lnTo>
                  <a:lnTo>
                    <a:pt x="0" y="0"/>
                  </a:lnTo>
                  <a:cubicBezTo>
                    <a:pt x="1458" y="1146"/>
                    <a:pt x="1979" y="1562"/>
                    <a:pt x="1979" y="4999"/>
                  </a:cubicBezTo>
                  <a:close/>
                </a:path>
              </a:pathLst>
            </a:custGeom>
            <a:solidFill>
              <a:srgbClr val="FFFFFF"/>
            </a:solidFill>
            <a:ln w="1041" cap="flat">
              <a:noFill/>
              <a:prstDash val="solid"/>
              <a:miter/>
            </a:ln>
          </p:spPr>
          <p:txBody>
            <a:bodyPr rtlCol="0" anchor="ctr"/>
            <a:lstStyle/>
            <a:p>
              <a:endParaRPr lang="da-DK"/>
            </a:p>
          </p:txBody>
        </p:sp>
        <p:sp>
          <p:nvSpPr>
            <p:cNvPr id="24" name="Freeform: Shape 23">
              <a:extLst>
                <a:ext uri="{FF2B5EF4-FFF2-40B4-BE49-F238E27FC236}">
                  <a16:creationId xmlns:a16="http://schemas.microsoft.com/office/drawing/2014/main" id="{4ECAA7BB-C0DA-5D7C-9470-8E72890AF0CD}"/>
                </a:ext>
              </a:extLst>
            </p:cNvPr>
            <p:cNvSpPr/>
            <p:nvPr/>
          </p:nvSpPr>
          <p:spPr>
            <a:xfrm>
              <a:off x="3724094" y="6545309"/>
              <a:ext cx="29266" cy="64157"/>
            </a:xfrm>
            <a:custGeom>
              <a:avLst/>
              <a:gdLst>
                <a:gd name="connsiteX0" fmla="*/ 24267 w 29266"/>
                <a:gd name="connsiteY0" fmla="*/ 58429 h 64157"/>
                <a:gd name="connsiteX1" fmla="*/ 9478 w 29266"/>
                <a:gd name="connsiteY1" fmla="*/ 58429 h 64157"/>
                <a:gd name="connsiteX2" fmla="*/ 9478 w 29266"/>
                <a:gd name="connsiteY2" fmla="*/ 4999 h 64157"/>
                <a:gd name="connsiteX3" fmla="*/ 11457 w 29266"/>
                <a:gd name="connsiteY3" fmla="*/ 0 h 64157"/>
                <a:gd name="connsiteX4" fmla="*/ 0 w 29266"/>
                <a:gd name="connsiteY4" fmla="*/ 0 h 64157"/>
                <a:gd name="connsiteX5" fmla="*/ 1979 w 29266"/>
                <a:gd name="connsiteY5" fmla="*/ 4999 h 64157"/>
                <a:gd name="connsiteX6" fmla="*/ 1979 w 29266"/>
                <a:gd name="connsiteY6" fmla="*/ 59158 h 64157"/>
                <a:gd name="connsiteX7" fmla="*/ 0 w 29266"/>
                <a:gd name="connsiteY7" fmla="*/ 64158 h 64157"/>
                <a:gd name="connsiteX8" fmla="*/ 29267 w 29266"/>
                <a:gd name="connsiteY8" fmla="*/ 64158 h 64157"/>
                <a:gd name="connsiteX9" fmla="*/ 29267 w 29266"/>
                <a:gd name="connsiteY9" fmla="*/ 55826 h 64157"/>
                <a:gd name="connsiteX10" fmla="*/ 24267 w 29266"/>
                <a:gd name="connsiteY10" fmla="*/ 58429 h 64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266" h="64157">
                  <a:moveTo>
                    <a:pt x="24267" y="58429"/>
                  </a:moveTo>
                  <a:lnTo>
                    <a:pt x="9478" y="58429"/>
                  </a:lnTo>
                  <a:lnTo>
                    <a:pt x="9478" y="4999"/>
                  </a:lnTo>
                  <a:cubicBezTo>
                    <a:pt x="9478" y="1562"/>
                    <a:pt x="9999" y="1146"/>
                    <a:pt x="11457" y="0"/>
                  </a:cubicBezTo>
                  <a:lnTo>
                    <a:pt x="0" y="0"/>
                  </a:lnTo>
                  <a:cubicBezTo>
                    <a:pt x="1458" y="1146"/>
                    <a:pt x="1979" y="1562"/>
                    <a:pt x="1979" y="4999"/>
                  </a:cubicBezTo>
                  <a:lnTo>
                    <a:pt x="1979" y="59158"/>
                  </a:lnTo>
                  <a:cubicBezTo>
                    <a:pt x="1979" y="62596"/>
                    <a:pt x="1458" y="63012"/>
                    <a:pt x="0" y="64158"/>
                  </a:cubicBezTo>
                  <a:lnTo>
                    <a:pt x="29267" y="64158"/>
                  </a:lnTo>
                  <a:lnTo>
                    <a:pt x="29267" y="55826"/>
                  </a:lnTo>
                  <a:cubicBezTo>
                    <a:pt x="28434" y="56763"/>
                    <a:pt x="28225" y="58429"/>
                    <a:pt x="24267" y="58429"/>
                  </a:cubicBezTo>
                  <a:close/>
                </a:path>
              </a:pathLst>
            </a:custGeom>
            <a:solidFill>
              <a:srgbClr val="FFFFFF"/>
            </a:solidFill>
            <a:ln w="1041" cap="flat">
              <a:noFill/>
              <a:prstDash val="solid"/>
              <a:miter/>
            </a:ln>
          </p:spPr>
          <p:txBody>
            <a:bodyPr rtlCol="0" anchor="ctr"/>
            <a:lstStyle/>
            <a:p>
              <a:endParaRPr lang="da-DK"/>
            </a:p>
          </p:txBody>
        </p:sp>
        <p:sp>
          <p:nvSpPr>
            <p:cNvPr id="25" name="Freeform: Shape 24">
              <a:extLst>
                <a:ext uri="{FF2B5EF4-FFF2-40B4-BE49-F238E27FC236}">
                  <a16:creationId xmlns:a16="http://schemas.microsoft.com/office/drawing/2014/main" id="{FCADB1A2-0263-5836-82D2-AD2EB43C50E5}"/>
                </a:ext>
              </a:extLst>
            </p:cNvPr>
            <p:cNvSpPr/>
            <p:nvPr/>
          </p:nvSpPr>
          <p:spPr>
            <a:xfrm>
              <a:off x="3758465" y="6545309"/>
              <a:ext cx="28329" cy="64157"/>
            </a:xfrm>
            <a:custGeom>
              <a:avLst/>
              <a:gdLst>
                <a:gd name="connsiteX0" fmla="*/ 23226 w 28329"/>
                <a:gd name="connsiteY0" fmla="*/ 58429 h 64157"/>
                <a:gd name="connsiteX1" fmla="*/ 9478 w 28329"/>
                <a:gd name="connsiteY1" fmla="*/ 58429 h 64157"/>
                <a:gd name="connsiteX2" fmla="*/ 9478 w 28329"/>
                <a:gd name="connsiteY2" fmla="*/ 4999 h 64157"/>
                <a:gd name="connsiteX3" fmla="*/ 11457 w 28329"/>
                <a:gd name="connsiteY3" fmla="*/ 0 h 64157"/>
                <a:gd name="connsiteX4" fmla="*/ 0 w 28329"/>
                <a:gd name="connsiteY4" fmla="*/ 0 h 64157"/>
                <a:gd name="connsiteX5" fmla="*/ 1979 w 28329"/>
                <a:gd name="connsiteY5" fmla="*/ 4999 h 64157"/>
                <a:gd name="connsiteX6" fmla="*/ 1979 w 28329"/>
                <a:gd name="connsiteY6" fmla="*/ 59158 h 64157"/>
                <a:gd name="connsiteX7" fmla="*/ 0 w 28329"/>
                <a:gd name="connsiteY7" fmla="*/ 64158 h 64157"/>
                <a:gd name="connsiteX8" fmla="*/ 28329 w 28329"/>
                <a:gd name="connsiteY8" fmla="*/ 64158 h 64157"/>
                <a:gd name="connsiteX9" fmla="*/ 28329 w 28329"/>
                <a:gd name="connsiteY9" fmla="*/ 55826 h 64157"/>
                <a:gd name="connsiteX10" fmla="*/ 23226 w 28329"/>
                <a:gd name="connsiteY10" fmla="*/ 58429 h 64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329" h="64157">
                  <a:moveTo>
                    <a:pt x="23226" y="58429"/>
                  </a:moveTo>
                  <a:lnTo>
                    <a:pt x="9478" y="58429"/>
                  </a:lnTo>
                  <a:lnTo>
                    <a:pt x="9478" y="4999"/>
                  </a:lnTo>
                  <a:cubicBezTo>
                    <a:pt x="9478" y="1562"/>
                    <a:pt x="9999" y="1146"/>
                    <a:pt x="11457" y="0"/>
                  </a:cubicBezTo>
                  <a:lnTo>
                    <a:pt x="0" y="0"/>
                  </a:lnTo>
                  <a:cubicBezTo>
                    <a:pt x="1458" y="1146"/>
                    <a:pt x="1979" y="1562"/>
                    <a:pt x="1979" y="4999"/>
                  </a:cubicBezTo>
                  <a:lnTo>
                    <a:pt x="1979" y="59158"/>
                  </a:lnTo>
                  <a:cubicBezTo>
                    <a:pt x="1979" y="62596"/>
                    <a:pt x="1458" y="63012"/>
                    <a:pt x="0" y="64158"/>
                  </a:cubicBezTo>
                  <a:lnTo>
                    <a:pt x="28329" y="64158"/>
                  </a:lnTo>
                  <a:lnTo>
                    <a:pt x="28329" y="55826"/>
                  </a:lnTo>
                  <a:cubicBezTo>
                    <a:pt x="27392" y="56763"/>
                    <a:pt x="27184" y="58429"/>
                    <a:pt x="23226" y="58429"/>
                  </a:cubicBezTo>
                  <a:close/>
                </a:path>
              </a:pathLst>
            </a:custGeom>
            <a:solidFill>
              <a:srgbClr val="FFFFFF"/>
            </a:solidFill>
            <a:ln w="1041" cap="flat">
              <a:noFill/>
              <a:prstDash val="solid"/>
              <a:miter/>
            </a:ln>
          </p:spPr>
          <p:txBody>
            <a:bodyPr rtlCol="0" anchor="ctr"/>
            <a:lstStyle/>
            <a:p>
              <a:endParaRPr lang="da-DK"/>
            </a:p>
          </p:txBody>
        </p:sp>
        <p:sp>
          <p:nvSpPr>
            <p:cNvPr id="26" name="Freeform: Shape 25">
              <a:extLst>
                <a:ext uri="{FF2B5EF4-FFF2-40B4-BE49-F238E27FC236}">
                  <a16:creationId xmlns:a16="http://schemas.microsoft.com/office/drawing/2014/main" id="{F239AD06-2420-D200-F661-84624A3B313E}"/>
                </a:ext>
              </a:extLst>
            </p:cNvPr>
            <p:cNvSpPr/>
            <p:nvPr/>
          </p:nvSpPr>
          <p:spPr>
            <a:xfrm>
              <a:off x="3792210" y="6546038"/>
              <a:ext cx="34161" cy="63324"/>
            </a:xfrm>
            <a:custGeom>
              <a:avLst/>
              <a:gdLst>
                <a:gd name="connsiteX0" fmla="*/ 1979 w 34161"/>
                <a:gd name="connsiteY0" fmla="*/ 8436 h 63324"/>
                <a:gd name="connsiteX1" fmla="*/ 1979 w 34161"/>
                <a:gd name="connsiteY1" fmla="*/ 61658 h 63324"/>
                <a:gd name="connsiteX2" fmla="*/ 0 w 34161"/>
                <a:gd name="connsiteY2" fmla="*/ 63325 h 63324"/>
                <a:gd name="connsiteX3" fmla="*/ 34162 w 34161"/>
                <a:gd name="connsiteY3" fmla="*/ 63325 h 63324"/>
                <a:gd name="connsiteX4" fmla="*/ 34162 w 34161"/>
                <a:gd name="connsiteY4" fmla="*/ 54992 h 63324"/>
                <a:gd name="connsiteX5" fmla="*/ 29058 w 34161"/>
                <a:gd name="connsiteY5" fmla="*/ 57596 h 63324"/>
                <a:gd name="connsiteX6" fmla="*/ 9478 w 34161"/>
                <a:gd name="connsiteY6" fmla="*/ 57596 h 63324"/>
                <a:gd name="connsiteX7" fmla="*/ 9478 w 34161"/>
                <a:gd name="connsiteY7" fmla="*/ 30621 h 63324"/>
                <a:gd name="connsiteX8" fmla="*/ 24059 w 34161"/>
                <a:gd name="connsiteY8" fmla="*/ 30933 h 63324"/>
                <a:gd name="connsiteX9" fmla="*/ 28746 w 34161"/>
                <a:gd name="connsiteY9" fmla="*/ 32808 h 63324"/>
                <a:gd name="connsiteX10" fmla="*/ 28746 w 34161"/>
                <a:gd name="connsiteY10" fmla="*/ 23330 h 63324"/>
                <a:gd name="connsiteX11" fmla="*/ 23851 w 34161"/>
                <a:gd name="connsiteY11" fmla="*/ 25205 h 63324"/>
                <a:gd name="connsiteX12" fmla="*/ 9478 w 34161"/>
                <a:gd name="connsiteY12" fmla="*/ 24892 h 63324"/>
                <a:gd name="connsiteX13" fmla="*/ 9478 w 34161"/>
                <a:gd name="connsiteY13" fmla="*/ 5728 h 63324"/>
                <a:gd name="connsiteX14" fmla="*/ 29058 w 34161"/>
                <a:gd name="connsiteY14" fmla="*/ 5728 h 63324"/>
                <a:gd name="connsiteX15" fmla="*/ 34162 w 34161"/>
                <a:gd name="connsiteY15" fmla="*/ 8332 h 63324"/>
                <a:gd name="connsiteX16" fmla="*/ 34162 w 34161"/>
                <a:gd name="connsiteY16" fmla="*/ 0 h 63324"/>
                <a:gd name="connsiteX17" fmla="*/ 0 w 34161"/>
                <a:gd name="connsiteY17" fmla="*/ 0 h 63324"/>
                <a:gd name="connsiteX18" fmla="*/ 1979 w 34161"/>
                <a:gd name="connsiteY18" fmla="*/ 8436 h 63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61" h="63324">
                  <a:moveTo>
                    <a:pt x="1979" y="8436"/>
                  </a:moveTo>
                  <a:lnTo>
                    <a:pt x="1979" y="61658"/>
                  </a:lnTo>
                  <a:cubicBezTo>
                    <a:pt x="1979" y="61762"/>
                    <a:pt x="1458" y="62179"/>
                    <a:pt x="0" y="63325"/>
                  </a:cubicBezTo>
                  <a:lnTo>
                    <a:pt x="34162" y="63325"/>
                  </a:lnTo>
                  <a:lnTo>
                    <a:pt x="34162" y="54992"/>
                  </a:lnTo>
                  <a:cubicBezTo>
                    <a:pt x="33225" y="56138"/>
                    <a:pt x="33120" y="57596"/>
                    <a:pt x="29058" y="57596"/>
                  </a:cubicBezTo>
                  <a:lnTo>
                    <a:pt x="9478" y="57596"/>
                  </a:lnTo>
                  <a:lnTo>
                    <a:pt x="9478" y="30621"/>
                  </a:lnTo>
                  <a:lnTo>
                    <a:pt x="24059" y="30933"/>
                  </a:lnTo>
                  <a:cubicBezTo>
                    <a:pt x="28017" y="30933"/>
                    <a:pt x="28017" y="31871"/>
                    <a:pt x="28746" y="32808"/>
                  </a:cubicBezTo>
                  <a:lnTo>
                    <a:pt x="28746" y="23330"/>
                  </a:lnTo>
                  <a:cubicBezTo>
                    <a:pt x="27809" y="24476"/>
                    <a:pt x="27705" y="25205"/>
                    <a:pt x="23851" y="25205"/>
                  </a:cubicBezTo>
                  <a:lnTo>
                    <a:pt x="9478" y="24892"/>
                  </a:lnTo>
                  <a:lnTo>
                    <a:pt x="9478" y="5728"/>
                  </a:lnTo>
                  <a:lnTo>
                    <a:pt x="29058" y="5728"/>
                  </a:lnTo>
                  <a:cubicBezTo>
                    <a:pt x="33120" y="5728"/>
                    <a:pt x="33433" y="7395"/>
                    <a:pt x="34162" y="8332"/>
                  </a:cubicBezTo>
                  <a:lnTo>
                    <a:pt x="34162" y="0"/>
                  </a:lnTo>
                  <a:lnTo>
                    <a:pt x="0" y="0"/>
                  </a:lnTo>
                  <a:cubicBezTo>
                    <a:pt x="1458" y="1250"/>
                    <a:pt x="1979" y="1666"/>
                    <a:pt x="1979" y="8436"/>
                  </a:cubicBezTo>
                  <a:close/>
                </a:path>
              </a:pathLst>
            </a:custGeom>
            <a:solidFill>
              <a:srgbClr val="FFFFFF"/>
            </a:solidFill>
            <a:ln w="1041" cap="flat">
              <a:noFill/>
              <a:prstDash val="solid"/>
              <a:miter/>
            </a:ln>
          </p:spPr>
          <p:txBody>
            <a:bodyPr rtlCol="0" anchor="ctr"/>
            <a:lstStyle/>
            <a:p>
              <a:endParaRPr lang="da-DK"/>
            </a:p>
          </p:txBody>
        </p:sp>
        <p:sp>
          <p:nvSpPr>
            <p:cNvPr id="27" name="Freeform: Shape 26">
              <a:extLst>
                <a:ext uri="{FF2B5EF4-FFF2-40B4-BE49-F238E27FC236}">
                  <a16:creationId xmlns:a16="http://schemas.microsoft.com/office/drawing/2014/main" id="{6BACD652-2771-4558-DB56-C6F5C430DF85}"/>
                </a:ext>
              </a:extLst>
            </p:cNvPr>
            <p:cNvSpPr/>
            <p:nvPr/>
          </p:nvSpPr>
          <p:spPr>
            <a:xfrm>
              <a:off x="3832621" y="6546143"/>
              <a:ext cx="41556" cy="63220"/>
            </a:xfrm>
            <a:custGeom>
              <a:avLst/>
              <a:gdLst>
                <a:gd name="connsiteX0" fmla="*/ 27288 w 41556"/>
                <a:gd name="connsiteY0" fmla="*/ 29267 h 63220"/>
                <a:gd name="connsiteX1" fmla="*/ 27288 w 41556"/>
                <a:gd name="connsiteY1" fmla="*/ 29059 h 63220"/>
                <a:gd name="connsiteX2" fmla="*/ 38120 w 41556"/>
                <a:gd name="connsiteY2" fmla="*/ 14790 h 63220"/>
                <a:gd name="connsiteX3" fmla="*/ 15935 w 41556"/>
                <a:gd name="connsiteY3" fmla="*/ 0 h 63220"/>
                <a:gd name="connsiteX4" fmla="*/ 0 w 41556"/>
                <a:gd name="connsiteY4" fmla="*/ 0 h 63220"/>
                <a:gd name="connsiteX5" fmla="*/ 1979 w 41556"/>
                <a:gd name="connsiteY5" fmla="*/ 4999 h 63220"/>
                <a:gd name="connsiteX6" fmla="*/ 1979 w 41556"/>
                <a:gd name="connsiteY6" fmla="*/ 58221 h 63220"/>
                <a:gd name="connsiteX7" fmla="*/ 0 w 41556"/>
                <a:gd name="connsiteY7" fmla="*/ 63220 h 63220"/>
                <a:gd name="connsiteX8" fmla="*/ 15935 w 41556"/>
                <a:gd name="connsiteY8" fmla="*/ 63220 h 63220"/>
                <a:gd name="connsiteX9" fmla="*/ 41557 w 41556"/>
                <a:gd name="connsiteY9" fmla="*/ 45619 h 63220"/>
                <a:gd name="connsiteX10" fmla="*/ 27288 w 41556"/>
                <a:gd name="connsiteY10" fmla="*/ 29267 h 63220"/>
                <a:gd name="connsiteX11" fmla="*/ 15935 w 41556"/>
                <a:gd name="connsiteY11" fmla="*/ 57596 h 63220"/>
                <a:gd name="connsiteX12" fmla="*/ 9478 w 41556"/>
                <a:gd name="connsiteY12" fmla="*/ 57596 h 63220"/>
                <a:gd name="connsiteX13" fmla="*/ 9478 w 41556"/>
                <a:gd name="connsiteY13" fmla="*/ 28225 h 63220"/>
                <a:gd name="connsiteX14" fmla="*/ 9478 w 41556"/>
                <a:gd name="connsiteY14" fmla="*/ 5833 h 63220"/>
                <a:gd name="connsiteX15" fmla="*/ 15935 w 41556"/>
                <a:gd name="connsiteY15" fmla="*/ 5833 h 63220"/>
                <a:gd name="connsiteX16" fmla="*/ 30621 w 41556"/>
                <a:gd name="connsiteY16" fmla="*/ 15623 h 63220"/>
                <a:gd name="connsiteX17" fmla="*/ 16144 w 41556"/>
                <a:gd name="connsiteY17" fmla="*/ 28642 h 63220"/>
                <a:gd name="connsiteX18" fmla="*/ 16144 w 41556"/>
                <a:gd name="connsiteY18" fmla="*/ 30412 h 63220"/>
                <a:gd name="connsiteX19" fmla="*/ 34058 w 41556"/>
                <a:gd name="connsiteY19" fmla="*/ 45410 h 63220"/>
                <a:gd name="connsiteX20" fmla="*/ 15935 w 41556"/>
                <a:gd name="connsiteY20" fmla="*/ 57596 h 63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556" h="63220">
                  <a:moveTo>
                    <a:pt x="27288" y="29267"/>
                  </a:moveTo>
                  <a:lnTo>
                    <a:pt x="27288" y="29059"/>
                  </a:lnTo>
                  <a:cubicBezTo>
                    <a:pt x="32079" y="28225"/>
                    <a:pt x="38120" y="24059"/>
                    <a:pt x="38120" y="14790"/>
                  </a:cubicBezTo>
                  <a:cubicBezTo>
                    <a:pt x="38120" y="1354"/>
                    <a:pt x="26559" y="0"/>
                    <a:pt x="15935" y="0"/>
                  </a:cubicBezTo>
                  <a:lnTo>
                    <a:pt x="0" y="0"/>
                  </a:lnTo>
                  <a:cubicBezTo>
                    <a:pt x="1458" y="1146"/>
                    <a:pt x="1979" y="1562"/>
                    <a:pt x="1979" y="4999"/>
                  </a:cubicBezTo>
                  <a:lnTo>
                    <a:pt x="1979" y="58221"/>
                  </a:lnTo>
                  <a:cubicBezTo>
                    <a:pt x="1979" y="61658"/>
                    <a:pt x="1458" y="62075"/>
                    <a:pt x="0" y="63220"/>
                  </a:cubicBezTo>
                  <a:lnTo>
                    <a:pt x="15935" y="63220"/>
                  </a:lnTo>
                  <a:cubicBezTo>
                    <a:pt x="25830" y="63220"/>
                    <a:pt x="41557" y="62179"/>
                    <a:pt x="41557" y="45619"/>
                  </a:cubicBezTo>
                  <a:cubicBezTo>
                    <a:pt x="41453" y="33849"/>
                    <a:pt x="32600" y="29267"/>
                    <a:pt x="27288" y="29267"/>
                  </a:cubicBezTo>
                  <a:close/>
                  <a:moveTo>
                    <a:pt x="15935" y="57596"/>
                  </a:moveTo>
                  <a:lnTo>
                    <a:pt x="9478" y="57596"/>
                  </a:lnTo>
                  <a:lnTo>
                    <a:pt x="9478" y="28225"/>
                  </a:lnTo>
                  <a:lnTo>
                    <a:pt x="9478" y="5833"/>
                  </a:lnTo>
                  <a:lnTo>
                    <a:pt x="15935" y="5833"/>
                  </a:lnTo>
                  <a:cubicBezTo>
                    <a:pt x="22705" y="5833"/>
                    <a:pt x="30621" y="6041"/>
                    <a:pt x="30621" y="15623"/>
                  </a:cubicBezTo>
                  <a:cubicBezTo>
                    <a:pt x="30308" y="23226"/>
                    <a:pt x="27705" y="28642"/>
                    <a:pt x="16144" y="28642"/>
                  </a:cubicBezTo>
                  <a:cubicBezTo>
                    <a:pt x="16144" y="28642"/>
                    <a:pt x="13227" y="30412"/>
                    <a:pt x="16144" y="30412"/>
                  </a:cubicBezTo>
                  <a:cubicBezTo>
                    <a:pt x="25517" y="30412"/>
                    <a:pt x="34058" y="34683"/>
                    <a:pt x="34058" y="45410"/>
                  </a:cubicBezTo>
                  <a:cubicBezTo>
                    <a:pt x="34058" y="56451"/>
                    <a:pt x="24372" y="57596"/>
                    <a:pt x="15935" y="57596"/>
                  </a:cubicBezTo>
                  <a:close/>
                </a:path>
              </a:pathLst>
            </a:custGeom>
            <a:solidFill>
              <a:srgbClr val="FFFFFF"/>
            </a:solidFill>
            <a:ln w="1041" cap="flat">
              <a:noFill/>
              <a:prstDash val="solid"/>
              <a:miter/>
            </a:ln>
          </p:spPr>
          <p:txBody>
            <a:bodyPr rtlCol="0" anchor="ctr"/>
            <a:lstStyle/>
            <a:p>
              <a:endParaRPr lang="da-DK"/>
            </a:p>
          </p:txBody>
        </p:sp>
        <p:sp>
          <p:nvSpPr>
            <p:cNvPr id="28" name="Freeform: Shape 27">
              <a:extLst>
                <a:ext uri="{FF2B5EF4-FFF2-40B4-BE49-F238E27FC236}">
                  <a16:creationId xmlns:a16="http://schemas.microsoft.com/office/drawing/2014/main" id="{1F01C75F-1798-5D8C-6ABD-AB2224DE47F0}"/>
                </a:ext>
              </a:extLst>
            </p:cNvPr>
            <p:cNvSpPr/>
            <p:nvPr/>
          </p:nvSpPr>
          <p:spPr>
            <a:xfrm>
              <a:off x="3877719" y="6545309"/>
              <a:ext cx="57596" cy="65511"/>
            </a:xfrm>
            <a:custGeom>
              <a:avLst/>
              <a:gdLst>
                <a:gd name="connsiteX0" fmla="*/ 29058 w 57596"/>
                <a:gd name="connsiteY0" fmla="*/ 0 h 65511"/>
                <a:gd name="connsiteX1" fmla="*/ 0 w 57596"/>
                <a:gd name="connsiteY1" fmla="*/ 33016 h 65511"/>
                <a:gd name="connsiteX2" fmla="*/ 28850 w 57596"/>
                <a:gd name="connsiteY2" fmla="*/ 65512 h 65511"/>
                <a:gd name="connsiteX3" fmla="*/ 57596 w 57596"/>
                <a:gd name="connsiteY3" fmla="*/ 33016 h 65511"/>
                <a:gd name="connsiteX4" fmla="*/ 29058 w 57596"/>
                <a:gd name="connsiteY4" fmla="*/ 0 h 65511"/>
                <a:gd name="connsiteX5" fmla="*/ 28954 w 57596"/>
                <a:gd name="connsiteY5" fmla="*/ 58950 h 65511"/>
                <a:gd name="connsiteX6" fmla="*/ 8124 w 57596"/>
                <a:gd name="connsiteY6" fmla="*/ 32808 h 65511"/>
                <a:gd name="connsiteX7" fmla="*/ 29058 w 57596"/>
                <a:gd name="connsiteY7" fmla="*/ 6457 h 65511"/>
                <a:gd name="connsiteX8" fmla="*/ 49576 w 57596"/>
                <a:gd name="connsiteY8" fmla="*/ 32808 h 65511"/>
                <a:gd name="connsiteX9" fmla="*/ 28954 w 57596"/>
                <a:gd name="connsiteY9" fmla="*/ 58950 h 6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596" h="65511">
                  <a:moveTo>
                    <a:pt x="29058" y="0"/>
                  </a:moveTo>
                  <a:cubicBezTo>
                    <a:pt x="11457" y="0"/>
                    <a:pt x="0" y="15727"/>
                    <a:pt x="0" y="33016"/>
                  </a:cubicBezTo>
                  <a:cubicBezTo>
                    <a:pt x="0" y="50306"/>
                    <a:pt x="12082" y="65512"/>
                    <a:pt x="28850" y="65512"/>
                  </a:cubicBezTo>
                  <a:cubicBezTo>
                    <a:pt x="46556" y="65512"/>
                    <a:pt x="57596" y="49264"/>
                    <a:pt x="57596" y="33016"/>
                  </a:cubicBezTo>
                  <a:cubicBezTo>
                    <a:pt x="57596" y="15415"/>
                    <a:pt x="45931" y="0"/>
                    <a:pt x="29058" y="0"/>
                  </a:cubicBezTo>
                  <a:close/>
                  <a:moveTo>
                    <a:pt x="28954" y="58950"/>
                  </a:moveTo>
                  <a:cubicBezTo>
                    <a:pt x="16039" y="58950"/>
                    <a:pt x="8124" y="45827"/>
                    <a:pt x="8124" y="32808"/>
                  </a:cubicBezTo>
                  <a:cubicBezTo>
                    <a:pt x="8124" y="19164"/>
                    <a:pt x="16144" y="6457"/>
                    <a:pt x="29058" y="6457"/>
                  </a:cubicBezTo>
                  <a:cubicBezTo>
                    <a:pt x="41036" y="6457"/>
                    <a:pt x="49576" y="18643"/>
                    <a:pt x="49576" y="32808"/>
                  </a:cubicBezTo>
                  <a:cubicBezTo>
                    <a:pt x="49472" y="45515"/>
                    <a:pt x="41869" y="58950"/>
                    <a:pt x="28954" y="58950"/>
                  </a:cubicBezTo>
                  <a:close/>
                </a:path>
              </a:pathLst>
            </a:custGeom>
            <a:solidFill>
              <a:srgbClr val="FFFFFF"/>
            </a:solidFill>
            <a:ln w="1041" cap="flat">
              <a:noFill/>
              <a:prstDash val="solid"/>
              <a:miter/>
            </a:ln>
          </p:spPr>
          <p:txBody>
            <a:bodyPr rtlCol="0" anchor="ctr"/>
            <a:lstStyle/>
            <a:p>
              <a:endParaRPr lang="da-DK"/>
            </a:p>
          </p:txBody>
        </p:sp>
        <p:sp>
          <p:nvSpPr>
            <p:cNvPr id="29" name="Freeform: Shape 28">
              <a:extLst>
                <a:ext uri="{FF2B5EF4-FFF2-40B4-BE49-F238E27FC236}">
                  <a16:creationId xmlns:a16="http://schemas.microsoft.com/office/drawing/2014/main" id="{DC748165-B783-841D-3F84-F245A9EE7358}"/>
                </a:ext>
              </a:extLst>
            </p:cNvPr>
            <p:cNvSpPr/>
            <p:nvPr/>
          </p:nvSpPr>
          <p:spPr>
            <a:xfrm>
              <a:off x="3984371" y="6544372"/>
              <a:ext cx="50201" cy="66344"/>
            </a:xfrm>
            <a:custGeom>
              <a:avLst/>
              <a:gdLst>
                <a:gd name="connsiteX0" fmla="*/ 34787 w 50201"/>
                <a:gd name="connsiteY0" fmla="*/ 30204 h 66344"/>
                <a:gd name="connsiteX1" fmla="*/ 29892 w 50201"/>
                <a:gd name="connsiteY1" fmla="*/ 28329 h 66344"/>
                <a:gd name="connsiteX2" fmla="*/ 29892 w 50201"/>
                <a:gd name="connsiteY2" fmla="*/ 37807 h 66344"/>
                <a:gd name="connsiteX3" fmla="*/ 34579 w 50201"/>
                <a:gd name="connsiteY3" fmla="*/ 35933 h 66344"/>
                <a:gd name="connsiteX4" fmla="*/ 41557 w 50201"/>
                <a:gd name="connsiteY4" fmla="*/ 35933 h 66344"/>
                <a:gd name="connsiteX5" fmla="*/ 41557 w 50201"/>
                <a:gd name="connsiteY5" fmla="*/ 35933 h 66344"/>
                <a:gd name="connsiteX6" fmla="*/ 41557 w 50201"/>
                <a:gd name="connsiteY6" fmla="*/ 57180 h 66344"/>
                <a:gd name="connsiteX7" fmla="*/ 30308 w 50201"/>
                <a:gd name="connsiteY7" fmla="*/ 59888 h 66344"/>
                <a:gd name="connsiteX8" fmla="*/ 8540 w 50201"/>
                <a:gd name="connsiteY8" fmla="*/ 33745 h 66344"/>
                <a:gd name="connsiteX9" fmla="*/ 30829 w 50201"/>
                <a:gd name="connsiteY9" fmla="*/ 6562 h 66344"/>
                <a:gd name="connsiteX10" fmla="*/ 48222 w 50201"/>
                <a:gd name="connsiteY10" fmla="*/ 16144 h 66344"/>
                <a:gd name="connsiteX11" fmla="*/ 48222 w 50201"/>
                <a:gd name="connsiteY11" fmla="*/ 3854 h 66344"/>
                <a:gd name="connsiteX12" fmla="*/ 46244 w 50201"/>
                <a:gd name="connsiteY12" fmla="*/ 4791 h 66344"/>
                <a:gd name="connsiteX13" fmla="*/ 29683 w 50201"/>
                <a:gd name="connsiteY13" fmla="*/ 0 h 66344"/>
                <a:gd name="connsiteX14" fmla="*/ 0 w 50201"/>
                <a:gd name="connsiteY14" fmla="*/ 33849 h 66344"/>
                <a:gd name="connsiteX15" fmla="*/ 29683 w 50201"/>
                <a:gd name="connsiteY15" fmla="*/ 66345 h 66344"/>
                <a:gd name="connsiteX16" fmla="*/ 50201 w 50201"/>
                <a:gd name="connsiteY16" fmla="*/ 60200 h 66344"/>
                <a:gd name="connsiteX17" fmla="*/ 50201 w 50201"/>
                <a:gd name="connsiteY17" fmla="*/ 30100 h 66344"/>
                <a:gd name="connsiteX18" fmla="*/ 34787 w 50201"/>
                <a:gd name="connsiteY18" fmla="*/ 30204 h 66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1" h="66344">
                  <a:moveTo>
                    <a:pt x="34787" y="30204"/>
                  </a:moveTo>
                  <a:cubicBezTo>
                    <a:pt x="30933" y="30204"/>
                    <a:pt x="30725" y="29475"/>
                    <a:pt x="29892" y="28329"/>
                  </a:cubicBezTo>
                  <a:lnTo>
                    <a:pt x="29892" y="37807"/>
                  </a:lnTo>
                  <a:cubicBezTo>
                    <a:pt x="30621" y="36870"/>
                    <a:pt x="30621" y="35933"/>
                    <a:pt x="34579" y="35933"/>
                  </a:cubicBezTo>
                  <a:lnTo>
                    <a:pt x="41557" y="35933"/>
                  </a:lnTo>
                  <a:lnTo>
                    <a:pt x="41557" y="35933"/>
                  </a:lnTo>
                  <a:lnTo>
                    <a:pt x="41557" y="57180"/>
                  </a:lnTo>
                  <a:cubicBezTo>
                    <a:pt x="37807" y="59054"/>
                    <a:pt x="34266" y="59888"/>
                    <a:pt x="30308" y="59888"/>
                  </a:cubicBezTo>
                  <a:cubicBezTo>
                    <a:pt x="16769" y="59888"/>
                    <a:pt x="8540" y="48222"/>
                    <a:pt x="8540" y="33745"/>
                  </a:cubicBezTo>
                  <a:cubicBezTo>
                    <a:pt x="8540" y="18122"/>
                    <a:pt x="17914" y="6562"/>
                    <a:pt x="30829" y="6562"/>
                  </a:cubicBezTo>
                  <a:cubicBezTo>
                    <a:pt x="41348" y="6562"/>
                    <a:pt x="47389" y="15415"/>
                    <a:pt x="48222" y="16144"/>
                  </a:cubicBezTo>
                  <a:lnTo>
                    <a:pt x="48222" y="3854"/>
                  </a:lnTo>
                  <a:cubicBezTo>
                    <a:pt x="47389" y="4479"/>
                    <a:pt x="46973" y="4791"/>
                    <a:pt x="46244" y="4791"/>
                  </a:cubicBezTo>
                  <a:cubicBezTo>
                    <a:pt x="43536" y="4791"/>
                    <a:pt x="39786" y="0"/>
                    <a:pt x="29683" y="0"/>
                  </a:cubicBezTo>
                  <a:cubicBezTo>
                    <a:pt x="12915" y="0"/>
                    <a:pt x="0" y="14061"/>
                    <a:pt x="0" y="33849"/>
                  </a:cubicBezTo>
                  <a:cubicBezTo>
                    <a:pt x="0" y="53430"/>
                    <a:pt x="11873" y="66345"/>
                    <a:pt x="29683" y="66345"/>
                  </a:cubicBezTo>
                  <a:cubicBezTo>
                    <a:pt x="36870" y="66345"/>
                    <a:pt x="44994" y="63741"/>
                    <a:pt x="50201" y="60200"/>
                  </a:cubicBezTo>
                  <a:lnTo>
                    <a:pt x="50201" y="30100"/>
                  </a:lnTo>
                  <a:lnTo>
                    <a:pt x="34787" y="30204"/>
                  </a:lnTo>
                  <a:close/>
                </a:path>
              </a:pathLst>
            </a:custGeom>
            <a:solidFill>
              <a:srgbClr val="FFFFFF"/>
            </a:solidFill>
            <a:ln w="1041" cap="flat">
              <a:noFill/>
              <a:prstDash val="solid"/>
              <a:miter/>
            </a:ln>
          </p:spPr>
          <p:txBody>
            <a:bodyPr rtlCol="0" anchor="ctr"/>
            <a:lstStyle/>
            <a:p>
              <a:endParaRPr lang="da-DK"/>
            </a:p>
          </p:txBody>
        </p:sp>
      </p:grpSp>
      <p:sp>
        <p:nvSpPr>
          <p:cNvPr id="10" name="TextBox 9">
            <a:extLst>
              <a:ext uri="{FF2B5EF4-FFF2-40B4-BE49-F238E27FC236}">
                <a16:creationId xmlns:a16="http://schemas.microsoft.com/office/drawing/2014/main" id="{23337208-8E7F-4EAD-BAB4-2BC625858F47}"/>
              </a:ext>
            </a:extLst>
          </p:cNvPr>
          <p:cNvSpPr txBox="1"/>
          <p:nvPr userDrawn="1">
            <p:extLst>
              <p:ext uri="{1162E1C5-73C7-4A58-AE30-91384D911F3F}">
                <p184:classification xmlns:p184="http://schemas.microsoft.com/office/powerpoint/2018/4/main" val="ftr"/>
              </p:ext>
            </p:extLst>
          </p:nvPr>
        </p:nvSpPr>
        <p:spPr>
          <a:xfrm>
            <a:off x="5336350" y="6565900"/>
            <a:ext cx="1557337" cy="228600"/>
          </a:xfrm>
          <a:prstGeom prst="rect">
            <a:avLst/>
          </a:prstGeom>
        </p:spPr>
        <p:txBody>
          <a:bodyPr horzOverflow="overflow" lIns="0" tIns="0" rIns="0" bIns="0">
            <a:spAutoFit/>
          </a:bodyPr>
          <a:lstStyle/>
          <a:p>
            <a:pPr algn="l"/>
            <a:r>
              <a:rPr lang="fr-FR" sz="1500">
                <a:solidFill>
                  <a:srgbClr val="000000">
                    <a:alpha val="50000"/>
                  </a:srgbClr>
                </a:solidFill>
                <a:latin typeface="Aptos" panose="020B0004020202020204" pitchFamily="34" charset="0"/>
              </a:rPr>
              <a:t>Internal document</a:t>
            </a:r>
          </a:p>
        </p:txBody>
      </p:sp>
    </p:spTree>
    <p:extLst>
      <p:ext uri="{BB962C8B-B14F-4D97-AF65-F5344CB8AC3E}">
        <p14:creationId xmlns:p14="http://schemas.microsoft.com/office/powerpoint/2010/main" val="1668012693"/>
      </p:ext>
    </p:extLst>
  </p:cSld>
  <p:clrMap bg1="lt1" tx1="dk1" bg2="lt2" tx2="dk2" accent1="accent1" accent2="accent2" accent3="accent3" accent4="accent4" accent5="accent5" accent6="accent6" hlink="hlink" folHlink="folHlink"/>
  <p:sldLayoutIdLst>
    <p:sldLayoutId id="2147484197" r:id="rId1"/>
    <p:sldLayoutId id="2147484198" r:id="rId2"/>
    <p:sldLayoutId id="2147484199" r:id="rId3"/>
    <p:sldLayoutId id="2147484200" r:id="rId4"/>
    <p:sldLayoutId id="2147484239" r:id="rId5"/>
    <p:sldLayoutId id="2147484201" r:id="rId6"/>
    <p:sldLayoutId id="2147484202" r:id="rId7"/>
    <p:sldLayoutId id="2147484203" r:id="rId8"/>
    <p:sldLayoutId id="2147484204" r:id="rId9"/>
    <p:sldLayoutId id="2147484205" r:id="rId10"/>
    <p:sldLayoutId id="2147484206" r:id="rId11"/>
    <p:sldLayoutId id="2147484207" r:id="rId12"/>
    <p:sldLayoutId id="2147484208" r:id="rId13"/>
    <p:sldLayoutId id="2147484209" r:id="rId14"/>
    <p:sldLayoutId id="2147484210" r:id="rId15"/>
    <p:sldLayoutId id="2147484211" r:id="rId16"/>
    <p:sldLayoutId id="2147484212" r:id="rId17"/>
    <p:sldLayoutId id="2147484213" r:id="rId18"/>
    <p:sldLayoutId id="2147484214" r:id="rId19"/>
    <p:sldLayoutId id="2147484215" r:id="rId20"/>
    <p:sldLayoutId id="2147484216" r:id="rId21"/>
    <p:sldLayoutId id="2147484217" r:id="rId22"/>
    <p:sldLayoutId id="2147484218" r:id="rId23"/>
    <p:sldLayoutId id="2147484219" r:id="rId24"/>
    <p:sldLayoutId id="2147484220" r:id="rId25"/>
    <p:sldLayoutId id="2147484221" r:id="rId26"/>
    <p:sldLayoutId id="2147484222" r:id="rId27"/>
    <p:sldLayoutId id="2147484223" r:id="rId28"/>
    <p:sldLayoutId id="2147484224" r:id="rId29"/>
    <p:sldLayoutId id="2147484225" r:id="rId30"/>
    <p:sldLayoutId id="2147484226" r:id="rId31"/>
    <p:sldLayoutId id="2147484227" r:id="rId32"/>
    <p:sldLayoutId id="2147484228" r:id="rId33"/>
    <p:sldLayoutId id="2147484229" r:id="rId34"/>
    <p:sldLayoutId id="2147484230" r:id="rId35"/>
    <p:sldLayoutId id="2147484231" r:id="rId36"/>
    <p:sldLayoutId id="2147484232" r:id="rId37"/>
    <p:sldLayoutId id="2147484233" r:id="rId38"/>
    <p:sldLayoutId id="2147484234" r:id="rId39"/>
    <p:sldLayoutId id="2147484235" r:id="rId40"/>
    <p:sldLayoutId id="2147484236" r:id="rId41"/>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1pPr>
      <a:lvl2pPr marL="358775"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2pPr>
      <a:lvl3pPr marL="54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3pPr>
      <a:lvl4pPr marL="719138"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4pPr>
      <a:lvl5pPr marL="900000" indent="-180000" algn="l" defTabSz="914400" rtl="0" eaLnBrk="1" latinLnBrk="0" hangingPunct="1">
        <a:lnSpc>
          <a:spcPct val="110000"/>
        </a:lnSpc>
        <a:spcBef>
          <a:spcPts val="8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 pos="339">
          <p15:clr>
            <a:srgbClr val="F26B43"/>
          </p15:clr>
        </p15:guide>
        <p15:guide id="7" pos="7341">
          <p15:clr>
            <a:srgbClr val="F26B43"/>
          </p15:clr>
        </p15:guide>
        <p15:guide id="8" orient="horz" pos="3808">
          <p15:clr>
            <a:srgbClr val="F26B43"/>
          </p15:clr>
        </p15:guide>
        <p15:guide id="9" orient="horz" pos="759">
          <p15:clr>
            <a:srgbClr val="F26B43"/>
          </p15:clr>
        </p15:guide>
        <p15:guide id="11" orient="horz" pos="58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H 101"/>
          <p:cNvSpPr>
            <a:spLocks noGrp="1"/>
          </p:cNvSpPr>
          <p:nvPr>
            <p:ph type="title"/>
          </p:nvPr>
        </p:nvSpPr>
        <p:spPr/>
        <p:txBody>
          <a:bodyPr/>
          <a:lstStyle/>
          <a:p>
            <a:pPr/>
            <a:r>
              <a:rPr lang="en-US" sz="3100" dirty="0">
                <a:solidFill>
                  <a:srgbClr val="FFFFFF"/>
                </a:solidFill>
                <a:latin typeface="Arial"/>
                <a:cs typeface="Arial"/>
              </a:rPr>
              <a:t>D365 F&amp;O MCP Services</a:t>
            </a:r>
            <a:endParaRPr lang="en-US" dirty="0"/>
          </a:p>
        </p:txBody>
      </p:sp>
      <p:sp>
        <p:nvSpPr>
          <p:cNvPr id="101" name="PH 102"/>
          <p:cNvSpPr>
            <a:spLocks noGrp="1"/>
          </p:cNvSpPr>
          <p:nvPr>
            <p:ph idx="13"/>
          </p:nvPr>
        </p:nvSpPr>
        <p:spPr/>
        <p:txBody>
          <a:bodyPr/>
          <a:lstStyle/>
          <a:p>
            <a:pPr/>
            <a:r>
              <a:rPr lang="en-US" sz="1800" b="1" dirty="0">
                <a:solidFill>
                  <a:srgbClr val="FFFFFF"/>
                </a:solidFill>
                <a:latin typeface="Arial"/>
                <a:cs typeface="Arial"/>
              </a:rPr>
              <a:t>Metadata as ground truth for AI-assisted D365 work</a:t>
            </a:r>
            <a:endParaRPr lang="en-US" dirty="0"/>
          </a:p>
        </p:txBody>
      </p:sp>
      <p:sp>
        <p:nvSpPr>
          <p:cNvPr id="102" name="PH 103"/>
          <p:cNvSpPr>
            <a:spLocks noGrp="1"/>
          </p:cNvSpPr>
          <p:nvPr>
            <p:ph idx="14"/>
          </p:nvPr>
        </p:nvSpPr>
        <p:spPr/>
        <p:txBody>
          <a:bodyPr/>
          <a:lstStyle/>
          <a:p>
            <a:pPr/>
            <a:r>
              <a:rPr lang="en-US" sz="1300" dirty="0">
                <a:solidFill>
                  <a:srgbClr val="FFFFFF"/>
                </a:solidFill>
                <a:latin typeface="Arial"/>
                <a:cs typeface="Arial"/>
              </a:rPr>
              <a:t>Why metadata · what KB, XRef and Labels hold · skills and response quality · token awareness · how it is built and kept fresh</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PH 127"/>
          <p:cNvSpPr>
            <a:spLocks noGrp="1"/>
          </p:cNvSpPr>
          <p:nvPr>
            <p:ph type="title"/>
          </p:nvPr>
        </p:nvSpPr>
        <p:spPr/>
        <p:txBody>
          <a:bodyPr/>
          <a:lstStyle/>
          <a:p>
            <a:pPr/>
            <a:r>
              <a:rPr lang="en-US" sz="1800" b="1" dirty="0">
                <a:solidFill>
                  <a:srgbClr val="000000"/>
                </a:solidFill>
                <a:latin typeface="Arial"/>
                <a:cs typeface="Arial"/>
              </a:rPr>
              <a:t>Agenda</a:t>
            </a:r>
            <a:endParaRPr lang="en-US" dirty="0"/>
          </a:p>
        </p:txBody>
      </p:sp>
      <p:sp>
        <p:nvSpPr>
          <p:cNvPr id="103" name="TextBox 104"/>
          <p:cNvSpPr txBox="1"/>
          <p:nvPr/>
        </p:nvSpPr>
        <p:spPr>
          <a:xfrm>
            <a:off x="539496" y="1188720"/>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01</a:t>
            </a:r>
            <a:endParaRPr lang="en-US" dirty="0"/>
          </a:p>
        </p:txBody>
      </p:sp>
      <p:sp>
        <p:nvSpPr>
          <p:cNvPr id="104" name="TextBox 105"/>
          <p:cNvSpPr txBox="1"/>
          <p:nvPr/>
        </p:nvSpPr>
        <p:spPr>
          <a:xfrm>
            <a:off x="1325880" y="1188720"/>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Why metadata</a:t>
            </a:r>
            <a:endParaRPr lang="en-US" dirty="0"/>
          </a:p>
        </p:txBody>
      </p:sp>
      <p:sp>
        <p:nvSpPr>
          <p:cNvPr id="105" name="TextBox 106"/>
          <p:cNvSpPr txBox="1"/>
          <p:nvPr/>
        </p:nvSpPr>
        <p:spPr>
          <a:xfrm>
            <a:off x="1325880" y="1408176"/>
            <a:ext cx="10241280" cy="365760"/>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An AI assistant that can look up the real object model stops guessing table, field and label names</a:t>
            </a:r>
            <a:endParaRPr lang="en-US" dirty="0"/>
          </a:p>
        </p:txBody>
      </p:sp>
      <p:sp>
        <p:nvSpPr>
          <p:cNvPr id="106" name="Line 107"/>
          <p:cNvSpPr/>
          <p:nvPr/>
        </p:nvSpPr>
        <p:spPr>
          <a:xfrm>
            <a:off x="539496" y="1837944"/>
            <a:ext cx="10789920" cy="0"/>
          </a:xfrm>
          <a:prstGeom prst="line">
            <a:avLst/>
          </a:prstGeom>
          <a:ln w="6350">
            <a:solidFill>
              <a:srgbClr val="CCCCCC"/>
            </a:solidFill>
          </a:ln>
        </p:spPr>
      </p:sp>
      <p:sp>
        <p:nvSpPr>
          <p:cNvPr id="107" name="TextBox 108"/>
          <p:cNvSpPr txBox="1"/>
          <p:nvPr/>
        </p:nvSpPr>
        <p:spPr>
          <a:xfrm>
            <a:off x="539496" y="1901952"/>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02</a:t>
            </a:r>
            <a:endParaRPr lang="en-US" dirty="0"/>
          </a:p>
        </p:txBody>
      </p:sp>
      <p:sp>
        <p:nvSpPr>
          <p:cNvPr id="108" name="TextBox 109"/>
          <p:cNvSpPr txBox="1"/>
          <p:nvPr/>
        </p:nvSpPr>
        <p:spPr>
          <a:xfrm>
            <a:off x="1325880" y="1901952"/>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What is implemented</a:t>
            </a:r>
            <a:endParaRPr lang="en-US" dirty="0"/>
          </a:p>
        </p:txBody>
      </p:sp>
      <p:sp>
        <p:nvSpPr>
          <p:cNvPr id="109" name="TextBox 110"/>
          <p:cNvSpPr txBox="1"/>
          <p:nvPr/>
        </p:nvSpPr>
        <p:spPr>
          <a:xfrm>
            <a:off x="1325880" y="2121408"/>
            <a:ext cx="10241280" cy="365760"/>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D365 KB (the object model), D365 XRef (who uses what), Labels (every text in every language) — plus Security and Task Recorder</a:t>
            </a:r>
            <a:endParaRPr lang="en-US" dirty="0"/>
          </a:p>
        </p:txBody>
      </p:sp>
      <p:sp>
        <p:nvSpPr>
          <p:cNvPr id="110" name="Line 111"/>
          <p:cNvSpPr/>
          <p:nvPr/>
        </p:nvSpPr>
        <p:spPr>
          <a:xfrm>
            <a:off x="539496" y="2551176"/>
            <a:ext cx="10789920" cy="0"/>
          </a:xfrm>
          <a:prstGeom prst="line">
            <a:avLst/>
          </a:prstGeom>
          <a:ln w="6350">
            <a:solidFill>
              <a:srgbClr val="CCCCCC"/>
            </a:solidFill>
          </a:ln>
        </p:spPr>
      </p:sp>
      <p:sp>
        <p:nvSpPr>
          <p:cNvPr id="111" name="TextBox 112"/>
          <p:cNvSpPr txBox="1"/>
          <p:nvPr/>
        </p:nvSpPr>
        <p:spPr>
          <a:xfrm>
            <a:off x="539496" y="2615184"/>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03</a:t>
            </a:r>
            <a:endParaRPr lang="en-US" dirty="0"/>
          </a:p>
        </p:txBody>
      </p:sp>
      <p:sp>
        <p:nvSpPr>
          <p:cNvPr id="112" name="TextBox 113"/>
          <p:cNvSpPr txBox="1"/>
          <p:nvPr/>
        </p:nvSpPr>
        <p:spPr>
          <a:xfrm>
            <a:off x="1325880" y="2615184"/>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Skills and response quality</a:t>
            </a:r>
            <a:endParaRPr lang="en-US" dirty="0"/>
          </a:p>
        </p:txBody>
      </p:sp>
      <p:sp>
        <p:nvSpPr>
          <p:cNvPr id="113" name="TextBox 114"/>
          <p:cNvSpPr txBox="1"/>
          <p:nvPr/>
        </p:nvSpPr>
        <p:spPr>
          <a:xfrm>
            <a:off x="1325880" y="2834640"/>
            <a:ext cx="10241280" cy="365760"/>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The plugin skills encode the working method: which tool first, what to verify before asserting, what to say when coverage ends</a:t>
            </a:r>
            <a:endParaRPr lang="en-US" dirty="0"/>
          </a:p>
        </p:txBody>
      </p:sp>
      <p:sp>
        <p:nvSpPr>
          <p:cNvPr id="114" name="Line 115"/>
          <p:cNvSpPr/>
          <p:nvPr/>
        </p:nvSpPr>
        <p:spPr>
          <a:xfrm>
            <a:off x="539496" y="3264408"/>
            <a:ext cx="10789920" cy="0"/>
          </a:xfrm>
          <a:prstGeom prst="line">
            <a:avLst/>
          </a:prstGeom>
          <a:ln w="6350">
            <a:solidFill>
              <a:srgbClr val="CCCCCC"/>
            </a:solidFill>
          </a:ln>
        </p:spPr>
      </p:sp>
      <p:sp>
        <p:nvSpPr>
          <p:cNvPr id="115" name="TextBox 116"/>
          <p:cNvSpPr txBox="1"/>
          <p:nvPr/>
        </p:nvSpPr>
        <p:spPr>
          <a:xfrm>
            <a:off x="539496" y="3328416"/>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04</a:t>
            </a:r>
            <a:endParaRPr lang="en-US" dirty="0"/>
          </a:p>
        </p:txBody>
      </p:sp>
      <p:sp>
        <p:nvSpPr>
          <p:cNvPr id="116" name="TextBox 117"/>
          <p:cNvSpPr txBox="1"/>
          <p:nvPr/>
        </p:nvSpPr>
        <p:spPr>
          <a:xfrm>
            <a:off x="1325880" y="3328416"/>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Token awareness</a:t>
            </a:r>
            <a:endParaRPr lang="en-US" dirty="0"/>
          </a:p>
        </p:txBody>
      </p:sp>
      <p:sp>
        <p:nvSpPr>
          <p:cNvPr id="117" name="TextBox 118"/>
          <p:cNvSpPr txBox="1"/>
          <p:nvPr/>
        </p:nvSpPr>
        <p:spPr>
          <a:xfrm>
            <a:off x="1325880" y="3547872"/>
            <a:ext cx="10241280" cy="365760"/>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The tool list is paid on every request; response shape, channels and guardrails decide the rest — all of it measured</a:t>
            </a:r>
            <a:endParaRPr lang="en-US" dirty="0"/>
          </a:p>
        </p:txBody>
      </p:sp>
      <p:sp>
        <p:nvSpPr>
          <p:cNvPr id="118" name="Line 119"/>
          <p:cNvSpPr/>
          <p:nvPr/>
        </p:nvSpPr>
        <p:spPr>
          <a:xfrm>
            <a:off x="539496" y="3977640"/>
            <a:ext cx="10789920" cy="0"/>
          </a:xfrm>
          <a:prstGeom prst="line">
            <a:avLst/>
          </a:prstGeom>
          <a:ln w="6350">
            <a:solidFill>
              <a:srgbClr val="CCCCCC"/>
            </a:solidFill>
          </a:ln>
        </p:spPr>
      </p:sp>
      <p:sp>
        <p:nvSpPr>
          <p:cNvPr id="119" name="TextBox 120"/>
          <p:cNvSpPr txBox="1"/>
          <p:nvPr/>
        </p:nvSpPr>
        <p:spPr>
          <a:xfrm>
            <a:off x="539496" y="4041648"/>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05</a:t>
            </a:r>
            <a:endParaRPr lang="en-US" dirty="0"/>
          </a:p>
        </p:txBody>
      </p:sp>
      <p:sp>
        <p:nvSpPr>
          <p:cNvPr id="120" name="TextBox 121"/>
          <p:cNvSpPr txBox="1"/>
          <p:nvPr/>
        </p:nvSpPr>
        <p:spPr>
          <a:xfrm>
            <a:off x="1325880" y="4041648"/>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How the services are implemented</a:t>
            </a:r>
            <a:endParaRPr lang="en-US" dirty="0"/>
          </a:p>
        </p:txBody>
      </p:sp>
      <p:sp>
        <p:nvSpPr>
          <p:cNvPr id="121" name="TextBox 122"/>
          <p:cNvSpPr txBox="1"/>
          <p:nvPr/>
        </p:nvSpPr>
        <p:spPr>
          <a:xfrm>
            <a:off x="1325880" y="4261104"/>
            <a:ext cx="10241280" cy="365760"/>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AOT metadata → SQLite snapshots → one shared tool code base → local stdio or Azure Functions with Entra sign-in</a:t>
            </a:r>
            <a:endParaRPr lang="en-US" dirty="0"/>
          </a:p>
        </p:txBody>
      </p:sp>
      <p:sp>
        <p:nvSpPr>
          <p:cNvPr id="122" name="Line 123"/>
          <p:cNvSpPr/>
          <p:nvPr/>
        </p:nvSpPr>
        <p:spPr>
          <a:xfrm>
            <a:off x="539496" y="4690872"/>
            <a:ext cx="10789920" cy="0"/>
          </a:xfrm>
          <a:prstGeom prst="line">
            <a:avLst/>
          </a:prstGeom>
          <a:ln w="6350">
            <a:solidFill>
              <a:srgbClr val="CCCCCC"/>
            </a:solidFill>
          </a:ln>
        </p:spPr>
      </p:sp>
      <p:sp>
        <p:nvSpPr>
          <p:cNvPr id="123" name="TextBox 124"/>
          <p:cNvSpPr txBox="1"/>
          <p:nvPr/>
        </p:nvSpPr>
        <p:spPr>
          <a:xfrm>
            <a:off x="539496" y="4754880"/>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06</a:t>
            </a:r>
            <a:endParaRPr lang="en-US" dirty="0"/>
          </a:p>
        </p:txBody>
      </p:sp>
      <p:sp>
        <p:nvSpPr>
          <p:cNvPr id="124" name="TextBox 125"/>
          <p:cNvSpPr txBox="1"/>
          <p:nvPr/>
        </p:nvSpPr>
        <p:spPr>
          <a:xfrm>
            <a:off x="1325880" y="4754880"/>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How they are kept fresh</a:t>
            </a:r>
            <a:endParaRPr lang="en-US" dirty="0"/>
          </a:p>
        </p:txBody>
      </p:sp>
      <p:sp>
        <p:nvSpPr>
          <p:cNvPr id="125" name="TextBox 126"/>
          <p:cNvSpPr txBox="1"/>
          <p:nvPr/>
        </p:nvSpPr>
        <p:spPr>
          <a:xfrm>
            <a:off x="1325880" y="4974336"/>
            <a:ext cx="10241280" cy="365760"/>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Per-compile deltas within minutes, a weekly full rebuild for correctness, the snapshot date on every answer</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PH 145"/>
          <p:cNvSpPr>
            <a:spLocks noGrp="1"/>
          </p:cNvSpPr>
          <p:nvPr>
            <p:ph type="title"/>
          </p:nvPr>
        </p:nvSpPr>
        <p:spPr/>
        <p:txBody>
          <a:bodyPr/>
          <a:lstStyle/>
          <a:p>
            <a:pPr/>
            <a:r>
              <a:rPr lang="en-US" sz="1800" b="1" dirty="0">
                <a:solidFill>
                  <a:srgbClr val="000000"/>
                </a:solidFill>
                <a:latin typeface="Arial"/>
                <a:cs typeface="Arial"/>
              </a:rPr>
              <a:t>Why metadata</a:t>
            </a:r>
            <a:endParaRPr lang="en-US" dirty="0"/>
          </a:p>
        </p:txBody>
      </p:sp>
      <p:sp>
        <p:nvSpPr>
          <p:cNvPr id="127" name="TextBox 128"/>
          <p:cNvSpPr txBox="1"/>
          <p:nvPr/>
        </p:nvSpPr>
        <p:spPr>
          <a:xfrm>
            <a:off x="539496" y="1170432"/>
            <a:ext cx="11109960" cy="384048"/>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A language model knows D365 F&amp;O in general. Our system knows it in particular: the application object tree (AOT) as built on our own environment is the reference the answers are checked against.</a:t>
            </a:r>
            <a:endParaRPr lang="en-US" dirty="0"/>
          </a:p>
        </p:txBody>
      </p:sp>
      <p:sp>
        <p:nvSpPr>
          <p:cNvPr id="128" name="TextBox 129"/>
          <p:cNvSpPr txBox="1"/>
          <p:nvPr/>
        </p:nvSpPr>
        <p:spPr>
          <a:xfrm>
            <a:off x="539496" y="1572768"/>
            <a:ext cx="5394960" cy="274320"/>
          </a:xfrm>
          <a:prstGeom prst="rect">
            <a:avLst/>
          </a:prstGeom>
          <a:noFill/>
          <a:ln>
            <a:noFill/>
          </a:ln>
        </p:spPr>
        <p:txBody>
          <a:bodyPr wrap="square" anchor="t" lIns="91440" tIns="45720" rIns="91440" bIns="45720"/>
          <a:lstStyle/>
          <a:p>
            <a:pPr/>
            <a:r>
              <a:rPr lang="en-US" sz="950" b="1" dirty="0">
                <a:solidFill>
                  <a:srgbClr val="813341"/>
                </a:solidFill>
                <a:latin typeface="Arial"/>
                <a:cs typeface="Arial"/>
              </a:rPr>
              <a:t>Without ground truth</a:t>
            </a:r>
            <a:endParaRPr lang="en-US" dirty="0"/>
          </a:p>
        </p:txBody>
      </p:sp>
      <p:sp>
        <p:nvSpPr>
          <p:cNvPr id="129" name="Rect 130"/>
          <p:cNvSpPr/>
          <p:nvPr/>
        </p:nvSpPr>
        <p:spPr>
          <a:xfrm>
            <a:off x="539496" y="1874520"/>
            <a:ext cx="5394960" cy="1965960"/>
          </a:xfrm>
          <a:prstGeom prst="roundRect">
            <a:avLst>
              <a:gd name="adj" fmla="val 4000"/>
            </a:avLst>
          </a:prstGeom>
          <a:solidFill>
            <a:srgbClr val="FFEBEE"/>
          </a:solidFill>
          <a:ln>
            <a:noFill/>
          </a:ln>
        </p:spPr>
      </p:sp>
      <p:sp>
        <p:nvSpPr>
          <p:cNvPr id="130" name="TextBox 131"/>
          <p:cNvSpPr txBox="1"/>
          <p:nvPr/>
        </p:nvSpPr>
        <p:spPr>
          <a:xfrm>
            <a:off x="630936" y="1920240"/>
            <a:ext cx="5212080" cy="1874520"/>
          </a:xfrm>
          <a:prstGeom prst="rect">
            <a:avLst/>
          </a:prstGeom>
          <a:noFill/>
          <a:ln>
            <a:noFill/>
          </a:ln>
        </p:spPr>
        <p:txBody>
          <a:bodyPr wrap="square" anchor="t" lIns="91440" tIns="45720" rIns="91440" bIns="45720"/>
          <a:lstStyle/>
          <a:p>
            <a:pPr indent="-114300" marL="114300">
              <a:spcBef>
                <a:spcPts val="400"/>
              </a:spcBef>
              <a:lnSpc>
                <a:spcPct val="112000"/>
              </a:lnSpc>
              <a:buChar char="•"/>
            </a:pPr>
            <a:r>
              <a:rPr lang="en-US" sz="850" b="1" dirty="0">
                <a:solidFill>
                  <a:srgbClr val="813341"/>
                </a:solidFill>
                <a:latin typeface="Arial"/>
                <a:cs typeface="Arial"/>
              </a:rPr>
              <a:t>Plausible but wrong names. </a:t>
            </a:r>
            <a:r>
              <a:rPr lang="en-US" sz="850" dirty="0">
                <a:solidFill>
                  <a:srgbClr val="333333"/>
                </a:solidFill>
                <a:latin typeface="Arial"/>
                <a:cs typeface="Arial"/>
              </a:rPr>
              <a:t>A table or field that sounds right (or existed in AX 2012) and does not exist here.</a:t>
            </a:r>
            <a:endParaRPr lang="en-US" dirty="0"/>
          </a:p>
          <a:p>
            <a:pPr indent="-114300" marL="114300">
              <a:spcBef>
                <a:spcPts val="400"/>
              </a:spcBef>
              <a:lnSpc>
                <a:spcPct val="112000"/>
              </a:lnSpc>
              <a:buChar char="•"/>
            </a:pPr>
            <a:r>
              <a:rPr lang="en-US" sz="850" b="1" dirty="0">
                <a:solidFill>
                  <a:srgbClr val="813341"/>
                </a:solidFill>
                <a:latin typeface="Arial"/>
                <a:cs typeface="Arial"/>
              </a:rPr>
              <a:t>Enum values and relations invented. </a:t>
            </a:r>
            <a:r>
              <a:rPr lang="en-US" sz="850" dirty="0">
                <a:solidFill>
                  <a:srgbClr val="333333"/>
                </a:solidFill>
                <a:latin typeface="Arial"/>
                <a:cs typeface="Arial"/>
              </a:rPr>
              <a:t>Answers about joins, status values or lifecycle states cannot be trusted without a developer re-checking each one.</a:t>
            </a:r>
            <a:endParaRPr lang="en-US" dirty="0"/>
          </a:p>
          <a:p>
            <a:pPr indent="-114300" marL="114300">
              <a:spcBef>
                <a:spcPts val="400"/>
              </a:spcBef>
              <a:lnSpc>
                <a:spcPct val="112000"/>
              </a:lnSpc>
              <a:buChar char="•"/>
            </a:pPr>
            <a:r>
              <a:rPr lang="en-US" sz="850" b="1" dirty="0">
                <a:solidFill>
                  <a:srgbClr val="813341"/>
                </a:solidFill>
                <a:latin typeface="Arial"/>
                <a:cs typeface="Arial"/>
              </a:rPr>
              <a:t>Security answers nobody can verify. </a:t>
            </a:r>
            <a:r>
              <a:rPr lang="en-US" sz="850" dirty="0">
                <a:solidFill>
                  <a:srgbClr val="333333"/>
                </a:solidFill>
                <a:latin typeface="Arial"/>
                <a:cs typeface="Arial"/>
              </a:rPr>
              <a:t>"Which role grants this?" needs the role → duty → privilege → entry-point chain, not a guess.</a:t>
            </a:r>
            <a:endParaRPr lang="en-US" dirty="0"/>
          </a:p>
          <a:p>
            <a:pPr indent="-114300" marL="114300">
              <a:spcBef>
                <a:spcPts val="400"/>
              </a:spcBef>
              <a:lnSpc>
                <a:spcPct val="112000"/>
              </a:lnSpc>
              <a:buChar char="•"/>
            </a:pPr>
            <a:r>
              <a:rPr lang="en-US" sz="850" b="1" dirty="0">
                <a:solidFill>
                  <a:srgbClr val="813341"/>
                </a:solidFill>
                <a:latin typeface="Arial"/>
                <a:cs typeface="Arial"/>
              </a:rPr>
              <a:t>Every answer costs a second person. </a:t>
            </a:r>
            <a:r>
              <a:rPr lang="en-US" sz="850" dirty="0">
                <a:solidFill>
                  <a:srgbClr val="333333"/>
                </a:solidFill>
                <a:latin typeface="Arial"/>
                <a:cs typeface="Arial"/>
              </a:rPr>
              <a:t>The developer who checks the AI’s answer does the work the AI was meant to save.</a:t>
            </a:r>
            <a:endParaRPr lang="en-US" dirty="0"/>
          </a:p>
        </p:txBody>
      </p:sp>
      <p:sp>
        <p:nvSpPr>
          <p:cNvPr id="131" name="TextBox 132"/>
          <p:cNvSpPr txBox="1"/>
          <p:nvPr/>
        </p:nvSpPr>
        <p:spPr>
          <a:xfrm>
            <a:off x="6254496" y="1572768"/>
            <a:ext cx="5394960" cy="274320"/>
          </a:xfrm>
          <a:prstGeom prst="rect">
            <a:avLst/>
          </a:prstGeom>
          <a:noFill/>
          <a:ln>
            <a:noFill/>
          </a:ln>
        </p:spPr>
        <p:txBody>
          <a:bodyPr wrap="square" anchor="t" lIns="91440" tIns="45720" rIns="91440" bIns="45720"/>
          <a:lstStyle/>
          <a:p>
            <a:pPr/>
            <a:r>
              <a:rPr lang="en-US" sz="950" b="1" dirty="0">
                <a:solidFill>
                  <a:srgbClr val="2E7D32"/>
                </a:solidFill>
                <a:latin typeface="Arial"/>
                <a:cs typeface="Arial"/>
              </a:rPr>
              <a:t>With the AOT as ground truth</a:t>
            </a:r>
            <a:endParaRPr lang="en-US" dirty="0"/>
          </a:p>
        </p:txBody>
      </p:sp>
      <p:sp>
        <p:nvSpPr>
          <p:cNvPr id="132" name="Rect 133"/>
          <p:cNvSpPr/>
          <p:nvPr/>
        </p:nvSpPr>
        <p:spPr>
          <a:xfrm>
            <a:off x="6254496" y="1874520"/>
            <a:ext cx="5394960" cy="1965960"/>
          </a:xfrm>
          <a:prstGeom prst="roundRect">
            <a:avLst>
              <a:gd name="adj" fmla="val 4000"/>
            </a:avLst>
          </a:prstGeom>
          <a:solidFill>
            <a:srgbClr val="E8F5E9"/>
          </a:solidFill>
          <a:ln>
            <a:noFill/>
          </a:ln>
        </p:spPr>
      </p:sp>
      <p:sp>
        <p:nvSpPr>
          <p:cNvPr id="133" name="TextBox 134"/>
          <p:cNvSpPr txBox="1"/>
          <p:nvPr/>
        </p:nvSpPr>
        <p:spPr>
          <a:xfrm>
            <a:off x="6345936" y="1920240"/>
            <a:ext cx="5212080" cy="1874520"/>
          </a:xfrm>
          <a:prstGeom prst="rect">
            <a:avLst/>
          </a:prstGeom>
          <a:noFill/>
          <a:ln>
            <a:noFill/>
          </a:ln>
        </p:spPr>
        <p:txBody>
          <a:bodyPr wrap="square" anchor="t" lIns="91440" tIns="45720" rIns="91440" bIns="45720"/>
          <a:lstStyle/>
          <a:p>
            <a:pPr indent="-114300" marL="114300">
              <a:spcBef>
                <a:spcPts val="400"/>
              </a:spcBef>
              <a:lnSpc>
                <a:spcPct val="112000"/>
              </a:lnSpc>
              <a:buChar char="•"/>
            </a:pPr>
            <a:r>
              <a:rPr lang="en-US" sz="850" b="1" dirty="0">
                <a:solidFill>
                  <a:srgbClr val="2E7D32"/>
                </a:solidFill>
                <a:latin typeface="Arial"/>
                <a:cs typeface="Arial"/>
              </a:rPr>
              <a:t>Verified before asserted. </a:t>
            </a:r>
            <a:r>
              <a:rPr lang="en-US" sz="850" dirty="0">
                <a:solidFill>
                  <a:srgbClr val="333333"/>
                </a:solidFill>
                <a:latin typeface="Arial"/>
                <a:cs typeface="Arial"/>
              </a:rPr>
              <a:t>Object names, fields, enum values, labels and permissions are looked up in a snapshot of this environment.</a:t>
            </a:r>
            <a:endParaRPr lang="en-US" dirty="0"/>
          </a:p>
          <a:p>
            <a:pPr indent="-114300" marL="114300">
              <a:spcBef>
                <a:spcPts val="400"/>
              </a:spcBef>
              <a:lnSpc>
                <a:spcPct val="112000"/>
              </a:lnSpc>
              <a:buChar char="•"/>
            </a:pPr>
            <a:r>
              <a:rPr lang="en-US" sz="850" b="1" dirty="0">
                <a:solidFill>
                  <a:srgbClr val="2E7D32"/>
                </a:solidFill>
                <a:latin typeface="Arial"/>
                <a:cs typeface="Arial"/>
              </a:rPr>
              <a:t>The answer states its limits. </a:t>
            </a:r>
            <a:r>
              <a:rPr lang="en-US" sz="850" dirty="0">
                <a:solidFill>
                  <a:srgbClr val="333333"/>
                </a:solidFill>
                <a:latin typeface="Arial"/>
                <a:cs typeface="Arial"/>
              </a:rPr>
              <a:t>Snapshot date on every response; explicit lines for what the response does not cover (fields cut, ISV not scanned, partial build).</a:t>
            </a:r>
            <a:endParaRPr lang="en-US" dirty="0"/>
          </a:p>
          <a:p>
            <a:pPr indent="-114300" marL="114300">
              <a:spcBef>
                <a:spcPts val="400"/>
              </a:spcBef>
              <a:lnSpc>
                <a:spcPct val="112000"/>
              </a:lnSpc>
              <a:buChar char="•"/>
            </a:pPr>
            <a:r>
              <a:rPr lang="en-US" sz="850" b="1" dirty="0">
                <a:solidFill>
                  <a:srgbClr val="2E7D32"/>
                </a:solidFill>
                <a:latin typeface="Arial"/>
                <a:cs typeface="Arial"/>
              </a:rPr>
              <a:t>Reproducible. </a:t>
            </a:r>
            <a:r>
              <a:rPr lang="en-US" sz="850" dirty="0">
                <a:solidFill>
                  <a:srgbClr val="333333"/>
                </a:solidFill>
                <a:latin typeface="Arial"/>
                <a:cs typeface="Arial"/>
              </a:rPr>
              <a:t>The same question against the same snapshot yields the same facts — the basis for tracing and for comparing ERPs.</a:t>
            </a:r>
            <a:endParaRPr lang="en-US" dirty="0"/>
          </a:p>
          <a:p>
            <a:pPr indent="-114300" marL="114300">
              <a:spcBef>
                <a:spcPts val="400"/>
              </a:spcBef>
              <a:lnSpc>
                <a:spcPct val="112000"/>
              </a:lnSpc>
              <a:buChar char="•"/>
            </a:pPr>
            <a:r>
              <a:rPr lang="en-US" sz="850" b="1" dirty="0">
                <a:solidFill>
                  <a:srgbClr val="2E7D32"/>
                </a:solidFill>
                <a:latin typeface="Arial"/>
                <a:cs typeface="Arial"/>
              </a:rPr>
              <a:t>Custom and vendor code included. </a:t>
            </a:r>
            <a:r>
              <a:rPr lang="en-US" sz="850" dirty="0">
                <a:solidFill>
                  <a:srgbClr val="333333"/>
                </a:solidFill>
                <a:latin typeface="Arial"/>
                <a:cs typeface="Arial"/>
              </a:rPr>
              <a:t>Our own models, the sealed ISV models and the UI custom fields are all covered, each with its provenance.</a:t>
            </a:r>
            <a:endParaRPr lang="en-US" dirty="0"/>
          </a:p>
        </p:txBody>
      </p:sp>
      <p:sp>
        <p:nvSpPr>
          <p:cNvPr id="134" name="TextBox 135"/>
          <p:cNvSpPr txBox="1"/>
          <p:nvPr/>
        </p:nvSpPr>
        <p:spPr>
          <a:xfrm>
            <a:off x="539496" y="4069080"/>
            <a:ext cx="11109960" cy="274320"/>
          </a:xfrm>
          <a:prstGeom prst="rect">
            <a:avLst/>
          </a:prstGeom>
          <a:noFill/>
          <a:ln>
            <a:noFill/>
          </a:ln>
        </p:spPr>
        <p:txBody>
          <a:bodyPr wrap="square" anchor="t" lIns="91440" tIns="45720" rIns="91440" bIns="45720"/>
          <a:lstStyle/>
          <a:p>
            <a:pPr/>
            <a:r>
              <a:rPr lang="en-US" sz="950" b="1" dirty="0">
                <a:solidFill>
                  <a:srgbClr val="6DC1C9"/>
                </a:solidFill>
                <a:latin typeface="Arial"/>
                <a:cs typeface="Arial"/>
              </a:rPr>
              <a:t>Three principles every service follows</a:t>
            </a:r>
            <a:endParaRPr lang="en-US" dirty="0"/>
          </a:p>
        </p:txBody>
      </p:sp>
      <p:sp>
        <p:nvSpPr>
          <p:cNvPr id="135" name="Rect 136"/>
          <p:cNvSpPr/>
          <p:nvPr/>
        </p:nvSpPr>
        <p:spPr>
          <a:xfrm>
            <a:off x="539496" y="4389120"/>
            <a:ext cx="3611880" cy="1234440"/>
          </a:xfrm>
          <a:prstGeom prst="roundRect">
            <a:avLst>
              <a:gd name="adj" fmla="val 4000"/>
            </a:avLst>
          </a:prstGeom>
          <a:solidFill>
            <a:srgbClr val="FFFFFF"/>
          </a:solidFill>
          <a:ln w="9525">
            <a:solidFill>
              <a:srgbClr val="6DC1C9"/>
            </a:solidFill>
          </a:ln>
        </p:spPr>
      </p:sp>
      <p:sp>
        <p:nvSpPr>
          <p:cNvPr id="136" name="TextBox 137"/>
          <p:cNvSpPr txBox="1"/>
          <p:nvPr/>
        </p:nvSpPr>
        <p:spPr>
          <a:xfrm>
            <a:off x="612648" y="4425696"/>
            <a:ext cx="3474720" cy="274320"/>
          </a:xfrm>
          <a:prstGeom prst="rect">
            <a:avLst/>
          </a:prstGeom>
          <a:noFill/>
          <a:ln>
            <a:noFill/>
          </a:ln>
        </p:spPr>
        <p:txBody>
          <a:bodyPr wrap="square" anchor="t" lIns="91440" tIns="45720" rIns="91440" bIns="45720"/>
          <a:lstStyle/>
          <a:p>
            <a:pPr/>
            <a:r>
              <a:rPr lang="en-US" sz="900" b="1" dirty="0">
                <a:solidFill>
                  <a:srgbClr val="6DC1C9"/>
                </a:solidFill>
                <a:latin typeface="Arial"/>
                <a:cs typeface="Arial"/>
              </a:rPr>
              <a:t>Snapshot, not live</a:t>
            </a:r>
            <a:endParaRPr lang="en-US" dirty="0"/>
          </a:p>
        </p:txBody>
      </p:sp>
      <p:sp>
        <p:nvSpPr>
          <p:cNvPr id="137" name="TextBox 138"/>
          <p:cNvSpPr txBox="1"/>
          <p:nvPr/>
        </p:nvSpPr>
        <p:spPr>
          <a:xfrm>
            <a:off x="612648" y="4681728"/>
            <a:ext cx="3474720" cy="914400"/>
          </a:xfrm>
          <a:prstGeom prst="rect">
            <a:avLst/>
          </a:prstGeom>
          <a:noFill/>
          <a:ln>
            <a:noFill/>
          </a:ln>
        </p:spPr>
        <p:txBody>
          <a:bodyPr wrap="square" anchor="t" lIns="91440" tIns="45720" rIns="91440" bIns="45720"/>
          <a:lstStyle/>
          <a:p>
            <a:pPr>
              <a:lnSpc>
                <a:spcPct val="112000"/>
              </a:lnSpc>
            </a:pPr>
            <a:r>
              <a:rPr lang="en-US" sz="780" dirty="0">
                <a:solidFill>
                  <a:srgbClr val="333333"/>
                </a:solidFill>
                <a:latin typeface="Arial"/>
                <a:cs typeface="Arial"/>
              </a:rPr>
              <a:t>The services read a build of the metadata, never the running system. Fast, cheap, safe — and dated. The one exception (UI custom fields) is marked as live.</a:t>
            </a:r>
            <a:endParaRPr lang="en-US" dirty="0"/>
          </a:p>
        </p:txBody>
      </p:sp>
      <p:sp>
        <p:nvSpPr>
          <p:cNvPr id="138" name="Rect 139"/>
          <p:cNvSpPr/>
          <p:nvPr/>
        </p:nvSpPr>
        <p:spPr>
          <a:xfrm>
            <a:off x="4288536" y="4389120"/>
            <a:ext cx="3611880" cy="1234440"/>
          </a:xfrm>
          <a:prstGeom prst="roundRect">
            <a:avLst>
              <a:gd name="adj" fmla="val 4000"/>
            </a:avLst>
          </a:prstGeom>
          <a:solidFill>
            <a:srgbClr val="FFFFFF"/>
          </a:solidFill>
          <a:ln w="9525">
            <a:solidFill>
              <a:srgbClr val="AD9B68"/>
            </a:solidFill>
          </a:ln>
        </p:spPr>
      </p:sp>
      <p:sp>
        <p:nvSpPr>
          <p:cNvPr id="139" name="TextBox 140"/>
          <p:cNvSpPr txBox="1"/>
          <p:nvPr/>
        </p:nvSpPr>
        <p:spPr>
          <a:xfrm>
            <a:off x="4361688" y="4425696"/>
            <a:ext cx="3474720" cy="274320"/>
          </a:xfrm>
          <a:prstGeom prst="rect">
            <a:avLst/>
          </a:prstGeom>
          <a:noFill/>
          <a:ln>
            <a:noFill/>
          </a:ln>
        </p:spPr>
        <p:txBody>
          <a:bodyPr wrap="square" anchor="t" lIns="91440" tIns="45720" rIns="91440" bIns="45720"/>
          <a:lstStyle/>
          <a:p>
            <a:pPr/>
            <a:r>
              <a:rPr lang="en-US" sz="900" b="1" dirty="0">
                <a:solidFill>
                  <a:srgbClr val="AD9B68"/>
                </a:solidFill>
                <a:latin typeface="Arial"/>
                <a:cs typeface="Arial"/>
              </a:rPr>
              <a:t>Verify before you assert</a:t>
            </a:r>
            <a:endParaRPr lang="en-US" dirty="0"/>
          </a:p>
        </p:txBody>
      </p:sp>
      <p:sp>
        <p:nvSpPr>
          <p:cNvPr id="140" name="TextBox 141"/>
          <p:cNvSpPr txBox="1"/>
          <p:nvPr/>
        </p:nvSpPr>
        <p:spPr>
          <a:xfrm>
            <a:off x="4361688" y="4681728"/>
            <a:ext cx="3474720" cy="914400"/>
          </a:xfrm>
          <a:prstGeom prst="rect">
            <a:avLst/>
          </a:prstGeom>
          <a:noFill/>
          <a:ln>
            <a:noFill/>
          </a:ln>
        </p:spPr>
        <p:txBody>
          <a:bodyPr wrap="square" anchor="t" lIns="91440" tIns="45720" rIns="91440" bIns="45720"/>
          <a:lstStyle/>
          <a:p>
            <a:pPr>
              <a:lnSpc>
                <a:spcPct val="112000"/>
              </a:lnSpc>
            </a:pPr>
            <a:r>
              <a:rPr lang="en-US" sz="780" dirty="0">
                <a:solidFill>
                  <a:srgbClr val="333333"/>
                </a:solidFill>
                <a:latin typeface="Arial"/>
                <a:cs typeface="Arial"/>
              </a:rPr>
              <a:t>A name is checked with a batch existence call before it appears in an answer; X++ changes go through a preflight (exists, signature, extension points, name collisions).</a:t>
            </a:r>
            <a:endParaRPr lang="en-US" dirty="0"/>
          </a:p>
        </p:txBody>
      </p:sp>
      <p:sp>
        <p:nvSpPr>
          <p:cNvPr id="141" name="Rect 142"/>
          <p:cNvSpPr/>
          <p:nvPr/>
        </p:nvSpPr>
        <p:spPr>
          <a:xfrm>
            <a:off x="8037576" y="4389120"/>
            <a:ext cx="3611880" cy="1234440"/>
          </a:xfrm>
          <a:prstGeom prst="roundRect">
            <a:avLst>
              <a:gd name="adj" fmla="val 4000"/>
            </a:avLst>
          </a:prstGeom>
          <a:solidFill>
            <a:srgbClr val="FFFFFF"/>
          </a:solidFill>
          <a:ln w="9525">
            <a:solidFill>
              <a:srgbClr val="813341"/>
            </a:solidFill>
          </a:ln>
        </p:spPr>
      </p:sp>
      <p:sp>
        <p:nvSpPr>
          <p:cNvPr id="142" name="TextBox 143"/>
          <p:cNvSpPr txBox="1"/>
          <p:nvPr/>
        </p:nvSpPr>
        <p:spPr>
          <a:xfrm>
            <a:off x="8110728" y="4425696"/>
            <a:ext cx="3474720" cy="274320"/>
          </a:xfrm>
          <a:prstGeom prst="rect">
            <a:avLst/>
          </a:prstGeom>
          <a:noFill/>
          <a:ln>
            <a:noFill/>
          </a:ln>
        </p:spPr>
        <p:txBody>
          <a:bodyPr wrap="square" anchor="t" lIns="91440" tIns="45720" rIns="91440" bIns="45720"/>
          <a:lstStyle/>
          <a:p>
            <a:pPr/>
            <a:r>
              <a:rPr lang="en-US" sz="900" b="1" dirty="0">
                <a:solidFill>
                  <a:srgbClr val="813341"/>
                </a:solidFill>
                <a:latin typeface="Arial"/>
                <a:cs typeface="Arial"/>
              </a:rPr>
              <a:t>Say what you do not know</a:t>
            </a:r>
            <a:endParaRPr lang="en-US" dirty="0"/>
          </a:p>
        </p:txBody>
      </p:sp>
      <p:sp>
        <p:nvSpPr>
          <p:cNvPr id="143" name="TextBox 144"/>
          <p:cNvSpPr txBox="1"/>
          <p:nvPr/>
        </p:nvSpPr>
        <p:spPr>
          <a:xfrm>
            <a:off x="8110728" y="4681728"/>
            <a:ext cx="3474720" cy="914400"/>
          </a:xfrm>
          <a:prstGeom prst="rect">
            <a:avLst/>
          </a:prstGeom>
          <a:noFill/>
          <a:ln>
            <a:noFill/>
          </a:ln>
        </p:spPr>
        <p:txBody>
          <a:bodyPr wrap="square" anchor="t" lIns="91440" tIns="45720" rIns="91440" bIns="45720"/>
          <a:lstStyle/>
          <a:p>
            <a:pPr>
              <a:lnSpc>
                <a:spcPct val="112000"/>
              </a:lnSpc>
            </a:pPr>
            <a:r>
              <a:rPr lang="en-US" sz="780" dirty="0">
                <a:solidFill>
                  <a:srgbClr val="333333"/>
                </a:solidFill>
                <a:latin typeface="Arial"/>
                <a:cs typeface="Arial"/>
              </a:rPr>
              <a:t>A zero-row result is data, a missing object is "not found" with suggestions, and every list says whether it was cut and how to continue.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PH 167"/>
          <p:cNvSpPr>
            <a:spLocks noGrp="1"/>
          </p:cNvSpPr>
          <p:nvPr>
            <p:ph type="title"/>
          </p:nvPr>
        </p:nvSpPr>
        <p:spPr/>
        <p:txBody>
          <a:bodyPr/>
          <a:lstStyle/>
          <a:p>
            <a:pPr/>
            <a:r>
              <a:rPr lang="en-US" sz="1800" b="1" dirty="0">
                <a:solidFill>
                  <a:srgbClr val="000000"/>
                </a:solidFill>
                <a:latin typeface="Arial"/>
                <a:cs typeface="Arial"/>
              </a:rPr>
              <a:t>What is implemented: five services, 75 tools</a:t>
            </a:r>
            <a:endParaRPr lang="en-US" dirty="0"/>
          </a:p>
        </p:txBody>
      </p:sp>
      <p:sp>
        <p:nvSpPr>
          <p:cNvPr id="145" name="TextBox 146"/>
          <p:cNvSpPr txBox="1"/>
          <p:nvPr/>
        </p:nvSpPr>
        <p:spPr>
          <a:xfrm>
            <a:off x="539496" y="1170432"/>
            <a:ext cx="11109960" cy="384048"/>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Three services carry the metadata this deck is about (KB, XRef, Labels); Security and Task Recorder complete the platform. All read a local snapshot except one live tool.</a:t>
            </a:r>
            <a:endParaRPr lang="en-US" dirty="0"/>
          </a:p>
        </p:txBody>
      </p:sp>
      <p:sp>
        <p:nvSpPr>
          <p:cNvPr id="146" name="Rect 147"/>
          <p:cNvSpPr/>
          <p:nvPr/>
        </p:nvSpPr>
        <p:spPr>
          <a:xfrm>
            <a:off x="539496" y="1572768"/>
            <a:ext cx="3611880" cy="329184"/>
          </a:xfrm>
          <a:prstGeom prst="roundRect">
            <a:avLst>
              <a:gd name="adj" fmla="val 4000"/>
            </a:avLst>
          </a:prstGeom>
          <a:solidFill>
            <a:srgbClr val="6DC1C9"/>
          </a:solidFill>
          <a:ln>
            <a:noFill/>
          </a:ln>
        </p:spPr>
      </p:sp>
      <p:sp>
        <p:nvSpPr>
          <p:cNvPr id="147" name="TextBox 148"/>
          <p:cNvSpPr txBox="1"/>
          <p:nvPr/>
        </p:nvSpPr>
        <p:spPr>
          <a:xfrm>
            <a:off x="539496" y="1572768"/>
            <a:ext cx="361188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D365 KB — the object model · 32 tools</a:t>
            </a:r>
            <a:endParaRPr lang="en-US" dirty="0"/>
          </a:p>
        </p:txBody>
      </p:sp>
      <p:sp>
        <p:nvSpPr>
          <p:cNvPr id="148" name="Rect 149"/>
          <p:cNvSpPr/>
          <p:nvPr/>
        </p:nvSpPr>
        <p:spPr>
          <a:xfrm>
            <a:off x="539496" y="1901952"/>
            <a:ext cx="3611880" cy="2002536"/>
          </a:xfrm>
          <a:prstGeom prst="rect">
            <a:avLst/>
          </a:prstGeom>
          <a:solidFill>
            <a:srgbClr val="FFFFFF"/>
          </a:solidFill>
          <a:ln w="6350">
            <a:solidFill>
              <a:srgbClr val="6DC1C9"/>
            </a:solidFill>
          </a:ln>
        </p:spPr>
      </p:sp>
      <p:sp>
        <p:nvSpPr>
          <p:cNvPr id="149" name="TextBox 150"/>
          <p:cNvSpPr txBox="1"/>
          <p:nvPr/>
        </p:nvSpPr>
        <p:spPr>
          <a:xfrm>
            <a:off x="585216" y="1938528"/>
            <a:ext cx="3520440" cy="1929384"/>
          </a:xfrm>
          <a:prstGeom prst="rect">
            <a:avLst/>
          </a:prstGeom>
          <a:noFill/>
          <a:ln>
            <a:noFill/>
          </a:ln>
        </p:spPr>
        <p:txBody>
          <a:bodyPr wrap="square" anchor="t" lIns="91440" tIns="45720" rIns="91440" bIns="45720"/>
          <a:lstStyle/>
          <a:p>
            <a:pPr indent="-114300" marL="114300">
              <a:spcBef>
                <a:spcPts val="300"/>
              </a:spcBef>
              <a:lnSpc>
                <a:spcPct val="112000"/>
              </a:lnSpc>
              <a:buChar char="•"/>
            </a:pPr>
            <a:r>
              <a:rPr lang="en-US" sz="800" b="1" dirty="0">
                <a:solidFill>
                  <a:srgbClr val="6DC1C9"/>
                </a:solidFill>
                <a:latin typeface="Arial"/>
                <a:cs typeface="Arial"/>
              </a:rPr>
              <a:t>Objects: </a:t>
            </a:r>
            <a:r>
              <a:rPr lang="en-US" sz="800" dirty="0">
                <a:solidFill>
                  <a:srgbClr val="333333"/>
                </a:solidFill>
                <a:latin typeface="Arial"/>
                <a:cs typeface="Arial"/>
              </a:rPr>
              <a:t>tables, fields, EDTs, enums, data entities, classes and methods, forms and their control trees, queries, reports, menus, security policies</a:t>
            </a:r>
            <a:endParaRPr lang="en-US" dirty="0"/>
          </a:p>
          <a:p>
            <a:pPr indent="-114300" marL="114300">
              <a:spcBef>
                <a:spcPts val="300"/>
              </a:spcBef>
              <a:lnSpc>
                <a:spcPct val="112000"/>
              </a:lnSpc>
              <a:buChar char="•"/>
            </a:pPr>
            <a:r>
              <a:rPr lang="en-US" sz="800" b="1" dirty="0">
                <a:solidFill>
                  <a:srgbClr val="6DC1C9"/>
                </a:solidFill>
                <a:latin typeface="Arial"/>
                <a:cs typeface="Arial"/>
              </a:rPr>
              <a:t>Source: </a:t>
            </a:r>
            <a:r>
              <a:rPr lang="en-US" sz="800" dirty="0">
                <a:solidFill>
                  <a:srgbClr val="333333"/>
                </a:solidFill>
                <a:latin typeface="Arial"/>
                <a:cs typeface="Arial"/>
              </a:rPr>
              <a:t>the AOT XML of every model on the build box (Microsoft, ISV, custom) → ~1 GB SQLite</a:t>
            </a:r>
            <a:endParaRPr lang="en-US" dirty="0"/>
          </a:p>
          <a:p>
            <a:pPr indent="-114300" marL="114300">
              <a:spcBef>
                <a:spcPts val="300"/>
              </a:spcBef>
              <a:lnSpc>
                <a:spcPct val="112000"/>
              </a:lnSpc>
              <a:buChar char="•"/>
            </a:pPr>
            <a:r>
              <a:rPr lang="en-US" sz="800" b="1" dirty="0">
                <a:solidFill>
                  <a:srgbClr val="6DC1C9"/>
                </a:solidFill>
                <a:latin typeface="Arial"/>
                <a:cs typeface="Arial"/>
              </a:rPr>
              <a:t>Plus: </a:t>
            </a:r>
            <a:r>
              <a:rPr lang="en-US" sz="800" dirty="0">
                <a:solidFill>
                  <a:srgbClr val="333333"/>
                </a:solidFill>
                <a:latin typeface="Arial"/>
                <a:cs typeface="Arial"/>
              </a:rPr>
              <a:t>sealed-ISV metadata (elements, extension points, method signatures), the effective schema of a table, a curated X++ rulebook</a:t>
            </a:r>
            <a:endParaRPr lang="en-US" dirty="0"/>
          </a:p>
          <a:p>
            <a:pPr indent="-114300" marL="114300">
              <a:spcBef>
                <a:spcPts val="300"/>
              </a:spcBef>
              <a:lnSpc>
                <a:spcPct val="112000"/>
              </a:lnSpc>
              <a:buChar char="•"/>
            </a:pPr>
            <a:r>
              <a:rPr lang="en-US" sz="800" b="1" dirty="0">
                <a:solidFill>
                  <a:srgbClr val="6DC1C9"/>
                </a:solidFill>
                <a:latin typeface="Arial"/>
                <a:cs typeface="Arial"/>
              </a:rPr>
              <a:t>One live tool: </a:t>
            </a:r>
            <a:r>
              <a:rPr lang="en-US" sz="800" dirty="0">
                <a:solidFill>
                  <a:srgbClr val="333333"/>
                </a:solidFill>
                <a:latin typeface="Arial"/>
                <a:cs typeface="Arial"/>
              </a:rPr>
              <a:t>UI custom fields, read from the environment’s OData metadata</a:t>
            </a:r>
            <a:endParaRPr lang="en-US" dirty="0"/>
          </a:p>
        </p:txBody>
      </p:sp>
      <p:sp>
        <p:nvSpPr>
          <p:cNvPr id="150" name="Rect 151"/>
          <p:cNvSpPr/>
          <p:nvPr/>
        </p:nvSpPr>
        <p:spPr>
          <a:xfrm>
            <a:off x="4288536" y="1572768"/>
            <a:ext cx="3611880" cy="329184"/>
          </a:xfrm>
          <a:prstGeom prst="roundRect">
            <a:avLst>
              <a:gd name="adj" fmla="val 4000"/>
            </a:avLst>
          </a:prstGeom>
          <a:solidFill>
            <a:srgbClr val="AD9B68"/>
          </a:solidFill>
          <a:ln>
            <a:noFill/>
          </a:ln>
        </p:spPr>
      </p:sp>
      <p:sp>
        <p:nvSpPr>
          <p:cNvPr id="151" name="TextBox 152"/>
          <p:cNvSpPr txBox="1"/>
          <p:nvPr/>
        </p:nvSpPr>
        <p:spPr>
          <a:xfrm>
            <a:off x="4288536" y="1572768"/>
            <a:ext cx="361188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D365 XRef — who uses what · 18 tools</a:t>
            </a:r>
            <a:endParaRPr lang="en-US" dirty="0"/>
          </a:p>
        </p:txBody>
      </p:sp>
      <p:sp>
        <p:nvSpPr>
          <p:cNvPr id="152" name="Rect 153"/>
          <p:cNvSpPr/>
          <p:nvPr/>
        </p:nvSpPr>
        <p:spPr>
          <a:xfrm>
            <a:off x="4288536" y="1901952"/>
            <a:ext cx="3611880" cy="2002536"/>
          </a:xfrm>
          <a:prstGeom prst="rect">
            <a:avLst/>
          </a:prstGeom>
          <a:solidFill>
            <a:srgbClr val="FFFFFF"/>
          </a:solidFill>
          <a:ln w="6350">
            <a:solidFill>
              <a:srgbClr val="AD9B68"/>
            </a:solidFill>
          </a:ln>
        </p:spPr>
      </p:sp>
      <p:sp>
        <p:nvSpPr>
          <p:cNvPr id="153" name="TextBox 154"/>
          <p:cNvSpPr txBox="1"/>
          <p:nvPr/>
        </p:nvSpPr>
        <p:spPr>
          <a:xfrm>
            <a:off x="4334256" y="1938528"/>
            <a:ext cx="3520440" cy="1929384"/>
          </a:xfrm>
          <a:prstGeom prst="rect">
            <a:avLst/>
          </a:prstGeom>
          <a:noFill/>
          <a:ln>
            <a:noFill/>
          </a:ln>
        </p:spPr>
        <p:txBody>
          <a:bodyPr wrap="square" anchor="t" lIns="91440" tIns="45720" rIns="91440" bIns="45720"/>
          <a:lstStyle/>
          <a:p>
            <a:pPr indent="-114300" marL="114300">
              <a:spcBef>
                <a:spcPts val="300"/>
              </a:spcBef>
              <a:lnSpc>
                <a:spcPct val="112000"/>
              </a:lnSpc>
              <a:buChar char="•"/>
            </a:pPr>
            <a:r>
              <a:rPr lang="en-US" sz="800" b="1" dirty="0">
                <a:solidFill>
                  <a:srgbClr val="AD9B68"/>
                </a:solidFill>
                <a:latin typeface="Arial"/>
                <a:cs typeface="Arial"/>
              </a:rPr>
              <a:t>Graph: </a:t>
            </a:r>
            <a:r>
              <a:rPr lang="en-US" sz="800" dirty="0">
                <a:solidFill>
                  <a:srgbClr val="333333"/>
                </a:solidFill>
                <a:latin typeface="Arial"/>
                <a:cs typeface="Arial"/>
              </a:rPr>
              <a:t>references to and from any object, method callers, field usages, extensions and event handlers, class hierarchies, module dependencies</a:t>
            </a:r>
            <a:endParaRPr lang="en-US" dirty="0"/>
          </a:p>
          <a:p>
            <a:pPr indent="-114300" marL="114300">
              <a:spcBef>
                <a:spcPts val="300"/>
              </a:spcBef>
              <a:lnSpc>
                <a:spcPct val="112000"/>
              </a:lnSpc>
              <a:buChar char="•"/>
            </a:pPr>
            <a:r>
              <a:rPr lang="en-US" sz="800" b="1" dirty="0">
                <a:solidFill>
                  <a:srgbClr val="AD9B68"/>
                </a:solidFill>
                <a:latin typeface="Arial"/>
                <a:cs typeface="Arial"/>
              </a:rPr>
              <a:t>Source: </a:t>
            </a:r>
            <a:r>
              <a:rPr lang="en-US" sz="800" dirty="0">
                <a:solidFill>
                  <a:srgbClr val="333333"/>
                </a:solidFill>
                <a:latin typeface="Arial"/>
                <a:cs typeface="Arial"/>
              </a:rPr>
              <a:t>the compiler cross-reference database of the dev box → 6.2 M names, 28 M references, 3.3 GB</a:t>
            </a:r>
            <a:endParaRPr lang="en-US" dirty="0"/>
          </a:p>
          <a:p>
            <a:pPr indent="-114300" marL="114300">
              <a:spcBef>
                <a:spcPts val="300"/>
              </a:spcBef>
              <a:lnSpc>
                <a:spcPct val="112000"/>
              </a:lnSpc>
              <a:buChar char="•"/>
            </a:pPr>
            <a:r>
              <a:rPr lang="en-US" sz="800" b="1" dirty="0">
                <a:solidFill>
                  <a:srgbClr val="AD9B68"/>
                </a:solidFill>
                <a:latin typeface="Arial"/>
                <a:cs typeface="Arial"/>
              </a:rPr>
              <a:t>Includes: </a:t>
            </a:r>
            <a:r>
              <a:rPr lang="en-US" sz="800" dirty="0">
                <a:solidFill>
                  <a:srgbClr val="333333"/>
                </a:solidFill>
                <a:latin typeface="Arial"/>
                <a:cs typeface="Arial"/>
              </a:rPr>
              <a:t>our compiled custom models (iExtension, HISOL) and 199 k references from sealed ISV models that the compiler never saw</a:t>
            </a:r>
            <a:endParaRPr lang="en-US" dirty="0"/>
          </a:p>
          <a:p>
            <a:pPr indent="-114300" marL="114300">
              <a:spcBef>
                <a:spcPts val="300"/>
              </a:spcBef>
              <a:lnSpc>
                <a:spcPct val="112000"/>
              </a:lnSpc>
              <a:buChar char="•"/>
            </a:pPr>
            <a:r>
              <a:rPr lang="en-US" sz="800" b="1" dirty="0">
                <a:solidFill>
                  <a:srgbClr val="AD9B68"/>
                </a:solidFill>
                <a:latin typeface="Arial"/>
                <a:cs typeface="Arial"/>
              </a:rPr>
              <a:t>Use: </a:t>
            </a:r>
            <a:r>
              <a:rPr lang="en-US" sz="800" dirty="0">
                <a:solidFill>
                  <a:srgbClr val="333333"/>
                </a:solidFill>
                <a:latin typeface="Arial"/>
                <a:cs typeface="Arial"/>
              </a:rPr>
              <a:t>impact analysis before a change; "does this exist" in batches of 50</a:t>
            </a:r>
            <a:endParaRPr lang="en-US" dirty="0"/>
          </a:p>
        </p:txBody>
      </p:sp>
      <p:sp>
        <p:nvSpPr>
          <p:cNvPr id="154" name="Rect 155"/>
          <p:cNvSpPr/>
          <p:nvPr/>
        </p:nvSpPr>
        <p:spPr>
          <a:xfrm>
            <a:off x="8037576" y="1572768"/>
            <a:ext cx="3611880" cy="329184"/>
          </a:xfrm>
          <a:prstGeom prst="roundRect">
            <a:avLst>
              <a:gd name="adj" fmla="val 4000"/>
            </a:avLst>
          </a:prstGeom>
          <a:solidFill>
            <a:srgbClr val="813341"/>
          </a:solidFill>
          <a:ln>
            <a:noFill/>
          </a:ln>
        </p:spPr>
      </p:sp>
      <p:sp>
        <p:nvSpPr>
          <p:cNvPr id="155" name="TextBox 156"/>
          <p:cNvSpPr txBox="1"/>
          <p:nvPr/>
        </p:nvSpPr>
        <p:spPr>
          <a:xfrm>
            <a:off x="8037576" y="1572768"/>
            <a:ext cx="361188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Labels — every text, every language · 4 tools</a:t>
            </a:r>
            <a:endParaRPr lang="en-US" dirty="0"/>
          </a:p>
        </p:txBody>
      </p:sp>
      <p:sp>
        <p:nvSpPr>
          <p:cNvPr id="156" name="Rect 157"/>
          <p:cNvSpPr/>
          <p:nvPr/>
        </p:nvSpPr>
        <p:spPr>
          <a:xfrm>
            <a:off x="8037576" y="1901952"/>
            <a:ext cx="3611880" cy="2002536"/>
          </a:xfrm>
          <a:prstGeom prst="rect">
            <a:avLst/>
          </a:prstGeom>
          <a:solidFill>
            <a:srgbClr val="FFFFFF"/>
          </a:solidFill>
          <a:ln w="6350">
            <a:solidFill>
              <a:srgbClr val="813341"/>
            </a:solidFill>
          </a:ln>
        </p:spPr>
      </p:sp>
      <p:sp>
        <p:nvSpPr>
          <p:cNvPr id="157" name="TextBox 158"/>
          <p:cNvSpPr txBox="1"/>
          <p:nvPr/>
        </p:nvSpPr>
        <p:spPr>
          <a:xfrm>
            <a:off x="8083296" y="1938528"/>
            <a:ext cx="3520440" cy="1929384"/>
          </a:xfrm>
          <a:prstGeom prst="rect">
            <a:avLst/>
          </a:prstGeom>
          <a:noFill/>
          <a:ln>
            <a:noFill/>
          </a:ln>
        </p:spPr>
        <p:txBody>
          <a:bodyPr wrap="square" anchor="t" lIns="91440" tIns="45720" rIns="91440" bIns="45720"/>
          <a:lstStyle/>
          <a:p>
            <a:pPr indent="-114300" marL="114300">
              <a:spcBef>
                <a:spcPts val="300"/>
              </a:spcBef>
              <a:lnSpc>
                <a:spcPct val="112000"/>
              </a:lnSpc>
              <a:buChar char="•"/>
            </a:pPr>
            <a:r>
              <a:rPr lang="en-US" sz="800" b="1" dirty="0">
                <a:solidFill>
                  <a:srgbClr val="813341"/>
                </a:solidFill>
                <a:latin typeface="Arial"/>
                <a:cs typeface="Arial"/>
              </a:rPr>
              <a:t>Content: </a:t>
            </a:r>
            <a:r>
              <a:rPr lang="en-US" sz="800" dirty="0">
                <a:solidFill>
                  <a:srgbClr val="333333"/>
                </a:solidFill>
                <a:latin typeface="Arial"/>
                <a:cs typeface="Arial"/>
              </a:rPr>
              <a:t>390 k label ids × 75 languages = 26 M rows, each id paired with its developer description (what the text is for)</a:t>
            </a:r>
            <a:endParaRPr lang="en-US" dirty="0"/>
          </a:p>
          <a:p>
            <a:pPr indent="-114300" marL="114300">
              <a:spcBef>
                <a:spcPts val="300"/>
              </a:spcBef>
              <a:lnSpc>
                <a:spcPct val="112000"/>
              </a:lnSpc>
              <a:buChar char="•"/>
            </a:pPr>
            <a:r>
              <a:rPr lang="en-US" sz="800" b="1" dirty="0">
                <a:solidFill>
                  <a:srgbClr val="813341"/>
                </a:solidFill>
                <a:latin typeface="Arial"/>
                <a:cs typeface="Arial"/>
              </a:rPr>
              <a:t>Lookup: </a:t>
            </a:r>
            <a:r>
              <a:rPr lang="en-US" sz="800" dirty="0">
                <a:solidFill>
                  <a:srgbClr val="333333"/>
                </a:solidFill>
                <a:latin typeface="Arial"/>
                <a:cs typeface="Arial"/>
              </a:rPr>
              <a:t>id → all languages; text → ids (full-text search, any language)</a:t>
            </a:r>
            <a:endParaRPr lang="en-US" dirty="0"/>
          </a:p>
          <a:p>
            <a:pPr indent="-114300" marL="114300">
              <a:spcBef>
                <a:spcPts val="300"/>
              </a:spcBef>
              <a:lnSpc>
                <a:spcPct val="112000"/>
              </a:lnSpc>
              <a:buChar char="•"/>
            </a:pPr>
            <a:r>
              <a:rPr lang="en-US" sz="800" b="1" dirty="0">
                <a:solidFill>
                  <a:srgbClr val="813341"/>
                </a:solidFill>
                <a:latin typeface="Arial"/>
                <a:cs typeface="Arial"/>
              </a:rPr>
              <a:t>Where used: </a:t>
            </a:r>
            <a:r>
              <a:rPr lang="en-US" sz="800" dirty="0">
                <a:solidFill>
                  <a:srgbClr val="333333"/>
                </a:solidFill>
                <a:latin typeface="Arial"/>
                <a:cs typeface="Arial"/>
              </a:rPr>
              <a:t>which objects carry a label, and which labels one object carries — answered from the XRef snapshot</a:t>
            </a:r>
            <a:endParaRPr lang="en-US" dirty="0"/>
          </a:p>
          <a:p>
            <a:pPr indent="-114300" marL="114300">
              <a:spcBef>
                <a:spcPts val="300"/>
              </a:spcBef>
              <a:lnSpc>
                <a:spcPct val="112000"/>
              </a:lnSpc>
              <a:buChar char="•"/>
            </a:pPr>
            <a:r>
              <a:rPr lang="en-US" sz="800" b="1" dirty="0">
                <a:solidFill>
                  <a:srgbClr val="813341"/>
                </a:solidFill>
                <a:latin typeface="Arial"/>
                <a:cs typeface="Arial"/>
              </a:rPr>
              <a:t>Why: </a:t>
            </a:r>
            <a:r>
              <a:rPr lang="en-US" sz="800" dirty="0">
                <a:solidFill>
                  <a:srgbClr val="333333"/>
                </a:solidFill>
                <a:latin typeface="Arial"/>
                <a:cs typeface="Arial"/>
              </a:rPr>
              <a:t>UI strings in tickets map back to the form, field or menu item they belong to</a:t>
            </a:r>
            <a:endParaRPr lang="en-US" dirty="0"/>
          </a:p>
        </p:txBody>
      </p:sp>
      <p:sp>
        <p:nvSpPr>
          <p:cNvPr id="158" name="Rect 159"/>
          <p:cNvSpPr/>
          <p:nvPr/>
        </p:nvSpPr>
        <p:spPr>
          <a:xfrm>
            <a:off x="539496" y="4069080"/>
            <a:ext cx="5486400" cy="329184"/>
          </a:xfrm>
          <a:prstGeom prst="roundRect">
            <a:avLst>
              <a:gd name="adj" fmla="val 4000"/>
            </a:avLst>
          </a:prstGeom>
          <a:solidFill>
            <a:srgbClr val="647772"/>
          </a:solidFill>
          <a:ln>
            <a:noFill/>
          </a:ln>
        </p:spPr>
      </p:sp>
      <p:sp>
        <p:nvSpPr>
          <p:cNvPr id="159" name="TextBox 160"/>
          <p:cNvSpPr txBox="1"/>
          <p:nvPr/>
        </p:nvSpPr>
        <p:spPr>
          <a:xfrm>
            <a:off x="539496" y="4069080"/>
            <a:ext cx="548640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D365 Security · 19 tools</a:t>
            </a:r>
            <a:endParaRPr lang="en-US" dirty="0"/>
          </a:p>
        </p:txBody>
      </p:sp>
      <p:sp>
        <p:nvSpPr>
          <p:cNvPr id="160" name="Rect 161"/>
          <p:cNvSpPr/>
          <p:nvPr/>
        </p:nvSpPr>
        <p:spPr>
          <a:xfrm>
            <a:off x="539496" y="4398264"/>
            <a:ext cx="5486400" cy="1271016"/>
          </a:xfrm>
          <a:prstGeom prst="rect">
            <a:avLst/>
          </a:prstGeom>
          <a:solidFill>
            <a:srgbClr val="FFFFFF"/>
          </a:solidFill>
          <a:ln w="6350">
            <a:solidFill>
              <a:srgbClr val="647772"/>
            </a:solidFill>
          </a:ln>
        </p:spPr>
      </p:sp>
      <p:sp>
        <p:nvSpPr>
          <p:cNvPr id="161" name="TextBox 162"/>
          <p:cNvSpPr txBox="1"/>
          <p:nvPr/>
        </p:nvSpPr>
        <p:spPr>
          <a:xfrm>
            <a:off x="585216" y="4434840"/>
            <a:ext cx="5394960" cy="1197864"/>
          </a:xfrm>
          <a:prstGeom prst="rect">
            <a:avLst/>
          </a:prstGeom>
          <a:noFill/>
          <a:ln>
            <a:noFill/>
          </a:ln>
        </p:spPr>
        <p:txBody>
          <a:bodyPr wrap="square" anchor="t" lIns="91440" tIns="45720" rIns="91440" bIns="45720"/>
          <a:lstStyle/>
          <a:p>
            <a:pPr indent="-114300" marL="114300">
              <a:spcBef>
                <a:spcPts val="300"/>
              </a:spcBef>
              <a:lnSpc>
                <a:spcPct val="112000"/>
              </a:lnSpc>
              <a:buChar char="•"/>
            </a:pPr>
            <a:r>
              <a:rPr lang="en-US" sz="780" b="1" dirty="0">
                <a:solidFill>
                  <a:srgbClr val="647772"/>
                </a:solidFill>
                <a:latin typeface="Arial"/>
                <a:cs typeface="Arial"/>
              </a:rPr>
              <a:t>Chain: </a:t>
            </a:r>
            <a:r>
              <a:rPr lang="en-US" sz="780" dirty="0">
                <a:solidFill>
                  <a:srgbClr val="333333"/>
                </a:solidFill>
                <a:latin typeface="Arial"/>
                <a:cs typeface="Arial"/>
              </a:rPr>
              <a:t>role → sub-role → duty → privilege → entry point, Deny wins; "can user X do Y", "who reaches Y", role comparison, licence assessment</a:t>
            </a:r>
            <a:endParaRPr lang="en-US" dirty="0"/>
          </a:p>
          <a:p>
            <a:pPr indent="-114300" marL="114300">
              <a:spcBef>
                <a:spcPts val="300"/>
              </a:spcBef>
              <a:lnSpc>
                <a:spcPct val="112000"/>
              </a:lnSpc>
              <a:buChar char="•"/>
            </a:pPr>
            <a:r>
              <a:rPr lang="en-US" sz="780" b="1" dirty="0">
                <a:solidFill>
                  <a:srgbClr val="647772"/>
                </a:solidFill>
                <a:latin typeface="Arial"/>
                <a:cs typeface="Arial"/>
              </a:rPr>
              <a:t>Source: </a:t>
            </a:r>
            <a:r>
              <a:rPr lang="en-US" sz="780" dirty="0">
                <a:solidFill>
                  <a:srgbClr val="333333"/>
                </a:solidFill>
                <a:latin typeface="Arial"/>
                <a:cs typeface="Arial"/>
              </a:rPr>
              <a:t>AOT security objects plus a DMF export of the live role assignments</a:t>
            </a:r>
            <a:endParaRPr lang="en-US" dirty="0"/>
          </a:p>
        </p:txBody>
      </p:sp>
      <p:sp>
        <p:nvSpPr>
          <p:cNvPr id="162" name="Rect 163"/>
          <p:cNvSpPr/>
          <p:nvPr/>
        </p:nvSpPr>
        <p:spPr>
          <a:xfrm>
            <a:off x="6163056" y="4069080"/>
            <a:ext cx="5486400" cy="329184"/>
          </a:xfrm>
          <a:prstGeom prst="roundRect">
            <a:avLst>
              <a:gd name="adj" fmla="val 4000"/>
            </a:avLst>
          </a:prstGeom>
          <a:solidFill>
            <a:srgbClr val="647772"/>
          </a:solidFill>
          <a:ln>
            <a:noFill/>
          </a:ln>
        </p:spPr>
      </p:sp>
      <p:sp>
        <p:nvSpPr>
          <p:cNvPr id="163" name="TextBox 164"/>
          <p:cNvSpPr txBox="1"/>
          <p:nvPr/>
        </p:nvSpPr>
        <p:spPr>
          <a:xfrm>
            <a:off x="6163056" y="4069080"/>
            <a:ext cx="548640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Task Recorder · 2 tools</a:t>
            </a:r>
            <a:endParaRPr lang="en-US" dirty="0"/>
          </a:p>
        </p:txBody>
      </p:sp>
      <p:sp>
        <p:nvSpPr>
          <p:cNvPr id="164" name="Rect 165"/>
          <p:cNvSpPr/>
          <p:nvPr/>
        </p:nvSpPr>
        <p:spPr>
          <a:xfrm>
            <a:off x="6163056" y="4398264"/>
            <a:ext cx="5486400" cy="1271016"/>
          </a:xfrm>
          <a:prstGeom prst="rect">
            <a:avLst/>
          </a:prstGeom>
          <a:solidFill>
            <a:srgbClr val="FFFFFF"/>
          </a:solidFill>
          <a:ln w="6350">
            <a:solidFill>
              <a:srgbClr val="647772"/>
            </a:solidFill>
          </a:ln>
        </p:spPr>
      </p:sp>
      <p:sp>
        <p:nvSpPr>
          <p:cNvPr id="165" name="TextBox 166"/>
          <p:cNvSpPr txBox="1"/>
          <p:nvPr/>
        </p:nvSpPr>
        <p:spPr>
          <a:xfrm>
            <a:off x="6208776" y="4434840"/>
            <a:ext cx="5394960" cy="1197864"/>
          </a:xfrm>
          <a:prstGeom prst="rect">
            <a:avLst/>
          </a:prstGeom>
          <a:noFill/>
          <a:ln>
            <a:noFill/>
          </a:ln>
        </p:spPr>
        <p:txBody>
          <a:bodyPr wrap="square" anchor="t" lIns="91440" tIns="45720" rIns="91440" bIns="45720"/>
          <a:lstStyle/>
          <a:p>
            <a:pPr indent="-114300" marL="114300">
              <a:spcBef>
                <a:spcPts val="300"/>
              </a:spcBef>
              <a:lnSpc>
                <a:spcPct val="112000"/>
              </a:lnSpc>
              <a:buChar char="•"/>
            </a:pPr>
            <a:r>
              <a:rPr lang="en-US" sz="780" b="1" dirty="0">
                <a:solidFill>
                  <a:srgbClr val="647772"/>
                </a:solidFill>
                <a:latin typeface="Arial"/>
                <a:cs typeface="Arial"/>
              </a:rPr>
              <a:t>Input: </a:t>
            </a:r>
            <a:r>
              <a:rPr lang="en-US" sz="780" dirty="0">
                <a:solidFill>
                  <a:srgbClr val="333333"/>
                </a:solidFill>
                <a:latin typeface="Arial"/>
                <a:cs typeface="Arial"/>
              </a:rPr>
              <a:t>a task recording (.axtr) from the client, optionally with screenshots</a:t>
            </a:r>
            <a:endParaRPr lang="en-US" dirty="0"/>
          </a:p>
          <a:p>
            <a:pPr indent="-114300" marL="114300">
              <a:spcBef>
                <a:spcPts val="300"/>
              </a:spcBef>
              <a:lnSpc>
                <a:spcPct val="112000"/>
              </a:lnSpc>
              <a:buChar char="•"/>
            </a:pPr>
            <a:r>
              <a:rPr lang="en-US" sz="780" b="1" dirty="0">
                <a:solidFill>
                  <a:srgbClr val="647772"/>
                </a:solidFill>
                <a:latin typeface="Arial"/>
                <a:cs typeface="Arial"/>
              </a:rPr>
              <a:t>Output: </a:t>
            </a:r>
            <a:r>
              <a:rPr lang="en-US" sz="780" dirty="0">
                <a:solidFill>
                  <a:srgbClr val="333333"/>
                </a:solidFill>
                <a:latin typeface="Arial"/>
                <a:cs typeface="Arial"/>
              </a:rPr>
              <a:t>a step list, or a full document enriched from KB and Security — what each step touched and who may perform it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PH 202"/>
          <p:cNvSpPr>
            <a:spLocks noGrp="1"/>
          </p:cNvSpPr>
          <p:nvPr>
            <p:ph type="title"/>
          </p:nvPr>
        </p:nvSpPr>
        <p:spPr/>
        <p:txBody>
          <a:bodyPr/>
          <a:lstStyle/>
          <a:p>
            <a:pPr/>
            <a:r>
              <a:rPr lang="en-US" sz="1800" b="1" dirty="0">
                <a:solidFill>
                  <a:srgbClr val="000000"/>
                </a:solidFill>
                <a:latin typeface="Arial"/>
                <a:cs typeface="Arial"/>
              </a:rPr>
              <a:t>D365 KB and D365 XRef: from a question to verified facts</a:t>
            </a:r>
            <a:endParaRPr lang="en-US" dirty="0"/>
          </a:p>
        </p:txBody>
      </p:sp>
      <p:sp>
        <p:nvSpPr>
          <p:cNvPr id="167" name="TextBox 168"/>
          <p:cNvSpPr txBox="1"/>
          <p:nvPr/>
        </p:nvSpPr>
        <p:spPr>
          <a:xfrm>
            <a:off x="539496" y="1170432"/>
            <a:ext cx="11109960" cy="384048"/>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Tool names follow one grammar across all services, so the assistant (and the reader of a trace) knows what a call returns before it is made.</a:t>
            </a:r>
            <a:endParaRPr lang="en-US" dirty="0"/>
          </a:p>
        </p:txBody>
      </p:sp>
      <p:sp>
        <p:nvSpPr>
          <p:cNvPr id="168" name="TextBox 169"/>
          <p:cNvSpPr txBox="1"/>
          <p:nvPr/>
        </p:nvSpPr>
        <p:spPr>
          <a:xfrm>
            <a:off x="539496" y="1572768"/>
            <a:ext cx="5394960" cy="274320"/>
          </a:xfrm>
          <a:prstGeom prst="rect">
            <a:avLst/>
          </a:prstGeom>
          <a:noFill/>
          <a:ln>
            <a:noFill/>
          </a:ln>
        </p:spPr>
        <p:txBody>
          <a:bodyPr wrap="square" anchor="t" lIns="91440" tIns="45720" rIns="91440" bIns="45720"/>
          <a:lstStyle/>
          <a:p>
            <a:pPr/>
            <a:r>
              <a:rPr lang="en-US" sz="950" b="1" dirty="0">
                <a:solidFill>
                  <a:srgbClr val="6DC1C9"/>
                </a:solidFill>
                <a:latin typeface="Arial"/>
                <a:cs typeface="Arial"/>
              </a:rPr>
              <a:t>The tool grammar</a:t>
            </a:r>
            <a:endParaRPr lang="en-US" dirty="0"/>
          </a:p>
        </p:txBody>
      </p:sp>
      <p:sp>
        <p:nvSpPr>
          <p:cNvPr id="169" name="Rect 170"/>
          <p:cNvSpPr/>
          <p:nvPr/>
        </p:nvSpPr>
        <p:spPr>
          <a:xfrm>
            <a:off x="539496" y="1874520"/>
            <a:ext cx="1737360" cy="329184"/>
          </a:xfrm>
          <a:prstGeom prst="roundRect">
            <a:avLst>
              <a:gd name="adj" fmla="val 3000"/>
            </a:avLst>
          </a:prstGeom>
          <a:solidFill>
            <a:srgbClr val="E0F3F5"/>
          </a:solidFill>
          <a:ln>
            <a:noFill/>
          </a:ln>
        </p:spPr>
      </p:sp>
      <p:sp>
        <p:nvSpPr>
          <p:cNvPr id="170" name="TextBox 171"/>
          <p:cNvSpPr txBox="1"/>
          <p:nvPr/>
        </p:nvSpPr>
        <p:spPr>
          <a:xfrm>
            <a:off x="539496" y="1874520"/>
            <a:ext cx="1737360" cy="329184"/>
          </a:xfrm>
          <a:prstGeom prst="rect">
            <a:avLst/>
          </a:prstGeom>
          <a:noFill/>
          <a:ln>
            <a:noFill/>
          </a:ln>
        </p:spPr>
        <p:txBody>
          <a:bodyPr wrap="square" anchor="ctr" lIns="91440" tIns="45720" rIns="91440" bIns="45720"/>
          <a:lstStyle/>
          <a:p>
            <a:pPr/>
            <a:r>
              <a:rPr lang="en-US" sz="800" b="1" dirty="0">
                <a:solidFill>
                  <a:srgbClr val="6DC1C9"/>
                </a:solidFill>
                <a:latin typeface="Consolas"/>
                <a:cs typeface="Consolas"/>
              </a:rPr>
              <a:t>lookup_*</a:t>
            </a:r>
            <a:endParaRPr lang="en-US" dirty="0"/>
          </a:p>
        </p:txBody>
      </p:sp>
      <p:sp>
        <p:nvSpPr>
          <p:cNvPr id="171" name="TextBox 172"/>
          <p:cNvSpPr txBox="1"/>
          <p:nvPr/>
        </p:nvSpPr>
        <p:spPr>
          <a:xfrm>
            <a:off x="2331720" y="1874520"/>
            <a:ext cx="3611880" cy="329184"/>
          </a:xfrm>
          <a:prstGeom prst="rect">
            <a:avLst/>
          </a:prstGeom>
          <a:noFill/>
          <a:ln>
            <a:noFill/>
          </a:ln>
        </p:spPr>
        <p:txBody>
          <a:bodyPr wrap="square" anchor="ctr" lIns="91440" tIns="45720" rIns="91440" bIns="45720"/>
          <a:lstStyle/>
          <a:p>
            <a:pPr/>
            <a:r>
              <a:rPr lang="en-US" sz="780" dirty="0">
                <a:solidFill>
                  <a:srgbClr val="333333"/>
                </a:solidFill>
                <a:latin typeface="Arial"/>
                <a:cs typeface="Arial"/>
              </a:rPr>
              <a:t>one object in full (table with fields, indexes, relations; form with its control tree)</a:t>
            </a:r>
            <a:endParaRPr lang="en-US" dirty="0"/>
          </a:p>
        </p:txBody>
      </p:sp>
      <p:sp>
        <p:nvSpPr>
          <p:cNvPr id="172" name="Rect 173"/>
          <p:cNvSpPr/>
          <p:nvPr/>
        </p:nvSpPr>
        <p:spPr>
          <a:xfrm>
            <a:off x="539496" y="2258568"/>
            <a:ext cx="1737360" cy="329184"/>
          </a:xfrm>
          <a:prstGeom prst="roundRect">
            <a:avLst>
              <a:gd name="adj" fmla="val 3000"/>
            </a:avLst>
          </a:prstGeom>
          <a:solidFill>
            <a:srgbClr val="FFFFFF"/>
          </a:solidFill>
          <a:ln>
            <a:noFill/>
          </a:ln>
        </p:spPr>
      </p:sp>
      <p:sp>
        <p:nvSpPr>
          <p:cNvPr id="173" name="TextBox 174"/>
          <p:cNvSpPr txBox="1"/>
          <p:nvPr/>
        </p:nvSpPr>
        <p:spPr>
          <a:xfrm>
            <a:off x="539496" y="2258568"/>
            <a:ext cx="1737360" cy="329184"/>
          </a:xfrm>
          <a:prstGeom prst="rect">
            <a:avLst/>
          </a:prstGeom>
          <a:noFill/>
          <a:ln>
            <a:noFill/>
          </a:ln>
        </p:spPr>
        <p:txBody>
          <a:bodyPr wrap="square" anchor="ctr" lIns="91440" tIns="45720" rIns="91440" bIns="45720"/>
          <a:lstStyle/>
          <a:p>
            <a:pPr/>
            <a:r>
              <a:rPr lang="en-US" sz="800" b="1" dirty="0">
                <a:solidFill>
                  <a:srgbClr val="6DC1C9"/>
                </a:solidFill>
                <a:latin typeface="Consolas"/>
                <a:cs typeface="Consolas"/>
              </a:rPr>
              <a:t>get_*</a:t>
            </a:r>
            <a:endParaRPr lang="en-US" dirty="0"/>
          </a:p>
        </p:txBody>
      </p:sp>
      <p:sp>
        <p:nvSpPr>
          <p:cNvPr id="174" name="TextBox 175"/>
          <p:cNvSpPr txBox="1"/>
          <p:nvPr/>
        </p:nvSpPr>
        <p:spPr>
          <a:xfrm>
            <a:off x="2331720" y="2258568"/>
            <a:ext cx="3611880" cy="329184"/>
          </a:xfrm>
          <a:prstGeom prst="rect">
            <a:avLst/>
          </a:prstGeom>
          <a:noFill/>
          <a:ln>
            <a:noFill/>
          </a:ln>
        </p:spPr>
        <p:txBody>
          <a:bodyPr wrap="square" anchor="ctr" lIns="91440" tIns="45720" rIns="91440" bIns="45720"/>
          <a:lstStyle/>
          <a:p>
            <a:pPr/>
            <a:r>
              <a:rPr lang="en-US" sz="780" dirty="0">
                <a:solidFill>
                  <a:srgbClr val="333333"/>
                </a:solidFill>
                <a:latin typeface="Arial"/>
                <a:cs typeface="Arial"/>
              </a:rPr>
              <a:t>one aspect of an object (enum values, join keys, class methods, one method’s source)</a:t>
            </a:r>
            <a:endParaRPr lang="en-US" dirty="0"/>
          </a:p>
        </p:txBody>
      </p:sp>
      <p:sp>
        <p:nvSpPr>
          <p:cNvPr id="175" name="Rect 176"/>
          <p:cNvSpPr/>
          <p:nvPr/>
        </p:nvSpPr>
        <p:spPr>
          <a:xfrm>
            <a:off x="539496" y="2642616"/>
            <a:ext cx="1737360" cy="329184"/>
          </a:xfrm>
          <a:prstGeom prst="roundRect">
            <a:avLst>
              <a:gd name="adj" fmla="val 3000"/>
            </a:avLst>
          </a:prstGeom>
          <a:solidFill>
            <a:srgbClr val="E0F3F5"/>
          </a:solidFill>
          <a:ln>
            <a:noFill/>
          </a:ln>
        </p:spPr>
      </p:sp>
      <p:sp>
        <p:nvSpPr>
          <p:cNvPr id="176" name="TextBox 177"/>
          <p:cNvSpPr txBox="1"/>
          <p:nvPr/>
        </p:nvSpPr>
        <p:spPr>
          <a:xfrm>
            <a:off x="539496" y="2642616"/>
            <a:ext cx="1737360" cy="329184"/>
          </a:xfrm>
          <a:prstGeom prst="rect">
            <a:avLst/>
          </a:prstGeom>
          <a:noFill/>
          <a:ln>
            <a:noFill/>
          </a:ln>
        </p:spPr>
        <p:txBody>
          <a:bodyPr wrap="square" anchor="ctr" lIns="91440" tIns="45720" rIns="91440" bIns="45720"/>
          <a:lstStyle/>
          <a:p>
            <a:pPr/>
            <a:r>
              <a:rPr lang="en-US" sz="800" b="1" dirty="0">
                <a:solidFill>
                  <a:srgbClr val="6DC1C9"/>
                </a:solidFill>
                <a:latin typeface="Consolas"/>
                <a:cs typeface="Consolas"/>
              </a:rPr>
              <a:t>find_* / list_*</a:t>
            </a:r>
            <a:endParaRPr lang="en-US" dirty="0"/>
          </a:p>
        </p:txBody>
      </p:sp>
      <p:sp>
        <p:nvSpPr>
          <p:cNvPr id="177" name="TextBox 178"/>
          <p:cNvSpPr txBox="1"/>
          <p:nvPr/>
        </p:nvSpPr>
        <p:spPr>
          <a:xfrm>
            <a:off x="2331720" y="2642616"/>
            <a:ext cx="3611880" cy="329184"/>
          </a:xfrm>
          <a:prstGeom prst="rect">
            <a:avLst/>
          </a:prstGeom>
          <a:noFill/>
          <a:ln>
            <a:noFill/>
          </a:ln>
        </p:spPr>
        <p:txBody>
          <a:bodyPr wrap="square" anchor="ctr" lIns="91440" tIns="45720" rIns="91440" bIns="45720"/>
          <a:lstStyle/>
          <a:p>
            <a:pPr/>
            <a:r>
              <a:rPr lang="en-US" sz="780" dirty="0">
                <a:solidFill>
                  <a:srgbClr val="333333"/>
                </a:solidFill>
                <a:latin typeface="Arial"/>
                <a:cs typeface="Arial"/>
              </a:rPr>
              <a:t>a list, always with a limit and a cursor to continue</a:t>
            </a:r>
            <a:endParaRPr lang="en-US" dirty="0"/>
          </a:p>
        </p:txBody>
      </p:sp>
      <p:sp>
        <p:nvSpPr>
          <p:cNvPr id="178" name="Rect 179"/>
          <p:cNvSpPr/>
          <p:nvPr/>
        </p:nvSpPr>
        <p:spPr>
          <a:xfrm>
            <a:off x="539496" y="3026664"/>
            <a:ext cx="1737360" cy="329184"/>
          </a:xfrm>
          <a:prstGeom prst="roundRect">
            <a:avLst>
              <a:gd name="adj" fmla="val 3000"/>
            </a:avLst>
          </a:prstGeom>
          <a:solidFill>
            <a:srgbClr val="FFFFFF"/>
          </a:solidFill>
          <a:ln>
            <a:noFill/>
          </a:ln>
        </p:spPr>
      </p:sp>
      <p:sp>
        <p:nvSpPr>
          <p:cNvPr id="179" name="TextBox 180"/>
          <p:cNvSpPr txBox="1"/>
          <p:nvPr/>
        </p:nvSpPr>
        <p:spPr>
          <a:xfrm>
            <a:off x="539496" y="3026664"/>
            <a:ext cx="1737360" cy="329184"/>
          </a:xfrm>
          <a:prstGeom prst="rect">
            <a:avLst/>
          </a:prstGeom>
          <a:noFill/>
          <a:ln>
            <a:noFill/>
          </a:ln>
        </p:spPr>
        <p:txBody>
          <a:bodyPr wrap="square" anchor="ctr" lIns="91440" tIns="45720" rIns="91440" bIns="45720"/>
          <a:lstStyle/>
          <a:p>
            <a:pPr/>
            <a:r>
              <a:rPr lang="en-US" sz="800" b="1" dirty="0">
                <a:solidFill>
                  <a:srgbClr val="6DC1C9"/>
                </a:solidFill>
                <a:latin typeface="Consolas"/>
                <a:cs typeface="Consolas"/>
              </a:rPr>
              <a:t>check_* / preflight</a:t>
            </a:r>
            <a:endParaRPr lang="en-US" dirty="0"/>
          </a:p>
        </p:txBody>
      </p:sp>
      <p:sp>
        <p:nvSpPr>
          <p:cNvPr id="180" name="TextBox 181"/>
          <p:cNvSpPr txBox="1"/>
          <p:nvPr/>
        </p:nvSpPr>
        <p:spPr>
          <a:xfrm>
            <a:off x="2331720" y="3026664"/>
            <a:ext cx="3611880" cy="329184"/>
          </a:xfrm>
          <a:prstGeom prst="rect">
            <a:avLst/>
          </a:prstGeom>
          <a:noFill/>
          <a:ln>
            <a:noFill/>
          </a:ln>
        </p:spPr>
        <p:txBody>
          <a:bodyPr wrap="square" anchor="ctr" lIns="91440" tIns="45720" rIns="91440" bIns="45720"/>
          <a:lstStyle/>
          <a:p>
            <a:pPr/>
            <a:r>
              <a:rPr lang="en-US" sz="780" dirty="0">
                <a:solidFill>
                  <a:srgbClr val="333333"/>
                </a:solidFill>
                <a:latin typeface="Arial"/>
                <a:cs typeface="Arial"/>
              </a:rPr>
              <a:t>boolean answers in batches — does it exist, what does the method take, who already extends it</a:t>
            </a:r>
            <a:endParaRPr lang="en-US" dirty="0"/>
          </a:p>
        </p:txBody>
      </p:sp>
      <p:sp>
        <p:nvSpPr>
          <p:cNvPr id="181" name="Rect 182"/>
          <p:cNvSpPr/>
          <p:nvPr/>
        </p:nvSpPr>
        <p:spPr>
          <a:xfrm>
            <a:off x="539496" y="3410712"/>
            <a:ext cx="1737360" cy="329184"/>
          </a:xfrm>
          <a:prstGeom prst="roundRect">
            <a:avLst>
              <a:gd name="adj" fmla="val 3000"/>
            </a:avLst>
          </a:prstGeom>
          <a:solidFill>
            <a:srgbClr val="E0F3F5"/>
          </a:solidFill>
          <a:ln>
            <a:noFill/>
          </a:ln>
        </p:spPr>
      </p:sp>
      <p:sp>
        <p:nvSpPr>
          <p:cNvPr id="182" name="TextBox 183"/>
          <p:cNvSpPr txBox="1"/>
          <p:nvPr/>
        </p:nvSpPr>
        <p:spPr>
          <a:xfrm>
            <a:off x="539496" y="3410712"/>
            <a:ext cx="1737360" cy="329184"/>
          </a:xfrm>
          <a:prstGeom prst="rect">
            <a:avLst/>
          </a:prstGeom>
          <a:noFill/>
          <a:ln>
            <a:noFill/>
          </a:ln>
        </p:spPr>
        <p:txBody>
          <a:bodyPr wrap="square" anchor="ctr" lIns="91440" tIns="45720" rIns="91440" bIns="45720"/>
          <a:lstStyle/>
          <a:p>
            <a:pPr/>
            <a:r>
              <a:rPr lang="en-US" sz="800" b="1" dirty="0">
                <a:solidFill>
                  <a:srgbClr val="6DC1C9"/>
                </a:solidFill>
                <a:latin typeface="Consolas"/>
                <a:cs typeface="Consolas"/>
              </a:rPr>
              <a:t>search / resolve_*</a:t>
            </a:r>
            <a:endParaRPr lang="en-US" dirty="0"/>
          </a:p>
        </p:txBody>
      </p:sp>
      <p:sp>
        <p:nvSpPr>
          <p:cNvPr id="183" name="TextBox 184"/>
          <p:cNvSpPr txBox="1"/>
          <p:nvPr/>
        </p:nvSpPr>
        <p:spPr>
          <a:xfrm>
            <a:off x="2331720" y="3410712"/>
            <a:ext cx="3611880" cy="329184"/>
          </a:xfrm>
          <a:prstGeom prst="rect">
            <a:avLst/>
          </a:prstGeom>
          <a:noFill/>
          <a:ln>
            <a:noFill/>
          </a:ln>
        </p:spPr>
        <p:txBody>
          <a:bodyPr wrap="square" anchor="ctr" lIns="91440" tIns="45720" rIns="91440" bIns="45720"/>
          <a:lstStyle/>
          <a:p>
            <a:pPr/>
            <a:r>
              <a:rPr lang="en-US" sz="780" dirty="0">
                <a:solidFill>
                  <a:srgbClr val="333333"/>
                </a:solidFill>
                <a:latin typeface="Arial"/>
                <a:cs typeface="Arial"/>
              </a:rPr>
              <a:t>ranked text search across objects and label texts; id → text</a:t>
            </a:r>
            <a:endParaRPr lang="en-US" dirty="0"/>
          </a:p>
        </p:txBody>
      </p:sp>
      <p:sp>
        <p:nvSpPr>
          <p:cNvPr id="184" name="Rect 185"/>
          <p:cNvSpPr/>
          <p:nvPr/>
        </p:nvSpPr>
        <p:spPr>
          <a:xfrm>
            <a:off x="539496" y="3794760"/>
            <a:ext cx="1737360" cy="329184"/>
          </a:xfrm>
          <a:prstGeom prst="roundRect">
            <a:avLst>
              <a:gd name="adj" fmla="val 3000"/>
            </a:avLst>
          </a:prstGeom>
          <a:solidFill>
            <a:srgbClr val="FFFFFF"/>
          </a:solidFill>
          <a:ln>
            <a:noFill/>
          </a:ln>
        </p:spPr>
      </p:sp>
      <p:sp>
        <p:nvSpPr>
          <p:cNvPr id="185" name="TextBox 186"/>
          <p:cNvSpPr txBox="1"/>
          <p:nvPr/>
        </p:nvSpPr>
        <p:spPr>
          <a:xfrm>
            <a:off x="539496" y="3794760"/>
            <a:ext cx="1737360" cy="329184"/>
          </a:xfrm>
          <a:prstGeom prst="rect">
            <a:avLst/>
          </a:prstGeom>
          <a:noFill/>
          <a:ln>
            <a:noFill/>
          </a:ln>
        </p:spPr>
        <p:txBody>
          <a:bodyPr wrap="square" anchor="ctr" lIns="91440" tIns="45720" rIns="91440" bIns="45720"/>
          <a:lstStyle/>
          <a:p>
            <a:pPr/>
            <a:r>
              <a:rPr lang="en-US" sz="800" b="1" dirty="0">
                <a:solidFill>
                  <a:srgbClr val="6DC1C9"/>
                </a:solidFill>
                <a:latin typeface="Consolas"/>
                <a:cs typeface="Consolas"/>
              </a:rPr>
              <a:t>isv_* / effective_schema</a:t>
            </a:r>
            <a:endParaRPr lang="en-US" dirty="0"/>
          </a:p>
        </p:txBody>
      </p:sp>
      <p:sp>
        <p:nvSpPr>
          <p:cNvPr id="186" name="TextBox 187"/>
          <p:cNvSpPr txBox="1"/>
          <p:nvPr/>
        </p:nvSpPr>
        <p:spPr>
          <a:xfrm>
            <a:off x="2331720" y="3794760"/>
            <a:ext cx="3611880" cy="329184"/>
          </a:xfrm>
          <a:prstGeom prst="rect">
            <a:avLst/>
          </a:prstGeom>
          <a:noFill/>
          <a:ln>
            <a:noFill/>
          </a:ln>
        </p:spPr>
        <p:txBody>
          <a:bodyPr wrap="square" anchor="ctr" lIns="91440" tIns="45720" rIns="91440" bIns="45720"/>
          <a:lstStyle/>
          <a:p>
            <a:pPr/>
            <a:r>
              <a:rPr lang="en-US" sz="780" dirty="0">
                <a:solidFill>
                  <a:srgbClr val="333333"/>
                </a:solidFill>
                <a:latin typeface="Arial"/>
                <a:cs typeface="Arial"/>
              </a:rPr>
              <a:t>what a sealed vendor model declares; the base table merged with every extension</a:t>
            </a:r>
            <a:endParaRPr lang="en-US" dirty="0"/>
          </a:p>
        </p:txBody>
      </p:sp>
      <p:sp>
        <p:nvSpPr>
          <p:cNvPr id="187" name="TextBox 188"/>
          <p:cNvSpPr txBox="1"/>
          <p:nvPr/>
        </p:nvSpPr>
        <p:spPr>
          <a:xfrm>
            <a:off x="6254496" y="1572768"/>
            <a:ext cx="5394960" cy="274320"/>
          </a:xfrm>
          <a:prstGeom prst="rect">
            <a:avLst/>
          </a:prstGeom>
          <a:noFill/>
          <a:ln>
            <a:noFill/>
          </a:ln>
        </p:spPr>
        <p:txBody>
          <a:bodyPr wrap="square" anchor="t" lIns="91440" tIns="45720" rIns="91440" bIns="45720"/>
          <a:lstStyle/>
          <a:p>
            <a:pPr/>
            <a:r>
              <a:rPr lang="en-US" sz="950" b="1" dirty="0">
                <a:solidFill>
                  <a:srgbClr val="AD9B68"/>
                </a:solidFill>
                <a:latin typeface="Arial"/>
                <a:cs typeface="Arial"/>
              </a:rPr>
              <a:t>What every answer carries</a:t>
            </a:r>
            <a:endParaRPr lang="en-US" dirty="0"/>
          </a:p>
        </p:txBody>
      </p:sp>
      <p:sp>
        <p:nvSpPr>
          <p:cNvPr id="188" name="Rect 189"/>
          <p:cNvSpPr/>
          <p:nvPr/>
        </p:nvSpPr>
        <p:spPr>
          <a:xfrm>
            <a:off x="6254496" y="1874520"/>
            <a:ext cx="5394960" cy="2286000"/>
          </a:xfrm>
          <a:prstGeom prst="roundRect">
            <a:avLst>
              <a:gd name="adj" fmla="val 4000"/>
            </a:avLst>
          </a:prstGeom>
          <a:solidFill>
            <a:srgbClr val="F5F5F5"/>
          </a:solidFill>
          <a:ln>
            <a:noFill/>
          </a:ln>
        </p:spPr>
      </p:sp>
      <p:sp>
        <p:nvSpPr>
          <p:cNvPr id="189" name="TextBox 190"/>
          <p:cNvSpPr txBox="1"/>
          <p:nvPr/>
        </p:nvSpPr>
        <p:spPr>
          <a:xfrm>
            <a:off x="6345936" y="1920240"/>
            <a:ext cx="5212080" cy="2194560"/>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20" b="1" dirty="0">
                <a:solidFill>
                  <a:srgbClr val="AD9B68"/>
                </a:solidFill>
                <a:latin typeface="Arial"/>
                <a:cs typeface="Arial"/>
              </a:rPr>
              <a:t>A heading and the snapshot date. </a:t>
            </a:r>
            <a:r>
              <a:rPr lang="en-US" sz="820" dirty="0">
                <a:solidFill>
                  <a:srgbClr val="333333"/>
                </a:solidFill>
                <a:latin typeface="Arial"/>
                <a:cs typeface="Arial"/>
              </a:rPr>
              <a:t>"KB snapshot: 2026-09-01" on the line after the title — the reader knows how old the facts are.</a:t>
            </a:r>
            <a:endParaRPr lang="en-US" dirty="0"/>
          </a:p>
          <a:p>
            <a:pPr indent="-114300" marL="114300">
              <a:spcBef>
                <a:spcPts val="350"/>
              </a:spcBef>
              <a:lnSpc>
                <a:spcPct val="112000"/>
              </a:lnSpc>
              <a:buChar char="•"/>
            </a:pPr>
            <a:r>
              <a:rPr lang="en-US" sz="820" b="1" dirty="0">
                <a:solidFill>
                  <a:srgbClr val="AD9B68"/>
                </a:solidFill>
                <a:latin typeface="Arial"/>
                <a:cs typeface="Arial"/>
              </a:rPr>
              <a:t>Coverage lines. </a:t>
            </a:r>
            <a:r>
              <a:rPr lang="en-US" sz="820" dirty="0">
                <a:solidFill>
                  <a:srgbClr val="333333"/>
                </a:solidFill>
                <a:latin typeface="Arial"/>
                <a:cs typeface="Arial"/>
              </a:rPr>
              <a:t>What the response does NOT cover: fields cut by a limit, ISV models not scanned, a partial build after a delta.</a:t>
            </a:r>
            <a:endParaRPr lang="en-US" dirty="0"/>
          </a:p>
          <a:p>
            <a:pPr indent="-114300" marL="114300">
              <a:spcBef>
                <a:spcPts val="350"/>
              </a:spcBef>
              <a:lnSpc>
                <a:spcPct val="112000"/>
              </a:lnSpc>
              <a:buChar char="•"/>
            </a:pPr>
            <a:r>
              <a:rPr lang="en-US" sz="820" b="1" dirty="0">
                <a:solidFill>
                  <a:srgbClr val="AD9B68"/>
                </a:solidFill>
                <a:latin typeface="Arial"/>
                <a:cs typeface="Arial"/>
              </a:rPr>
              <a:t>Typed data and a text view. </a:t>
            </a:r>
            <a:r>
              <a:rPr lang="en-US" sz="820" dirty="0">
                <a:solidFill>
                  <a:srgbClr val="333333"/>
                </a:solidFill>
                <a:latin typeface="Arial"/>
                <a:cs typeface="Arial"/>
              </a:rPr>
              <a:t>The same payload as JSON for the client and as a compact table for a human; the smaller text encoding is chosen per response.</a:t>
            </a:r>
            <a:endParaRPr lang="en-US" dirty="0"/>
          </a:p>
          <a:p>
            <a:pPr indent="-114300" marL="114300">
              <a:spcBef>
                <a:spcPts val="350"/>
              </a:spcBef>
              <a:lnSpc>
                <a:spcPct val="112000"/>
              </a:lnSpc>
              <a:buChar char="•"/>
            </a:pPr>
            <a:r>
              <a:rPr lang="en-US" sz="820" b="1" dirty="0">
                <a:solidFill>
                  <a:srgbClr val="AD9B68"/>
                </a:solidFill>
                <a:latin typeface="Arial"/>
                <a:cs typeface="Arial"/>
              </a:rPr>
              <a:t>Labels resolved. </a:t>
            </a:r>
            <a:r>
              <a:rPr lang="en-US" sz="820" dirty="0">
                <a:solidFill>
                  <a:srgbClr val="333333"/>
                </a:solidFill>
                <a:latin typeface="Arial"/>
                <a:cs typeface="Arial"/>
              </a:rPr>
              <a:t>No raw @SYS12345 ids leak; label text is resolved in the requested language.</a:t>
            </a:r>
            <a:endParaRPr lang="en-US" dirty="0"/>
          </a:p>
          <a:p>
            <a:pPr indent="-114300" marL="114300">
              <a:spcBef>
                <a:spcPts val="350"/>
              </a:spcBef>
              <a:lnSpc>
                <a:spcPct val="112000"/>
              </a:lnSpc>
              <a:buChar char="•"/>
            </a:pPr>
            <a:r>
              <a:rPr lang="en-US" sz="820" b="1" dirty="0">
                <a:solidFill>
                  <a:srgbClr val="AD9B68"/>
                </a:solidFill>
                <a:latin typeface="Arial"/>
                <a:cs typeface="Arial"/>
              </a:rPr>
              <a:t>Not-found with suggestions. </a:t>
            </a:r>
            <a:r>
              <a:rPr lang="en-US" sz="820" dirty="0">
                <a:solidFill>
                  <a:srgbClr val="333333"/>
                </a:solidFill>
                <a:latin typeface="Arial"/>
                <a:cs typeface="Arial"/>
              </a:rPr>
              <a:t>A miss returns near-miss names instead of an empty page, so the next call is the right one.</a:t>
            </a:r>
            <a:endParaRPr lang="en-US" dirty="0"/>
          </a:p>
        </p:txBody>
      </p:sp>
      <p:sp>
        <p:nvSpPr>
          <p:cNvPr id="190" name="TextBox 191"/>
          <p:cNvSpPr txBox="1"/>
          <p:nvPr/>
        </p:nvSpPr>
        <p:spPr>
          <a:xfrm>
            <a:off x="539496" y="4389120"/>
            <a:ext cx="11109960" cy="274320"/>
          </a:xfrm>
          <a:prstGeom prst="rect">
            <a:avLst/>
          </a:prstGeom>
          <a:noFill/>
          <a:ln>
            <a:noFill/>
          </a:ln>
        </p:spPr>
        <p:txBody>
          <a:bodyPr wrap="square" anchor="t" lIns="91440" tIns="45720" rIns="91440" bIns="45720"/>
          <a:lstStyle/>
          <a:p>
            <a:pPr/>
            <a:r>
              <a:rPr lang="en-US" sz="950" b="1" dirty="0">
                <a:solidFill>
                  <a:srgbClr val="813341"/>
                </a:solidFill>
                <a:latin typeface="Arial"/>
                <a:cs typeface="Arial"/>
              </a:rPr>
              <a:t>A typical investigation, in calls</a:t>
            </a:r>
            <a:endParaRPr lang="en-US" dirty="0"/>
          </a:p>
        </p:txBody>
      </p:sp>
      <p:sp>
        <p:nvSpPr>
          <p:cNvPr id="191" name="Chevron 192"/>
          <p:cNvSpPr/>
          <p:nvPr/>
        </p:nvSpPr>
        <p:spPr>
          <a:xfrm>
            <a:off x="539496" y="4709160"/>
            <a:ext cx="2240280" cy="566928"/>
          </a:xfrm>
          <a:prstGeom prst="homePlate">
            <a:avLst>
              <a:gd name="adj" fmla="val 30000"/>
            </a:avLst>
          </a:prstGeom>
          <a:solidFill>
            <a:srgbClr val="6DC1C9"/>
          </a:solidFill>
          <a:ln>
            <a:noFill/>
          </a:ln>
        </p:spPr>
      </p:sp>
      <p:sp>
        <p:nvSpPr>
          <p:cNvPr id="192" name="TextBox 193"/>
          <p:cNvSpPr txBox="1"/>
          <p:nvPr/>
        </p:nvSpPr>
        <p:spPr>
          <a:xfrm>
            <a:off x="585216" y="4709160"/>
            <a:ext cx="2011680" cy="566928"/>
          </a:xfrm>
          <a:prstGeom prst="rect">
            <a:avLst/>
          </a:prstGeom>
          <a:noFill/>
          <a:ln>
            <a:noFill/>
          </a:ln>
        </p:spPr>
        <p:txBody>
          <a:bodyPr wrap="square" anchor="ctr" lIns="45720" tIns="45720" rIns="45720" bIns="45720"/>
          <a:lstStyle/>
          <a:p>
            <a:pPr algn="ctr"/>
            <a:r>
              <a:rPr lang="en-US" sz="850" b="1" dirty="0">
                <a:solidFill>
                  <a:srgbClr val="FFFFFF"/>
                </a:solidFill>
                <a:latin typeface="Arial"/>
                <a:cs typeface="Arial"/>
              </a:rPr>
              <a:t>xref_check_exists</a:t>
            </a:r>
            <a:endParaRPr lang="en-US" dirty="0"/>
          </a:p>
          <a:p>
            <a:pPr algn="ctr"/>
            <a:r>
              <a:rPr lang="en-US" sz="700" dirty="0">
                <a:solidFill>
                  <a:srgbClr val="FFFFFF"/>
                </a:solidFill>
                <a:latin typeface="Arial"/>
                <a:cs typeface="Arial"/>
              </a:rPr>
              <a:t>the names in the question are real</a:t>
            </a:r>
            <a:endParaRPr lang="en-US" dirty="0"/>
          </a:p>
        </p:txBody>
      </p:sp>
      <p:sp>
        <p:nvSpPr>
          <p:cNvPr id="193" name="Chevron 194"/>
          <p:cNvSpPr/>
          <p:nvPr/>
        </p:nvSpPr>
        <p:spPr>
          <a:xfrm>
            <a:off x="2788920" y="4709160"/>
            <a:ext cx="2240280" cy="566928"/>
          </a:xfrm>
          <a:prstGeom prst="homePlate">
            <a:avLst>
              <a:gd name="adj" fmla="val 30000"/>
            </a:avLst>
          </a:prstGeom>
          <a:solidFill>
            <a:srgbClr val="6DC1C9"/>
          </a:solidFill>
          <a:ln>
            <a:noFill/>
          </a:ln>
        </p:spPr>
      </p:sp>
      <p:sp>
        <p:nvSpPr>
          <p:cNvPr id="194" name="TextBox 195"/>
          <p:cNvSpPr txBox="1"/>
          <p:nvPr/>
        </p:nvSpPr>
        <p:spPr>
          <a:xfrm>
            <a:off x="2834640" y="4709160"/>
            <a:ext cx="2011680" cy="566928"/>
          </a:xfrm>
          <a:prstGeom prst="rect">
            <a:avLst/>
          </a:prstGeom>
          <a:noFill/>
          <a:ln>
            <a:noFill/>
          </a:ln>
        </p:spPr>
        <p:txBody>
          <a:bodyPr wrap="square" anchor="ctr" lIns="45720" tIns="45720" rIns="45720" bIns="45720"/>
          <a:lstStyle/>
          <a:p>
            <a:pPr algn="ctr"/>
            <a:r>
              <a:rPr lang="en-US" sz="850" b="1" dirty="0">
                <a:solidFill>
                  <a:srgbClr val="FFFFFF"/>
                </a:solidFill>
                <a:latin typeface="Arial"/>
                <a:cs typeface="Arial"/>
              </a:rPr>
              <a:t>d365_lookup_table</a:t>
            </a:r>
            <a:endParaRPr lang="en-US" dirty="0"/>
          </a:p>
          <a:p>
            <a:pPr algn="ctr"/>
            <a:r>
              <a:rPr lang="en-US" sz="700" dirty="0">
                <a:solidFill>
                  <a:srgbClr val="FFFFFF"/>
                </a:solidFill>
                <a:latin typeface="Arial"/>
                <a:cs typeface="Arial"/>
              </a:rPr>
              <a:t>fields, relations, extensions</a:t>
            </a:r>
            <a:endParaRPr lang="en-US" dirty="0"/>
          </a:p>
        </p:txBody>
      </p:sp>
      <p:sp>
        <p:nvSpPr>
          <p:cNvPr id="195" name="Chevron 196"/>
          <p:cNvSpPr/>
          <p:nvPr/>
        </p:nvSpPr>
        <p:spPr>
          <a:xfrm>
            <a:off x="5038344" y="4709160"/>
            <a:ext cx="2240280" cy="566928"/>
          </a:xfrm>
          <a:prstGeom prst="homePlate">
            <a:avLst>
              <a:gd name="adj" fmla="val 30000"/>
            </a:avLst>
          </a:prstGeom>
          <a:solidFill>
            <a:srgbClr val="AD9B68"/>
          </a:solidFill>
          <a:ln>
            <a:noFill/>
          </a:ln>
        </p:spPr>
      </p:sp>
      <p:sp>
        <p:nvSpPr>
          <p:cNvPr id="196" name="TextBox 197"/>
          <p:cNvSpPr txBox="1"/>
          <p:nvPr/>
        </p:nvSpPr>
        <p:spPr>
          <a:xfrm>
            <a:off x="5084064" y="4709160"/>
            <a:ext cx="2011680" cy="566928"/>
          </a:xfrm>
          <a:prstGeom prst="rect">
            <a:avLst/>
          </a:prstGeom>
          <a:noFill/>
          <a:ln>
            <a:noFill/>
          </a:ln>
        </p:spPr>
        <p:txBody>
          <a:bodyPr wrap="square" anchor="ctr" lIns="45720" tIns="45720" rIns="45720" bIns="45720"/>
          <a:lstStyle/>
          <a:p>
            <a:pPr algn="ctr"/>
            <a:r>
              <a:rPr lang="en-US" sz="850" b="1" dirty="0">
                <a:solidFill>
                  <a:srgbClr val="FFFFFF"/>
                </a:solidFill>
                <a:latin typeface="Arial"/>
                <a:cs typeface="Arial"/>
              </a:rPr>
              <a:t>xref_find_references</a:t>
            </a:r>
            <a:endParaRPr lang="en-US" dirty="0"/>
          </a:p>
          <a:p>
            <a:pPr algn="ctr"/>
            <a:r>
              <a:rPr lang="en-US" sz="700" dirty="0">
                <a:solidFill>
                  <a:srgbClr val="FFFFFF"/>
                </a:solidFill>
                <a:latin typeface="Arial"/>
                <a:cs typeface="Arial"/>
              </a:rPr>
              <a:t>who reads and writes it</a:t>
            </a:r>
            <a:endParaRPr lang="en-US" dirty="0"/>
          </a:p>
        </p:txBody>
      </p:sp>
      <p:sp>
        <p:nvSpPr>
          <p:cNvPr id="197" name="Chevron 198"/>
          <p:cNvSpPr/>
          <p:nvPr/>
        </p:nvSpPr>
        <p:spPr>
          <a:xfrm>
            <a:off x="7287768" y="4709160"/>
            <a:ext cx="2240280" cy="566928"/>
          </a:xfrm>
          <a:prstGeom prst="homePlate">
            <a:avLst>
              <a:gd name="adj" fmla="val 30000"/>
            </a:avLst>
          </a:prstGeom>
          <a:solidFill>
            <a:srgbClr val="813341"/>
          </a:solidFill>
          <a:ln>
            <a:noFill/>
          </a:ln>
        </p:spPr>
      </p:sp>
      <p:sp>
        <p:nvSpPr>
          <p:cNvPr id="198" name="TextBox 199"/>
          <p:cNvSpPr txBox="1"/>
          <p:nvPr/>
        </p:nvSpPr>
        <p:spPr>
          <a:xfrm>
            <a:off x="7333488" y="4709160"/>
            <a:ext cx="2011680" cy="566928"/>
          </a:xfrm>
          <a:prstGeom prst="rect">
            <a:avLst/>
          </a:prstGeom>
          <a:noFill/>
          <a:ln>
            <a:noFill/>
          </a:ln>
        </p:spPr>
        <p:txBody>
          <a:bodyPr wrap="square" anchor="ctr" lIns="45720" tIns="45720" rIns="45720" bIns="45720"/>
          <a:lstStyle/>
          <a:p>
            <a:pPr algn="ctr"/>
            <a:r>
              <a:rPr lang="en-US" sz="850" b="1" dirty="0">
                <a:solidFill>
                  <a:srgbClr val="FFFFFF"/>
                </a:solidFill>
                <a:latin typeface="Arial"/>
                <a:cs typeface="Arial"/>
              </a:rPr>
              <a:t>labels_where_used</a:t>
            </a:r>
            <a:endParaRPr lang="en-US" dirty="0"/>
          </a:p>
          <a:p>
            <a:pPr algn="ctr"/>
            <a:r>
              <a:rPr lang="en-US" sz="700" dirty="0">
                <a:solidFill>
                  <a:srgbClr val="FFFFFF"/>
                </a:solidFill>
                <a:latin typeface="Arial"/>
                <a:cs typeface="Arial"/>
              </a:rPr>
              <a:t>the UI text points to the form</a:t>
            </a:r>
            <a:endParaRPr lang="en-US" dirty="0"/>
          </a:p>
        </p:txBody>
      </p:sp>
      <p:sp>
        <p:nvSpPr>
          <p:cNvPr id="199" name="Chevron 200"/>
          <p:cNvSpPr/>
          <p:nvPr/>
        </p:nvSpPr>
        <p:spPr>
          <a:xfrm>
            <a:off x="9537192" y="4709160"/>
            <a:ext cx="2112264" cy="566928"/>
          </a:xfrm>
          <a:prstGeom prst="homePlate">
            <a:avLst>
              <a:gd name="adj" fmla="val 30000"/>
            </a:avLst>
          </a:prstGeom>
          <a:solidFill>
            <a:srgbClr val="647772"/>
          </a:solidFill>
          <a:ln>
            <a:noFill/>
          </a:ln>
        </p:spPr>
      </p:sp>
      <p:sp>
        <p:nvSpPr>
          <p:cNvPr id="200" name="TextBox 201"/>
          <p:cNvSpPr txBox="1"/>
          <p:nvPr/>
        </p:nvSpPr>
        <p:spPr>
          <a:xfrm>
            <a:off x="9582912" y="4709160"/>
            <a:ext cx="1883664" cy="566928"/>
          </a:xfrm>
          <a:prstGeom prst="rect">
            <a:avLst/>
          </a:prstGeom>
          <a:noFill/>
          <a:ln>
            <a:noFill/>
          </a:ln>
        </p:spPr>
        <p:txBody>
          <a:bodyPr wrap="square" anchor="ctr" lIns="45720" tIns="45720" rIns="45720" bIns="45720"/>
          <a:lstStyle/>
          <a:p>
            <a:pPr algn="ctr"/>
            <a:r>
              <a:rPr lang="en-US" sz="850" b="1" dirty="0">
                <a:solidFill>
                  <a:srgbClr val="FFFFFF"/>
                </a:solidFill>
                <a:latin typeface="Arial"/>
                <a:cs typeface="Arial"/>
              </a:rPr>
              <a:t>sec_object_access</a:t>
            </a:r>
            <a:endParaRPr lang="en-US" dirty="0"/>
          </a:p>
          <a:p>
            <a:pPr algn="ctr"/>
            <a:r>
              <a:rPr lang="en-US" sz="700" dirty="0">
                <a:solidFill>
                  <a:srgbClr val="FFFFFF"/>
                </a:solidFill>
                <a:latin typeface="Arial"/>
                <a:cs typeface="Arial"/>
              </a:rPr>
              <a:t>who may reach it</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PH 218"/>
          <p:cNvSpPr>
            <a:spLocks noGrp="1"/>
          </p:cNvSpPr>
          <p:nvPr>
            <p:ph type="title"/>
          </p:nvPr>
        </p:nvSpPr>
        <p:spPr/>
        <p:txBody>
          <a:bodyPr/>
          <a:lstStyle/>
          <a:p>
            <a:pPr/>
            <a:r>
              <a:rPr lang="en-US" sz="1800" b="1" dirty="0">
                <a:solidFill>
                  <a:srgbClr val="000000"/>
                </a:solidFill>
                <a:latin typeface="Arial"/>
                <a:cs typeface="Arial"/>
              </a:rPr>
              <a:t>Skills: the method that turns tools into good answers</a:t>
            </a:r>
            <a:endParaRPr lang="en-US" dirty="0"/>
          </a:p>
        </p:txBody>
      </p:sp>
      <p:sp>
        <p:nvSpPr>
          <p:cNvPr id="202" name="TextBox 203"/>
          <p:cNvSpPr txBox="1"/>
          <p:nvPr/>
        </p:nvSpPr>
        <p:spPr>
          <a:xfrm>
            <a:off x="539496" y="1170432"/>
            <a:ext cx="11109960" cy="384048"/>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The tools provide facts. The Claude Code plugin (20 commands, 8 skills) provides the working method — the same discipline a senior developer applies, written down once and loaded per task.</a:t>
            </a:r>
            <a:endParaRPr lang="en-US" dirty="0"/>
          </a:p>
        </p:txBody>
      </p:sp>
      <p:sp>
        <p:nvSpPr>
          <p:cNvPr id="203" name="Rect 204"/>
          <p:cNvSpPr/>
          <p:nvPr/>
        </p:nvSpPr>
        <p:spPr>
          <a:xfrm>
            <a:off x="539496" y="1572768"/>
            <a:ext cx="3611880" cy="329184"/>
          </a:xfrm>
          <a:prstGeom prst="roundRect">
            <a:avLst>
              <a:gd name="adj" fmla="val 4000"/>
            </a:avLst>
          </a:prstGeom>
          <a:solidFill>
            <a:srgbClr val="6DC1C9"/>
          </a:solidFill>
          <a:ln>
            <a:noFill/>
          </a:ln>
        </p:spPr>
      </p:sp>
      <p:sp>
        <p:nvSpPr>
          <p:cNvPr id="204" name="TextBox 205"/>
          <p:cNvSpPr txBox="1"/>
          <p:nvPr/>
        </p:nvSpPr>
        <p:spPr>
          <a:xfrm>
            <a:off x="539496" y="1572768"/>
            <a:ext cx="361188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Which tool first</a:t>
            </a:r>
            <a:endParaRPr lang="en-US" dirty="0"/>
          </a:p>
        </p:txBody>
      </p:sp>
      <p:sp>
        <p:nvSpPr>
          <p:cNvPr id="205" name="Rect 206"/>
          <p:cNvSpPr/>
          <p:nvPr/>
        </p:nvSpPr>
        <p:spPr>
          <a:xfrm>
            <a:off x="539496" y="1901952"/>
            <a:ext cx="3611880" cy="2414016"/>
          </a:xfrm>
          <a:prstGeom prst="rect">
            <a:avLst/>
          </a:prstGeom>
          <a:solidFill>
            <a:srgbClr val="FFFFFF"/>
          </a:solidFill>
          <a:ln w="6350">
            <a:solidFill>
              <a:srgbClr val="6DC1C9"/>
            </a:solidFill>
          </a:ln>
        </p:spPr>
      </p:sp>
      <p:sp>
        <p:nvSpPr>
          <p:cNvPr id="206" name="TextBox 207"/>
          <p:cNvSpPr txBox="1"/>
          <p:nvPr/>
        </p:nvSpPr>
        <p:spPr>
          <a:xfrm>
            <a:off x="585216" y="1938528"/>
            <a:ext cx="3520440" cy="2340864"/>
          </a:xfrm>
          <a:prstGeom prst="rect">
            <a:avLst/>
          </a:prstGeom>
          <a:noFill/>
          <a:ln>
            <a:noFill/>
          </a:ln>
        </p:spPr>
        <p:txBody>
          <a:bodyPr wrap="square" anchor="t" lIns="91440" tIns="45720" rIns="91440" bIns="45720"/>
          <a:lstStyle/>
          <a:p>
            <a:pPr indent="-114300" marL="114300">
              <a:spcBef>
                <a:spcPts val="300"/>
              </a:spcBef>
              <a:lnSpc>
                <a:spcPct val="112000"/>
              </a:lnSpc>
              <a:buChar char="•"/>
            </a:pPr>
            <a:r>
              <a:rPr lang="en-US" sz="800" b="1" dirty="0">
                <a:solidFill>
                  <a:srgbClr val="6DC1C9"/>
                </a:solidFill>
                <a:latin typeface="Arial"/>
                <a:cs typeface="Arial"/>
              </a:rPr>
              <a:t>Known object → </a:t>
            </a:r>
            <a:r>
              <a:rPr lang="en-US" sz="800" dirty="0">
                <a:solidFill>
                  <a:srgbClr val="333333"/>
                </a:solidFill>
                <a:latin typeface="Arial"/>
                <a:cs typeface="Arial"/>
              </a:rPr>
              <a:t>lookup it; unknown → search, then lookup</a:t>
            </a:r>
            <a:endParaRPr lang="en-US" dirty="0"/>
          </a:p>
          <a:p>
            <a:pPr indent="-114300" marL="114300">
              <a:spcBef>
                <a:spcPts val="300"/>
              </a:spcBef>
              <a:lnSpc>
                <a:spcPct val="112000"/>
              </a:lnSpc>
              <a:buChar char="•"/>
            </a:pPr>
            <a:r>
              <a:rPr lang="en-US" sz="800" b="1" dirty="0">
                <a:solidFill>
                  <a:srgbClr val="6DC1C9"/>
                </a:solidFill>
                <a:latin typeface="Arial"/>
                <a:cs typeface="Arial"/>
              </a:rPr>
              <a:t>Before asserting a field </a:t>
            </a:r>
            <a:r>
              <a:rPr lang="en-US" sz="800" dirty="0">
                <a:solidFill>
                  <a:srgbClr val="333333"/>
                </a:solidFill>
                <a:latin typeface="Arial"/>
                <a:cs typeface="Arial"/>
              </a:rPr>
              <a:t>check_field_exists; before X++ preflight</a:t>
            </a:r>
            <a:endParaRPr lang="en-US" dirty="0"/>
          </a:p>
          <a:p>
            <a:pPr indent="-114300" marL="114300">
              <a:spcBef>
                <a:spcPts val="300"/>
              </a:spcBef>
              <a:lnSpc>
                <a:spcPct val="112000"/>
              </a:lnSpc>
              <a:buChar char="•"/>
            </a:pPr>
            <a:r>
              <a:rPr lang="en-US" sz="800" b="1" dirty="0">
                <a:solidFill>
                  <a:srgbClr val="6DC1C9"/>
                </a:solidFill>
                <a:latin typeface="Arial"/>
                <a:cs typeface="Arial"/>
              </a:rPr>
              <a:t>Security: </a:t>
            </a:r>
            <a:r>
              <a:rPr lang="en-US" sz="800" dirty="0">
                <a:solidFill>
                  <a:srgbClr val="333333"/>
                </a:solidFill>
                <a:latin typeface="Arial"/>
                <a:cs typeface="Arial"/>
              </a:rPr>
              <a:t>check_exists for names, then the effective-permission chain, then a trace to verify</a:t>
            </a:r>
            <a:endParaRPr lang="en-US" dirty="0"/>
          </a:p>
          <a:p>
            <a:pPr indent="-114300" marL="114300">
              <a:spcBef>
                <a:spcPts val="300"/>
              </a:spcBef>
              <a:lnSpc>
                <a:spcPct val="112000"/>
              </a:lnSpc>
              <a:buChar char="•"/>
            </a:pPr>
            <a:r>
              <a:rPr lang="en-US" sz="800" b="1" dirty="0">
                <a:solidFill>
                  <a:srgbClr val="6DC1C9"/>
                </a:solidFill>
                <a:latin typeface="Arial"/>
                <a:cs typeface="Arial"/>
              </a:rPr>
              <a:t>Labels: </a:t>
            </a:r>
            <a:r>
              <a:rPr lang="en-US" sz="800" dirty="0">
                <a:solidFill>
                  <a:srgbClr val="333333"/>
                </a:solidFill>
                <a:latin typeface="Arial"/>
                <a:cs typeface="Arial"/>
              </a:rPr>
              <a:t>lookup for an id, search for a UI string, where-used before changing one</a:t>
            </a:r>
            <a:endParaRPr lang="en-US" dirty="0"/>
          </a:p>
          <a:p>
            <a:pPr indent="-114300" marL="114300">
              <a:spcBef>
                <a:spcPts val="300"/>
              </a:spcBef>
              <a:lnSpc>
                <a:spcPct val="112000"/>
              </a:lnSpc>
              <a:buChar char="•"/>
            </a:pPr>
            <a:r>
              <a:rPr lang="en-US" sz="800" b="1" dirty="0">
                <a:solidFill>
                  <a:srgbClr val="6DC1C9"/>
                </a:solidFill>
                <a:latin typeface="Arial"/>
                <a:cs typeface="Arial"/>
              </a:rPr>
              <a:t>Counts before lists: </a:t>
            </a:r>
            <a:r>
              <a:rPr lang="en-US" sz="800" dirty="0">
                <a:solidFill>
                  <a:srgbClr val="333333"/>
                </a:solidFill>
                <a:latin typeface="Arial"/>
                <a:cs typeface="Arial"/>
              </a:rPr>
              <a:t>object_summary before find_references with a big limit</a:t>
            </a:r>
            <a:endParaRPr lang="en-US" dirty="0"/>
          </a:p>
        </p:txBody>
      </p:sp>
      <p:sp>
        <p:nvSpPr>
          <p:cNvPr id="207" name="Rect 208"/>
          <p:cNvSpPr/>
          <p:nvPr/>
        </p:nvSpPr>
        <p:spPr>
          <a:xfrm>
            <a:off x="4288536" y="1572768"/>
            <a:ext cx="3611880" cy="329184"/>
          </a:xfrm>
          <a:prstGeom prst="roundRect">
            <a:avLst>
              <a:gd name="adj" fmla="val 4000"/>
            </a:avLst>
          </a:prstGeom>
          <a:solidFill>
            <a:srgbClr val="AD9B68"/>
          </a:solidFill>
          <a:ln>
            <a:noFill/>
          </a:ln>
        </p:spPr>
      </p:sp>
      <p:sp>
        <p:nvSpPr>
          <p:cNvPr id="208" name="TextBox 209"/>
          <p:cNvSpPr txBox="1"/>
          <p:nvPr/>
        </p:nvSpPr>
        <p:spPr>
          <a:xfrm>
            <a:off x="4288536" y="1572768"/>
            <a:ext cx="361188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What a skill adds to the answer</a:t>
            </a:r>
            <a:endParaRPr lang="en-US" dirty="0"/>
          </a:p>
        </p:txBody>
      </p:sp>
      <p:sp>
        <p:nvSpPr>
          <p:cNvPr id="209" name="Rect 210"/>
          <p:cNvSpPr/>
          <p:nvPr/>
        </p:nvSpPr>
        <p:spPr>
          <a:xfrm>
            <a:off x="4288536" y="1901952"/>
            <a:ext cx="3611880" cy="2414016"/>
          </a:xfrm>
          <a:prstGeom prst="rect">
            <a:avLst/>
          </a:prstGeom>
          <a:solidFill>
            <a:srgbClr val="FFFFFF"/>
          </a:solidFill>
          <a:ln w="6350">
            <a:solidFill>
              <a:srgbClr val="AD9B68"/>
            </a:solidFill>
          </a:ln>
        </p:spPr>
      </p:sp>
      <p:sp>
        <p:nvSpPr>
          <p:cNvPr id="210" name="TextBox 211"/>
          <p:cNvSpPr txBox="1"/>
          <p:nvPr/>
        </p:nvSpPr>
        <p:spPr>
          <a:xfrm>
            <a:off x="4334256" y="1938528"/>
            <a:ext cx="3520440" cy="2340864"/>
          </a:xfrm>
          <a:prstGeom prst="rect">
            <a:avLst/>
          </a:prstGeom>
          <a:noFill/>
          <a:ln>
            <a:noFill/>
          </a:ln>
        </p:spPr>
        <p:txBody>
          <a:bodyPr wrap="square" anchor="t" lIns="91440" tIns="45720" rIns="91440" bIns="45720"/>
          <a:lstStyle/>
          <a:p>
            <a:pPr indent="-114300" marL="114300">
              <a:spcBef>
                <a:spcPts val="300"/>
              </a:spcBef>
              <a:lnSpc>
                <a:spcPct val="112000"/>
              </a:lnSpc>
              <a:buChar char="•"/>
            </a:pPr>
            <a:r>
              <a:rPr lang="en-US" sz="800" b="1" dirty="0">
                <a:solidFill>
                  <a:srgbClr val="AD9B68"/>
                </a:solidFill>
                <a:latin typeface="Arial"/>
                <a:cs typeface="Arial"/>
              </a:rPr>
              <a:t>Verification steps </a:t>
            </a:r>
            <a:r>
              <a:rPr lang="en-US" sz="800" dirty="0">
                <a:solidFill>
                  <a:srgbClr val="333333"/>
                </a:solidFill>
                <a:latin typeface="Arial"/>
                <a:cs typeface="Arial"/>
              </a:rPr>
              <a:t>the tool cannot enforce: walk the role → duty → privilege chain, confirm the mapping before stating it</a:t>
            </a:r>
            <a:endParaRPr lang="en-US" dirty="0"/>
          </a:p>
          <a:p>
            <a:pPr indent="-114300" marL="114300">
              <a:spcBef>
                <a:spcPts val="300"/>
              </a:spcBef>
              <a:lnSpc>
                <a:spcPct val="112000"/>
              </a:lnSpc>
              <a:buChar char="•"/>
            </a:pPr>
            <a:r>
              <a:rPr lang="en-US" sz="800" b="1" dirty="0">
                <a:solidFill>
                  <a:srgbClr val="AD9B68"/>
                </a:solidFill>
                <a:latin typeface="Arial"/>
                <a:cs typeface="Arial"/>
              </a:rPr>
              <a:t>Functional context </a:t>
            </a:r>
            <a:r>
              <a:rPr lang="en-US" sz="800" dirty="0">
                <a:solidFill>
                  <a:srgbClr val="333333"/>
                </a:solidFill>
                <a:latin typeface="Arial"/>
                <a:cs typeface="Arial"/>
              </a:rPr>
              <a:t>passed with the call, so a miss can be recovered from vocabulary (vendor → VendTable)</a:t>
            </a:r>
            <a:endParaRPr lang="en-US" dirty="0"/>
          </a:p>
          <a:p>
            <a:pPr indent="-114300" marL="114300">
              <a:spcBef>
                <a:spcPts val="300"/>
              </a:spcBef>
              <a:lnSpc>
                <a:spcPct val="112000"/>
              </a:lnSpc>
              <a:buChar char="•"/>
            </a:pPr>
            <a:r>
              <a:rPr lang="en-US" sz="800" b="1" dirty="0">
                <a:solidFill>
                  <a:srgbClr val="AD9B68"/>
                </a:solidFill>
                <a:latin typeface="Arial"/>
                <a:cs typeface="Arial"/>
              </a:rPr>
              <a:t>Reading coverage lines </a:t>
            </a:r>
            <a:r>
              <a:rPr lang="en-US" sz="800" dirty="0">
                <a:solidFill>
                  <a:srgbClr val="333333"/>
                </a:solidFill>
                <a:latin typeface="Arial"/>
                <a:cs typeface="Arial"/>
              </a:rPr>
              <a:t>and acting on them: continue a cursor, widen a filter, name the gap in the answer</a:t>
            </a:r>
            <a:endParaRPr lang="en-US" dirty="0"/>
          </a:p>
          <a:p>
            <a:pPr indent="-114300" marL="114300">
              <a:spcBef>
                <a:spcPts val="300"/>
              </a:spcBef>
              <a:lnSpc>
                <a:spcPct val="112000"/>
              </a:lnSpc>
              <a:buChar char="•"/>
            </a:pPr>
            <a:r>
              <a:rPr lang="en-US" sz="800" b="1" dirty="0">
                <a:solidFill>
                  <a:srgbClr val="AD9B68"/>
                </a:solidFill>
                <a:latin typeface="Arial"/>
                <a:cs typeface="Arial"/>
              </a:rPr>
              <a:t>Document shapes </a:t>
            </a:r>
            <a:r>
              <a:rPr lang="en-US" sz="800" dirty="0">
                <a:solidFill>
                  <a:srgbClr val="333333"/>
                </a:solidFill>
                <a:latin typeface="Arial"/>
                <a:cs typeface="Arial"/>
              </a:rPr>
              <a:t>for a scoping note, a functional analysis, a code review — maturity-tagged facts</a:t>
            </a:r>
            <a:endParaRPr lang="en-US" dirty="0"/>
          </a:p>
        </p:txBody>
      </p:sp>
      <p:sp>
        <p:nvSpPr>
          <p:cNvPr id="211" name="Rect 212"/>
          <p:cNvSpPr/>
          <p:nvPr/>
        </p:nvSpPr>
        <p:spPr>
          <a:xfrm>
            <a:off x="8037576" y="1572768"/>
            <a:ext cx="3611880" cy="329184"/>
          </a:xfrm>
          <a:prstGeom prst="roundRect">
            <a:avLst>
              <a:gd name="adj" fmla="val 4000"/>
            </a:avLst>
          </a:prstGeom>
          <a:solidFill>
            <a:srgbClr val="813341"/>
          </a:solidFill>
          <a:ln>
            <a:noFill/>
          </a:ln>
        </p:spPr>
      </p:sp>
      <p:sp>
        <p:nvSpPr>
          <p:cNvPr id="212" name="TextBox 213"/>
          <p:cNvSpPr txBox="1"/>
          <p:nvPr/>
        </p:nvSpPr>
        <p:spPr>
          <a:xfrm>
            <a:off x="8037576" y="1572768"/>
            <a:ext cx="361188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What we measured</a:t>
            </a:r>
            <a:endParaRPr lang="en-US" dirty="0"/>
          </a:p>
        </p:txBody>
      </p:sp>
      <p:sp>
        <p:nvSpPr>
          <p:cNvPr id="213" name="Rect 214"/>
          <p:cNvSpPr/>
          <p:nvPr/>
        </p:nvSpPr>
        <p:spPr>
          <a:xfrm>
            <a:off x="8037576" y="1901952"/>
            <a:ext cx="3611880" cy="2414016"/>
          </a:xfrm>
          <a:prstGeom prst="rect">
            <a:avLst/>
          </a:prstGeom>
          <a:solidFill>
            <a:srgbClr val="FFFFFF"/>
          </a:solidFill>
          <a:ln w="6350">
            <a:solidFill>
              <a:srgbClr val="813341"/>
            </a:solidFill>
          </a:ln>
        </p:spPr>
      </p:sp>
      <p:sp>
        <p:nvSpPr>
          <p:cNvPr id="214" name="TextBox 215"/>
          <p:cNvSpPr txBox="1"/>
          <p:nvPr/>
        </p:nvSpPr>
        <p:spPr>
          <a:xfrm>
            <a:off x="8083296" y="1938528"/>
            <a:ext cx="3520440" cy="2340864"/>
          </a:xfrm>
          <a:prstGeom prst="rect">
            <a:avLst/>
          </a:prstGeom>
          <a:noFill/>
          <a:ln>
            <a:noFill/>
          </a:ln>
        </p:spPr>
        <p:txBody>
          <a:bodyPr wrap="square" anchor="t" lIns="91440" tIns="45720" rIns="91440" bIns="45720"/>
          <a:lstStyle/>
          <a:p>
            <a:pPr indent="-114300" marL="114300">
              <a:spcBef>
                <a:spcPts val="300"/>
              </a:spcBef>
              <a:lnSpc>
                <a:spcPct val="112000"/>
              </a:lnSpc>
              <a:buChar char="•"/>
            </a:pPr>
            <a:r>
              <a:rPr lang="en-US" sz="800" b="1" dirty="0">
                <a:solidFill>
                  <a:srgbClr val="813341"/>
                </a:solidFill>
                <a:latin typeface="Arial"/>
                <a:cs typeface="Arial"/>
              </a:rPr>
              <a:t>Evals measure discipline, </a:t>
            </a:r>
            <a:r>
              <a:rPr lang="en-US" sz="800" dirty="0">
                <a:solidFill>
                  <a:srgbClr val="333333"/>
                </a:solidFill>
                <a:latin typeface="Arial"/>
                <a:cs typeface="Arial"/>
              </a:rPr>
              <a:t>not tool choice: does the answer name objects that exist, does it say what it did not check</a:t>
            </a:r>
            <a:endParaRPr lang="en-US" dirty="0"/>
          </a:p>
          <a:p>
            <a:pPr indent="-114300" marL="114300">
              <a:spcBef>
                <a:spcPts val="300"/>
              </a:spcBef>
              <a:lnSpc>
                <a:spcPct val="112000"/>
              </a:lnSpc>
              <a:buChar char="•"/>
            </a:pPr>
            <a:r>
              <a:rPr lang="en-US" sz="800" b="1" dirty="0">
                <a:solidFill>
                  <a:srgbClr val="813341"/>
                </a:solidFill>
                <a:latin typeface="Arial"/>
                <a:cs typeface="Arial"/>
              </a:rPr>
              <a:t>The first external user </a:t>
            </a:r>
            <a:r>
              <a:rPr lang="en-US" sz="800" dirty="0">
                <a:solidFill>
                  <a:srgbClr val="333333"/>
                </a:solidFill>
                <a:latin typeface="Arial"/>
                <a:cs typeface="Arial"/>
              </a:rPr>
              <a:t>reported about 70 % fewer tokens per task with the skills (anecdotal, one colleague)</a:t>
            </a:r>
            <a:endParaRPr lang="en-US" dirty="0"/>
          </a:p>
          <a:p>
            <a:pPr indent="-114300" marL="114300">
              <a:spcBef>
                <a:spcPts val="300"/>
              </a:spcBef>
              <a:lnSpc>
                <a:spcPct val="112000"/>
              </a:lnSpc>
              <a:buChar char="•"/>
            </a:pPr>
            <a:r>
              <a:rPr lang="en-US" sz="800" b="1" dirty="0">
                <a:solidFill>
                  <a:srgbClr val="813341"/>
                </a:solidFill>
                <a:latin typeface="Arial"/>
                <a:cs typeface="Arial"/>
              </a:rPr>
              <a:t>Skill text has a price: </a:t>
            </a:r>
            <a:r>
              <a:rPr lang="en-US" sz="800" dirty="0">
                <a:solidFill>
                  <a:srgbClr val="333333"/>
                </a:solidFill>
                <a:latin typeface="Arial"/>
                <a:cs typeface="Arial"/>
              </a:rPr>
              <a:t>a 23 KB skill costs more than the data it fetches — recipes stay small, references load on demand</a:t>
            </a:r>
            <a:endParaRPr lang="en-US" dirty="0"/>
          </a:p>
          <a:p>
            <a:pPr indent="-114300" marL="114300">
              <a:spcBef>
                <a:spcPts val="300"/>
              </a:spcBef>
              <a:lnSpc>
                <a:spcPct val="112000"/>
              </a:lnSpc>
              <a:buChar char="•"/>
            </a:pPr>
            <a:r>
              <a:rPr lang="en-US" sz="800" b="1" dirty="0">
                <a:solidFill>
                  <a:srgbClr val="813341"/>
                </a:solidFill>
                <a:latin typeface="Arial"/>
                <a:cs typeface="Arial"/>
              </a:rPr>
              <a:t>Tracing </a:t>
            </a:r>
            <a:r>
              <a:rPr lang="en-US" sz="800" dirty="0">
                <a:solidFill>
                  <a:srgbClr val="333333"/>
                </a:solidFill>
                <a:latin typeface="Arial"/>
                <a:cs typeface="Arial"/>
              </a:rPr>
              <a:t>records the request, the strategy lines and every call, so quality is reviewable afterwards</a:t>
            </a:r>
            <a:endParaRPr lang="en-US" dirty="0"/>
          </a:p>
        </p:txBody>
      </p:sp>
      <p:sp>
        <p:nvSpPr>
          <p:cNvPr id="215" name="Rect 216"/>
          <p:cNvSpPr/>
          <p:nvPr/>
        </p:nvSpPr>
        <p:spPr>
          <a:xfrm>
            <a:off x="539496" y="4526280"/>
            <a:ext cx="11109960" cy="1143000"/>
          </a:xfrm>
          <a:prstGeom prst="roundRect">
            <a:avLst>
              <a:gd name="adj" fmla="val 4000"/>
            </a:avLst>
          </a:prstGeom>
          <a:solidFill>
            <a:srgbClr val="F5F5F5"/>
          </a:solidFill>
          <a:ln>
            <a:noFill/>
          </a:ln>
        </p:spPr>
      </p:sp>
      <p:sp>
        <p:nvSpPr>
          <p:cNvPr id="216" name="TextBox 217"/>
          <p:cNvSpPr txBox="1"/>
          <p:nvPr/>
        </p:nvSpPr>
        <p:spPr>
          <a:xfrm>
            <a:off x="649224" y="4572000"/>
            <a:ext cx="10890504" cy="1051560"/>
          </a:xfrm>
          <a:prstGeom prst="rect">
            <a:avLst/>
          </a:prstGeom>
          <a:noFill/>
          <a:ln>
            <a:noFill/>
          </a:ln>
        </p:spPr>
        <p:txBody>
          <a:bodyPr wrap="square" anchor="t" lIns="91440" tIns="45720" rIns="91440" bIns="45720"/>
          <a:lstStyle/>
          <a:p>
            <a:pPr/>
            <a:r>
              <a:rPr lang="en-US" sz="950" b="1" dirty="0">
                <a:solidFill>
                  <a:srgbClr val="333333"/>
                </a:solidFill>
                <a:latin typeface="Arial"/>
                <a:cs typeface="Arial"/>
              </a:rPr>
              <a:t>Why this matters more than the tools</a:t>
            </a:r>
            <a:endParaRPr lang="en-US" dirty="0"/>
          </a:p>
          <a:p>
            <a:pPr>
              <a:spcBef>
                <a:spcPts val="300"/>
              </a:spcBef>
              <a:lnSpc>
                <a:spcPct val="115000"/>
              </a:lnSpc>
            </a:pPr>
            <a:r>
              <a:rPr lang="en-US" sz="850" dirty="0">
                <a:solidFill>
                  <a:srgbClr val="333333"/>
                </a:solidFill>
                <a:latin typeface="Arial"/>
                <a:cs typeface="Arial"/>
              </a:rPr>
              <a:t>Two sessions with the same 75 tools produce very different answers. The one that checks names before using them, reads the snapshot date, passes the functional context and stops at the coverage line gives a verifiable answer at a third of the cost. The skills make that the default path rather than the exception.</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PH 236"/>
          <p:cNvSpPr>
            <a:spLocks noGrp="1"/>
          </p:cNvSpPr>
          <p:nvPr>
            <p:ph type="title"/>
          </p:nvPr>
        </p:nvSpPr>
        <p:spPr/>
        <p:txBody>
          <a:bodyPr/>
          <a:lstStyle/>
          <a:p>
            <a:pPr/>
            <a:r>
              <a:rPr lang="en-US" sz="1800" b="1" dirty="0">
                <a:solidFill>
                  <a:srgbClr val="000000"/>
                </a:solidFill>
                <a:latin typeface="Arial"/>
                <a:cs typeface="Arial"/>
              </a:rPr>
              <a:t>Token awareness: what decides the bill</a:t>
            </a:r>
            <a:endParaRPr lang="en-US" dirty="0"/>
          </a:p>
        </p:txBody>
      </p:sp>
      <p:sp>
        <p:nvSpPr>
          <p:cNvPr id="218" name="TextBox 219"/>
          <p:cNvSpPr txBox="1"/>
          <p:nvPr/>
        </p:nvSpPr>
        <p:spPr>
          <a:xfrm>
            <a:off x="539496" y="1170432"/>
            <a:ext cx="11109960" cy="384048"/>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Every number below was measured off the wire (2026-08/09). Context is a running meter: everything in it is paid again on every later turn — about $0.10 per turn at 200 k tokens before any work is done.</a:t>
            </a:r>
            <a:endParaRPr lang="en-US" dirty="0"/>
          </a:p>
        </p:txBody>
      </p:sp>
      <p:sp>
        <p:nvSpPr>
          <p:cNvPr id="219" name="TextBox 220"/>
          <p:cNvSpPr txBox="1"/>
          <p:nvPr/>
        </p:nvSpPr>
        <p:spPr>
          <a:xfrm>
            <a:off x="539496" y="1600200"/>
            <a:ext cx="2651760" cy="384048"/>
          </a:xfrm>
          <a:prstGeom prst="rect">
            <a:avLst/>
          </a:prstGeom>
          <a:noFill/>
          <a:ln>
            <a:noFill/>
          </a:ln>
        </p:spPr>
        <p:txBody>
          <a:bodyPr wrap="square" anchor="ctr" lIns="91440" tIns="45720" rIns="91440" bIns="45720"/>
          <a:lstStyle/>
          <a:p>
            <a:pPr algn="ctr"/>
            <a:r>
              <a:rPr lang="en-US" sz="1800" b="1" dirty="0">
                <a:solidFill>
                  <a:srgbClr val="813341"/>
                </a:solidFill>
                <a:latin typeface="Arial"/>
                <a:cs typeface="Arial"/>
              </a:rPr>
              <a:t>~39 k tokens</a:t>
            </a:r>
            <a:endParaRPr lang="en-US" dirty="0"/>
          </a:p>
        </p:txBody>
      </p:sp>
      <p:sp>
        <p:nvSpPr>
          <p:cNvPr id="220" name="TextBox 221"/>
          <p:cNvSpPr txBox="1"/>
          <p:nvPr/>
        </p:nvSpPr>
        <p:spPr>
          <a:xfrm>
            <a:off x="539496" y="1984248"/>
            <a:ext cx="2651760" cy="530352"/>
          </a:xfrm>
          <a:prstGeom prst="rect">
            <a:avLst/>
          </a:prstGeom>
          <a:noFill/>
          <a:ln>
            <a:noFill/>
          </a:ln>
        </p:spPr>
        <p:txBody>
          <a:bodyPr wrap="square" anchor="t" lIns="91440" tIns="45720" rIns="91440" bIns="45720"/>
          <a:lstStyle/>
          <a:p>
            <a:pPr algn="ctr">
              <a:lnSpc>
                <a:spcPct val="108000"/>
              </a:lnSpc>
            </a:pPr>
            <a:r>
              <a:rPr lang="en-US" sz="750" dirty="0">
                <a:solidFill>
                  <a:srgbClr val="666666"/>
                </a:solidFill>
                <a:latin typeface="Arial"/>
                <a:cs typeface="Arial"/>
              </a:rPr>
              <a:t>the tool list of 63 tools, re-sent on every request; 56 % of it is output schema</a:t>
            </a:r>
            <a:endParaRPr lang="en-US" dirty="0"/>
          </a:p>
        </p:txBody>
      </p:sp>
      <p:sp>
        <p:nvSpPr>
          <p:cNvPr id="221" name="TextBox 222"/>
          <p:cNvSpPr txBox="1"/>
          <p:nvPr/>
        </p:nvSpPr>
        <p:spPr>
          <a:xfrm>
            <a:off x="3337560" y="1600200"/>
            <a:ext cx="2651760" cy="384048"/>
          </a:xfrm>
          <a:prstGeom prst="rect">
            <a:avLst/>
          </a:prstGeom>
          <a:noFill/>
          <a:ln>
            <a:noFill/>
          </a:ln>
        </p:spPr>
        <p:txBody>
          <a:bodyPr wrap="square" anchor="ctr" lIns="91440" tIns="45720" rIns="91440" bIns="45720"/>
          <a:lstStyle/>
          <a:p>
            <a:pPr algn="ctr"/>
            <a:r>
              <a:rPr lang="en-US" sz="1800" b="1" dirty="0">
                <a:solidFill>
                  <a:srgbClr val="6DC1C9"/>
                </a:solidFill>
                <a:latin typeface="Arial"/>
                <a:cs typeface="Arial"/>
              </a:rPr>
              <a:t>−54 %</a:t>
            </a:r>
            <a:endParaRPr lang="en-US" dirty="0"/>
          </a:p>
        </p:txBody>
      </p:sp>
      <p:sp>
        <p:nvSpPr>
          <p:cNvPr id="222" name="TextBox 223"/>
          <p:cNvSpPr txBox="1"/>
          <p:nvPr/>
        </p:nvSpPr>
        <p:spPr>
          <a:xfrm>
            <a:off x="3337560" y="1984248"/>
            <a:ext cx="2651760" cy="530352"/>
          </a:xfrm>
          <a:prstGeom prst="rect">
            <a:avLst/>
          </a:prstGeom>
          <a:noFill/>
          <a:ln>
            <a:noFill/>
          </a:ln>
        </p:spPr>
        <p:txBody>
          <a:bodyPr wrap="square" anchor="t" lIns="91440" tIns="45720" rIns="91440" bIns="45720"/>
          <a:lstStyle/>
          <a:p>
            <a:pPr algn="ctr">
              <a:lnSpc>
                <a:spcPct val="108000"/>
              </a:lnSpc>
            </a:pPr>
            <a:r>
              <a:rPr lang="en-US" sz="750" dirty="0">
                <a:solidFill>
                  <a:srgbClr val="666666"/>
                </a:solidFill>
                <a:latin typeface="Arial"/>
                <a:cs typeface="Arial"/>
              </a:rPr>
              <a:t>with the "core" profile: 25 hand-picked tools instead of 63, chosen per request</a:t>
            </a:r>
            <a:endParaRPr lang="en-US" dirty="0"/>
          </a:p>
        </p:txBody>
      </p:sp>
      <p:sp>
        <p:nvSpPr>
          <p:cNvPr id="223" name="TextBox 224"/>
          <p:cNvSpPr txBox="1"/>
          <p:nvPr/>
        </p:nvSpPr>
        <p:spPr>
          <a:xfrm>
            <a:off x="6126480" y="1600200"/>
            <a:ext cx="2651760" cy="384048"/>
          </a:xfrm>
          <a:prstGeom prst="rect">
            <a:avLst/>
          </a:prstGeom>
          <a:noFill/>
          <a:ln>
            <a:noFill/>
          </a:ln>
        </p:spPr>
        <p:txBody>
          <a:bodyPr wrap="square" anchor="ctr" lIns="91440" tIns="45720" rIns="91440" bIns="45720"/>
          <a:lstStyle/>
          <a:p>
            <a:pPr algn="ctr"/>
            <a:r>
              <a:rPr lang="en-US" sz="1800" b="1" dirty="0">
                <a:solidFill>
                  <a:srgbClr val="AD9B68"/>
                </a:solidFill>
                <a:latin typeface="Arial"/>
                <a:cs typeface="Arial"/>
              </a:rPr>
              <a:t>1.3–2×</a:t>
            </a:r>
            <a:endParaRPr lang="en-US" dirty="0"/>
          </a:p>
        </p:txBody>
      </p:sp>
      <p:sp>
        <p:nvSpPr>
          <p:cNvPr id="224" name="TextBox 225"/>
          <p:cNvSpPr txBox="1"/>
          <p:nvPr/>
        </p:nvSpPr>
        <p:spPr>
          <a:xfrm>
            <a:off x="6126480" y="1984248"/>
            <a:ext cx="2651760" cy="530352"/>
          </a:xfrm>
          <a:prstGeom prst="rect">
            <a:avLst/>
          </a:prstGeom>
          <a:noFill/>
          <a:ln>
            <a:noFill/>
          </a:ln>
        </p:spPr>
        <p:txBody>
          <a:bodyPr wrap="square" anchor="t" lIns="91440" tIns="45720" rIns="91440" bIns="45720"/>
          <a:lstStyle/>
          <a:p>
            <a:pPr algn="ctr">
              <a:lnSpc>
                <a:spcPct val="108000"/>
              </a:lnSpc>
            </a:pPr>
            <a:r>
              <a:rPr lang="en-US" sz="750" dirty="0">
                <a:solidFill>
                  <a:srgbClr val="666666"/>
                </a:solidFill>
                <a:latin typeface="Arial"/>
                <a:cs typeface="Arial"/>
              </a:rPr>
              <a:t>every response ships twice (text + JSON); Claude Code reads only the JSON, so the text is switched off for it</a:t>
            </a:r>
            <a:endParaRPr lang="en-US" dirty="0"/>
          </a:p>
        </p:txBody>
      </p:sp>
      <p:sp>
        <p:nvSpPr>
          <p:cNvPr id="225" name="TextBox 226"/>
          <p:cNvSpPr txBox="1"/>
          <p:nvPr/>
        </p:nvSpPr>
        <p:spPr>
          <a:xfrm>
            <a:off x="8915400" y="1600200"/>
            <a:ext cx="2651760" cy="384048"/>
          </a:xfrm>
          <a:prstGeom prst="rect">
            <a:avLst/>
          </a:prstGeom>
          <a:noFill/>
          <a:ln>
            <a:noFill/>
          </a:ln>
        </p:spPr>
        <p:txBody>
          <a:bodyPr wrap="square" anchor="ctr" lIns="91440" tIns="45720" rIns="91440" bIns="45720"/>
          <a:lstStyle/>
          <a:p>
            <a:pPr algn="ctr"/>
            <a:r>
              <a:rPr lang="en-US" sz="1800" b="1" dirty="0">
                <a:solidFill>
                  <a:srgbClr val="647772"/>
                </a:solidFill>
                <a:latin typeface="Arial"/>
                <a:cs typeface="Arial"/>
              </a:rPr>
              <a:t>8× smaller</a:t>
            </a:r>
            <a:endParaRPr lang="en-US" dirty="0"/>
          </a:p>
        </p:txBody>
      </p:sp>
      <p:sp>
        <p:nvSpPr>
          <p:cNvPr id="226" name="TextBox 227"/>
          <p:cNvSpPr txBox="1"/>
          <p:nvPr/>
        </p:nvSpPr>
        <p:spPr>
          <a:xfrm>
            <a:off x="8915400" y="1984248"/>
            <a:ext cx="2651760" cy="530352"/>
          </a:xfrm>
          <a:prstGeom prst="rect">
            <a:avLst/>
          </a:prstGeom>
          <a:noFill/>
          <a:ln>
            <a:noFill/>
          </a:ln>
        </p:spPr>
        <p:txBody>
          <a:bodyPr wrap="square" anchor="t" lIns="91440" tIns="45720" rIns="91440" bIns="45720"/>
          <a:lstStyle/>
          <a:p>
            <a:pPr algn="ctr">
              <a:lnSpc>
                <a:spcPct val="108000"/>
              </a:lnSpc>
            </a:pPr>
            <a:r>
              <a:rPr lang="en-US" sz="750" dirty="0">
                <a:solidFill>
                  <a:srgbClr val="666666"/>
                </a:solidFill>
                <a:latin typeface="Arial"/>
                <a:cs typeface="Arial"/>
              </a:rPr>
              <a:t>an entity summary at 1.1 KB instead of the 8.3 KB field list — the default is the small shape</a:t>
            </a:r>
            <a:endParaRPr lang="en-US" dirty="0"/>
          </a:p>
        </p:txBody>
      </p:sp>
      <p:sp>
        <p:nvSpPr>
          <p:cNvPr id="227" name="Rect 228"/>
          <p:cNvSpPr/>
          <p:nvPr/>
        </p:nvSpPr>
        <p:spPr>
          <a:xfrm>
            <a:off x="539496" y="2606040"/>
            <a:ext cx="5440680" cy="329184"/>
          </a:xfrm>
          <a:prstGeom prst="roundRect">
            <a:avLst>
              <a:gd name="adj" fmla="val 4000"/>
            </a:avLst>
          </a:prstGeom>
          <a:solidFill>
            <a:srgbClr val="813341"/>
          </a:solidFill>
          <a:ln>
            <a:noFill/>
          </a:ln>
        </p:spPr>
      </p:sp>
      <p:sp>
        <p:nvSpPr>
          <p:cNvPr id="228" name="TextBox 229"/>
          <p:cNvSpPr txBox="1"/>
          <p:nvPr/>
        </p:nvSpPr>
        <p:spPr>
          <a:xfrm>
            <a:off x="539496" y="2606040"/>
            <a:ext cx="544068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Fixed cost: the tool list</a:t>
            </a:r>
            <a:endParaRPr lang="en-US" dirty="0"/>
          </a:p>
        </p:txBody>
      </p:sp>
      <p:sp>
        <p:nvSpPr>
          <p:cNvPr id="229" name="Rect 230"/>
          <p:cNvSpPr/>
          <p:nvPr/>
        </p:nvSpPr>
        <p:spPr>
          <a:xfrm>
            <a:off x="539496" y="2935224"/>
            <a:ext cx="5440680" cy="2734056"/>
          </a:xfrm>
          <a:prstGeom prst="rect">
            <a:avLst/>
          </a:prstGeom>
          <a:solidFill>
            <a:srgbClr val="FFFFFF"/>
          </a:solidFill>
          <a:ln w="6350">
            <a:solidFill>
              <a:srgbClr val="813341"/>
            </a:solidFill>
          </a:ln>
        </p:spPr>
      </p:sp>
      <p:sp>
        <p:nvSpPr>
          <p:cNvPr id="230" name="TextBox 231"/>
          <p:cNvSpPr txBox="1"/>
          <p:nvPr/>
        </p:nvSpPr>
        <p:spPr>
          <a:xfrm>
            <a:off x="585216" y="2971800"/>
            <a:ext cx="5349240" cy="2660904"/>
          </a:xfrm>
          <a:prstGeom prst="rect">
            <a:avLst/>
          </a:prstGeom>
          <a:noFill/>
          <a:ln>
            <a:noFill/>
          </a:ln>
        </p:spPr>
        <p:txBody>
          <a:bodyPr wrap="square" anchor="t" lIns="91440" tIns="45720" rIns="91440" bIns="45720"/>
          <a:lstStyle/>
          <a:p>
            <a:pPr indent="-114300" marL="114300">
              <a:spcBef>
                <a:spcPts val="300"/>
              </a:spcBef>
              <a:lnSpc>
                <a:spcPct val="112000"/>
              </a:lnSpc>
              <a:buChar char="•"/>
            </a:pPr>
            <a:r>
              <a:rPr lang="en-US" sz="800" b="1" dirty="0">
                <a:solidFill>
                  <a:srgbClr val="813341"/>
                </a:solidFill>
                <a:latin typeface="Arial"/>
                <a:cs typeface="Arial"/>
              </a:rPr>
              <a:t>Cannot be filtered away: </a:t>
            </a:r>
            <a:r>
              <a:rPr lang="en-US" sz="800" dirty="0">
                <a:solidFill>
                  <a:srgbClr val="333333"/>
                </a:solidFill>
                <a:latin typeface="Arial"/>
                <a:cs typeface="Arial"/>
              </a:rPr>
              <a:t>name, description, annotations and both schemas of every tool travel with each request</a:t>
            </a:r>
            <a:endParaRPr lang="en-US" dirty="0"/>
          </a:p>
          <a:p>
            <a:pPr indent="-114300" marL="114300">
              <a:spcBef>
                <a:spcPts val="300"/>
              </a:spcBef>
              <a:lnSpc>
                <a:spcPct val="112000"/>
              </a:lnSpc>
              <a:buChar char="•"/>
            </a:pPr>
            <a:r>
              <a:rPr lang="en-US" sz="800" b="1" dirty="0">
                <a:solidFill>
                  <a:srgbClr val="813341"/>
                </a:solidFill>
                <a:latin typeface="Arial"/>
                <a:cs typeface="Arial"/>
              </a:rPr>
              <a:t>Levers that worked: </a:t>
            </a:r>
            <a:r>
              <a:rPr lang="en-US" sz="800" dirty="0">
                <a:solidFill>
                  <a:srgbClr val="333333"/>
                </a:solidFill>
                <a:latin typeface="Arial"/>
                <a:cs typeface="Arial"/>
              </a:rPr>
              <a:t>shorter descriptions, nullable → optional keys, no "$schema" on the wire, one shared parameter text (−15 %)</a:t>
            </a:r>
            <a:endParaRPr lang="en-US" dirty="0"/>
          </a:p>
          <a:p>
            <a:pPr indent="-114300" marL="114300">
              <a:spcBef>
                <a:spcPts val="300"/>
              </a:spcBef>
              <a:lnSpc>
                <a:spcPct val="112000"/>
              </a:lnSpc>
              <a:buChar char="•"/>
            </a:pPr>
            <a:r>
              <a:rPr lang="en-US" sz="800" b="1" dirty="0">
                <a:solidFill>
                  <a:srgbClr val="813341"/>
                </a:solidFill>
                <a:latin typeface="Arial"/>
                <a:cs typeface="Arial"/>
              </a:rPr>
              <a:t>Levers that did not: </a:t>
            </a:r>
            <a:r>
              <a:rPr lang="en-US" sz="800" dirty="0">
                <a:solidFill>
                  <a:srgbClr val="333333"/>
                </a:solidFill>
                <a:latin typeface="Arial"/>
                <a:cs typeface="Arial"/>
              </a:rPr>
              <a:t>$ref schemas break the client validator; pre-built JSON schema is ignored by the SDK</a:t>
            </a:r>
            <a:endParaRPr lang="en-US" dirty="0"/>
          </a:p>
          <a:p>
            <a:pPr indent="-114300" marL="114300">
              <a:spcBef>
                <a:spcPts val="300"/>
              </a:spcBef>
              <a:lnSpc>
                <a:spcPct val="112000"/>
              </a:lnSpc>
              <a:buChar char="•"/>
            </a:pPr>
            <a:r>
              <a:rPr lang="en-US" sz="800" b="1" dirty="0">
                <a:solidFill>
                  <a:srgbClr val="813341"/>
                </a:solidFill>
                <a:latin typeface="Arial"/>
                <a:cs typeface="Arial"/>
              </a:rPr>
              <a:t>Guarded: </a:t>
            </a:r>
            <a:r>
              <a:rPr lang="en-US" sz="800" dirty="0">
                <a:solidFill>
                  <a:srgbClr val="333333"/>
                </a:solidFill>
                <a:latin typeface="Arial"/>
                <a:cs typeface="Arial"/>
              </a:rPr>
              <a:t>a budget test captures the real tools/list message and fails on any silent growth</a:t>
            </a:r>
            <a:endParaRPr lang="en-US" dirty="0"/>
          </a:p>
        </p:txBody>
      </p:sp>
      <p:sp>
        <p:nvSpPr>
          <p:cNvPr id="231" name="Rect 232"/>
          <p:cNvSpPr/>
          <p:nvPr/>
        </p:nvSpPr>
        <p:spPr>
          <a:xfrm>
            <a:off x="6208776" y="2606040"/>
            <a:ext cx="5440680" cy="329184"/>
          </a:xfrm>
          <a:prstGeom prst="roundRect">
            <a:avLst>
              <a:gd name="adj" fmla="val 4000"/>
            </a:avLst>
          </a:prstGeom>
          <a:solidFill>
            <a:srgbClr val="6DC1C9"/>
          </a:solidFill>
          <a:ln>
            <a:noFill/>
          </a:ln>
        </p:spPr>
      </p:sp>
      <p:sp>
        <p:nvSpPr>
          <p:cNvPr id="232" name="TextBox 233"/>
          <p:cNvSpPr txBox="1"/>
          <p:nvPr/>
        </p:nvSpPr>
        <p:spPr>
          <a:xfrm>
            <a:off x="6208776" y="2606040"/>
            <a:ext cx="544068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Variable cost: the responses</a:t>
            </a:r>
            <a:endParaRPr lang="en-US" dirty="0"/>
          </a:p>
        </p:txBody>
      </p:sp>
      <p:sp>
        <p:nvSpPr>
          <p:cNvPr id="233" name="Rect 234"/>
          <p:cNvSpPr/>
          <p:nvPr/>
        </p:nvSpPr>
        <p:spPr>
          <a:xfrm>
            <a:off x="6208776" y="2935224"/>
            <a:ext cx="5440680" cy="2734056"/>
          </a:xfrm>
          <a:prstGeom prst="rect">
            <a:avLst/>
          </a:prstGeom>
          <a:solidFill>
            <a:srgbClr val="FFFFFF"/>
          </a:solidFill>
          <a:ln w="6350">
            <a:solidFill>
              <a:srgbClr val="6DC1C9"/>
            </a:solidFill>
          </a:ln>
        </p:spPr>
      </p:sp>
      <p:sp>
        <p:nvSpPr>
          <p:cNvPr id="234" name="TextBox 235"/>
          <p:cNvSpPr txBox="1"/>
          <p:nvPr/>
        </p:nvSpPr>
        <p:spPr>
          <a:xfrm>
            <a:off x="6254496" y="2971800"/>
            <a:ext cx="5349240" cy="2660904"/>
          </a:xfrm>
          <a:prstGeom prst="rect">
            <a:avLst/>
          </a:prstGeom>
          <a:noFill/>
          <a:ln>
            <a:noFill/>
          </a:ln>
        </p:spPr>
        <p:txBody>
          <a:bodyPr wrap="square" anchor="t" lIns="91440" tIns="45720" rIns="91440" bIns="45720"/>
          <a:lstStyle/>
          <a:p>
            <a:pPr indent="-114300" marL="114300">
              <a:spcBef>
                <a:spcPts val="300"/>
              </a:spcBef>
              <a:lnSpc>
                <a:spcPct val="112000"/>
              </a:lnSpc>
              <a:buChar char="•"/>
            </a:pPr>
            <a:r>
              <a:rPr lang="en-US" sz="800" b="1" dirty="0">
                <a:solidFill>
                  <a:srgbClr val="6DC1C9"/>
                </a:solidFill>
                <a:latin typeface="Arial"/>
                <a:cs typeface="Arial"/>
              </a:rPr>
              <a:t>Shape first: </a:t>
            </a:r>
            <a:r>
              <a:rPr lang="en-US" sz="800" dirty="0">
                <a:solidFill>
                  <a:srgbClr val="333333"/>
                </a:solidFill>
                <a:latin typeface="Arial"/>
                <a:cs typeface="Arial"/>
              </a:rPr>
              <a:t>limit, fields_like, custom_only, sections, summary — two tools were 82 % of a task’s bill before shaping</a:t>
            </a:r>
            <a:endParaRPr lang="en-US" dirty="0"/>
          </a:p>
          <a:p>
            <a:pPr indent="-114300" marL="114300">
              <a:spcBef>
                <a:spcPts val="300"/>
              </a:spcBef>
              <a:lnSpc>
                <a:spcPct val="112000"/>
              </a:lnSpc>
              <a:buChar char="•"/>
            </a:pPr>
            <a:r>
              <a:rPr lang="en-US" sz="800" b="1" dirty="0">
                <a:solidFill>
                  <a:srgbClr val="6DC1C9"/>
                </a:solidFill>
                <a:latin typeface="Arial"/>
                <a:cs typeface="Arial"/>
              </a:rPr>
              <a:t>Encoding per response: </a:t>
            </a:r>
            <a:r>
              <a:rPr lang="en-US" sz="800" dirty="0">
                <a:solidFill>
                  <a:srgbClr val="333333"/>
                </a:solidFill>
                <a:latin typeface="Arial"/>
                <a:cs typeface="Arial"/>
              </a:rPr>
              <a:t>TOON or Markdown, whichever is smaller for that payload; adaptive beat both</a:t>
            </a:r>
            <a:endParaRPr lang="en-US" dirty="0"/>
          </a:p>
          <a:p>
            <a:pPr indent="-114300" marL="114300">
              <a:spcBef>
                <a:spcPts val="300"/>
              </a:spcBef>
              <a:lnSpc>
                <a:spcPct val="112000"/>
              </a:lnSpc>
              <a:buChar char="•"/>
            </a:pPr>
            <a:r>
              <a:rPr lang="en-US" sz="800" b="1" dirty="0">
                <a:solidFill>
                  <a:srgbClr val="6DC1C9"/>
                </a:solidFill>
                <a:latin typeface="Arial"/>
                <a:cs typeface="Arial"/>
              </a:rPr>
              <a:t>Pagination and batching: </a:t>
            </a:r>
            <a:r>
              <a:rPr lang="en-US" sz="800" dirty="0">
                <a:solidFill>
                  <a:srgbClr val="333333"/>
                </a:solidFill>
                <a:latin typeface="Arial"/>
                <a:cs typeface="Arial"/>
              </a:rPr>
              <a:t>a cursor continues a list without re-paying its head; a batch hoists what its entries repeat</a:t>
            </a:r>
            <a:endParaRPr lang="en-US" dirty="0"/>
          </a:p>
          <a:p>
            <a:pPr indent="-114300" marL="114300">
              <a:spcBef>
                <a:spcPts val="300"/>
              </a:spcBef>
              <a:lnSpc>
                <a:spcPct val="112000"/>
              </a:lnSpc>
              <a:buChar char="•"/>
            </a:pPr>
            <a:r>
              <a:rPr lang="en-US" sz="800" b="1" dirty="0">
                <a:solidFill>
                  <a:srgbClr val="6DC1C9"/>
                </a:solidFill>
                <a:latin typeface="Arial"/>
                <a:cs typeface="Arial"/>
              </a:rPr>
              <a:t>Guardrails: </a:t>
            </a:r>
            <a:r>
              <a:rPr lang="en-US" sz="800" dirty="0">
                <a:solidFill>
                  <a:srgbClr val="333333"/>
                </a:solidFill>
                <a:latin typeface="Arial"/>
                <a:cs typeface="Arial"/>
              </a:rPr>
              <a:t>three identical calls in a row return a note instead of a 12 k-token dump; one staleness note per process</a:t>
            </a:r>
            <a:endParaRPr lang="en-US" dirty="0"/>
          </a:p>
          <a:p>
            <a:pPr indent="-114300" marL="114300">
              <a:spcBef>
                <a:spcPts val="300"/>
              </a:spcBef>
              <a:lnSpc>
                <a:spcPct val="112000"/>
              </a:lnSpc>
              <a:buChar char="•"/>
            </a:pPr>
            <a:r>
              <a:rPr lang="en-US" sz="800" b="1" dirty="0">
                <a:solidFill>
                  <a:srgbClr val="6DC1C9"/>
                </a:solidFill>
                <a:latin typeface="Arial"/>
                <a:cs typeface="Arial"/>
              </a:rPr>
              <a:t>Dead keys omitted, </a:t>
            </a:r>
            <a:r>
              <a:rPr lang="en-US" sz="800" dirty="0">
                <a:solidFill>
                  <a:srgbClr val="333333"/>
                </a:solidFill>
                <a:latin typeface="Arial"/>
                <a:cs typeface="Arial"/>
              </a:rPr>
              <a:t>but never ragged rows: a missing key on some rows costs +107 % in the text channel</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PH 257"/>
          <p:cNvSpPr>
            <a:spLocks noGrp="1"/>
          </p:cNvSpPr>
          <p:nvPr>
            <p:ph type="title"/>
          </p:nvPr>
        </p:nvSpPr>
        <p:spPr/>
        <p:txBody>
          <a:bodyPr/>
          <a:lstStyle/>
          <a:p>
            <a:pPr/>
            <a:r>
              <a:rPr lang="en-US" sz="1800" b="1" dirty="0">
                <a:solidFill>
                  <a:srgbClr val="000000"/>
                </a:solidFill>
                <a:latin typeface="Arial"/>
                <a:cs typeface="Arial"/>
              </a:rPr>
              <a:t>How the services are implemented</a:t>
            </a:r>
            <a:endParaRPr lang="en-US" dirty="0"/>
          </a:p>
        </p:txBody>
      </p:sp>
      <p:sp>
        <p:nvSpPr>
          <p:cNvPr id="236" name="TextBox 237"/>
          <p:cNvSpPr txBox="1"/>
          <p:nvPr/>
        </p:nvSpPr>
        <p:spPr>
          <a:xfrm>
            <a:off x="539496" y="1170432"/>
            <a:ext cx="11109960" cy="384048"/>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One code base for the tools; two ways to reach it. Node.js 20, SQLite read-only, MCP protocol; response contract enforced by static-scan tests in a suite of 1,800+ tests.</a:t>
            </a:r>
            <a:endParaRPr lang="en-US" dirty="0"/>
          </a:p>
        </p:txBody>
      </p:sp>
      <p:sp>
        <p:nvSpPr>
          <p:cNvPr id="237" name="TextBox 238"/>
          <p:cNvSpPr txBox="1"/>
          <p:nvPr/>
        </p:nvSpPr>
        <p:spPr>
          <a:xfrm>
            <a:off x="539496" y="1572768"/>
            <a:ext cx="11109960" cy="274320"/>
          </a:xfrm>
          <a:prstGeom prst="rect">
            <a:avLst/>
          </a:prstGeom>
          <a:noFill/>
          <a:ln>
            <a:noFill/>
          </a:ln>
        </p:spPr>
        <p:txBody>
          <a:bodyPr wrap="square" anchor="t" lIns="91440" tIns="45720" rIns="91440" bIns="45720"/>
          <a:lstStyle/>
          <a:p>
            <a:pPr/>
            <a:r>
              <a:rPr lang="en-US" sz="950" b="1" dirty="0">
                <a:solidFill>
                  <a:srgbClr val="6DC1C9"/>
                </a:solidFill>
                <a:latin typeface="Arial"/>
                <a:cs typeface="Arial"/>
              </a:rPr>
              <a:t>From metadata to an answer</a:t>
            </a:r>
            <a:endParaRPr lang="en-US" dirty="0"/>
          </a:p>
        </p:txBody>
      </p:sp>
      <p:sp>
        <p:nvSpPr>
          <p:cNvPr id="238" name="Chevron 239"/>
          <p:cNvSpPr/>
          <p:nvPr/>
        </p:nvSpPr>
        <p:spPr>
          <a:xfrm>
            <a:off x="539496" y="1874520"/>
            <a:ext cx="2286000" cy="777240"/>
          </a:xfrm>
          <a:prstGeom prst="homePlate">
            <a:avLst>
              <a:gd name="adj" fmla="val 30000"/>
            </a:avLst>
          </a:prstGeom>
          <a:solidFill>
            <a:srgbClr val="813341"/>
          </a:solidFill>
          <a:ln>
            <a:noFill/>
          </a:ln>
        </p:spPr>
      </p:sp>
      <p:sp>
        <p:nvSpPr>
          <p:cNvPr id="239" name="TextBox 240"/>
          <p:cNvSpPr txBox="1"/>
          <p:nvPr/>
        </p:nvSpPr>
        <p:spPr>
          <a:xfrm>
            <a:off x="585216" y="1874520"/>
            <a:ext cx="2057400" cy="777240"/>
          </a:xfrm>
          <a:prstGeom prst="rect">
            <a:avLst/>
          </a:prstGeom>
          <a:noFill/>
          <a:ln>
            <a:noFill/>
          </a:ln>
        </p:spPr>
        <p:txBody>
          <a:bodyPr wrap="square" anchor="ctr" lIns="45720" tIns="45720" rIns="45720" bIns="45720"/>
          <a:lstStyle/>
          <a:p>
            <a:pPr algn="ctr"/>
            <a:r>
              <a:rPr lang="en-US" sz="850" b="1" dirty="0">
                <a:solidFill>
                  <a:srgbClr val="FFFFFF"/>
                </a:solidFill>
                <a:latin typeface="Arial"/>
                <a:cs typeface="Arial"/>
              </a:rPr>
              <a:t>Sources on the dev box</a:t>
            </a:r>
            <a:endParaRPr lang="en-US" dirty="0"/>
          </a:p>
          <a:p>
            <a:pPr algn="ctr"/>
            <a:r>
              <a:rPr lang="en-US" sz="700" dirty="0">
                <a:solidFill>
                  <a:srgbClr val="FFFFFF"/>
                </a:solidFill>
                <a:latin typeface="Arial"/>
                <a:cs typeface="Arial"/>
              </a:rPr>
              <a:t>AOT XML · compiler XRef DB · label files · sealed ISV stores</a:t>
            </a:r>
            <a:endParaRPr lang="en-US" dirty="0"/>
          </a:p>
        </p:txBody>
      </p:sp>
      <p:sp>
        <p:nvSpPr>
          <p:cNvPr id="240" name="Chevron 241"/>
          <p:cNvSpPr/>
          <p:nvPr/>
        </p:nvSpPr>
        <p:spPr>
          <a:xfrm>
            <a:off x="2834640" y="1874520"/>
            <a:ext cx="2286000" cy="777240"/>
          </a:xfrm>
          <a:prstGeom prst="homePlate">
            <a:avLst>
              <a:gd name="adj" fmla="val 30000"/>
            </a:avLst>
          </a:prstGeom>
          <a:solidFill>
            <a:srgbClr val="AD9B68"/>
          </a:solidFill>
          <a:ln>
            <a:noFill/>
          </a:ln>
        </p:spPr>
      </p:sp>
      <p:sp>
        <p:nvSpPr>
          <p:cNvPr id="241" name="TextBox 242"/>
          <p:cNvSpPr txBox="1"/>
          <p:nvPr/>
        </p:nvSpPr>
        <p:spPr>
          <a:xfrm>
            <a:off x="2880360" y="1874520"/>
            <a:ext cx="2057400" cy="777240"/>
          </a:xfrm>
          <a:prstGeom prst="rect">
            <a:avLst/>
          </a:prstGeom>
          <a:noFill/>
          <a:ln>
            <a:noFill/>
          </a:ln>
        </p:spPr>
        <p:txBody>
          <a:bodyPr wrap="square" anchor="ctr" lIns="45720" tIns="45720" rIns="45720" bIns="45720"/>
          <a:lstStyle/>
          <a:p>
            <a:pPr algn="ctr"/>
            <a:r>
              <a:rPr lang="en-US" sz="850" b="1" dirty="0">
                <a:solidFill>
                  <a:srgbClr val="FFFFFF"/>
                </a:solidFill>
                <a:latin typeface="Arial"/>
                <a:cs typeface="Arial"/>
              </a:rPr>
              <a:t>Builders</a:t>
            </a:r>
            <a:endParaRPr lang="en-US" dirty="0"/>
          </a:p>
          <a:p>
            <a:pPr algn="ctr"/>
            <a:r>
              <a:rPr lang="en-US" sz="700" dirty="0">
                <a:solidFill>
                  <a:srgbClr val="FFFFFF"/>
                </a:solidFill>
                <a:latin typeface="Arial"/>
                <a:cs typeface="Arial"/>
              </a:rPr>
              <a:t>build:kb · build:xref · build:labels · isv-scan</a:t>
            </a:r>
            <a:endParaRPr lang="en-US" dirty="0"/>
          </a:p>
        </p:txBody>
      </p:sp>
      <p:sp>
        <p:nvSpPr>
          <p:cNvPr id="242" name="Chevron 243"/>
          <p:cNvSpPr/>
          <p:nvPr/>
        </p:nvSpPr>
        <p:spPr>
          <a:xfrm>
            <a:off x="5129784" y="1874520"/>
            <a:ext cx="2286000" cy="777240"/>
          </a:xfrm>
          <a:prstGeom prst="homePlate">
            <a:avLst>
              <a:gd name="adj" fmla="val 30000"/>
            </a:avLst>
          </a:prstGeom>
          <a:solidFill>
            <a:srgbClr val="6DC1C9"/>
          </a:solidFill>
          <a:ln>
            <a:noFill/>
          </a:ln>
        </p:spPr>
      </p:sp>
      <p:sp>
        <p:nvSpPr>
          <p:cNvPr id="243" name="TextBox 244"/>
          <p:cNvSpPr txBox="1"/>
          <p:nvPr/>
        </p:nvSpPr>
        <p:spPr>
          <a:xfrm>
            <a:off x="5175504" y="1874520"/>
            <a:ext cx="2057400" cy="777240"/>
          </a:xfrm>
          <a:prstGeom prst="rect">
            <a:avLst/>
          </a:prstGeom>
          <a:noFill/>
          <a:ln>
            <a:noFill/>
          </a:ln>
        </p:spPr>
        <p:txBody>
          <a:bodyPr wrap="square" anchor="ctr" lIns="45720" tIns="45720" rIns="45720" bIns="45720"/>
          <a:lstStyle/>
          <a:p>
            <a:pPr algn="ctr"/>
            <a:r>
              <a:rPr lang="en-US" sz="850" b="1" dirty="0">
                <a:solidFill>
                  <a:srgbClr val="FFFFFF"/>
                </a:solidFill>
                <a:latin typeface="Arial"/>
                <a:cs typeface="Arial"/>
              </a:rPr>
              <a:t>SQLite snapshots</a:t>
            </a:r>
            <a:endParaRPr lang="en-US" dirty="0"/>
          </a:p>
          <a:p>
            <a:pPr algn="ctr"/>
            <a:r>
              <a:rPr lang="en-US" sz="700" dirty="0">
                <a:solidFill>
                  <a:srgbClr val="FFFFFF"/>
                </a:solidFill>
                <a:latin typeface="Arial"/>
                <a:cs typeface="Arial"/>
              </a:rPr>
              <a:t>KB 1 GB · XRef 3.3 GB · Labels 5 GB · Sec 60 MB</a:t>
            </a:r>
            <a:endParaRPr lang="en-US" dirty="0"/>
          </a:p>
        </p:txBody>
      </p:sp>
      <p:sp>
        <p:nvSpPr>
          <p:cNvPr id="244" name="Chevron 245"/>
          <p:cNvSpPr/>
          <p:nvPr/>
        </p:nvSpPr>
        <p:spPr>
          <a:xfrm>
            <a:off x="7424928" y="1874520"/>
            <a:ext cx="2286000" cy="777240"/>
          </a:xfrm>
          <a:prstGeom prst="homePlate">
            <a:avLst>
              <a:gd name="adj" fmla="val 30000"/>
            </a:avLst>
          </a:prstGeom>
          <a:solidFill>
            <a:srgbClr val="647772"/>
          </a:solidFill>
          <a:ln>
            <a:noFill/>
          </a:ln>
        </p:spPr>
      </p:sp>
      <p:sp>
        <p:nvSpPr>
          <p:cNvPr id="245" name="TextBox 246"/>
          <p:cNvSpPr txBox="1"/>
          <p:nvPr/>
        </p:nvSpPr>
        <p:spPr>
          <a:xfrm>
            <a:off x="7470648" y="1874520"/>
            <a:ext cx="2057400" cy="777240"/>
          </a:xfrm>
          <a:prstGeom prst="rect">
            <a:avLst/>
          </a:prstGeom>
          <a:noFill/>
          <a:ln>
            <a:noFill/>
          </a:ln>
        </p:spPr>
        <p:txBody>
          <a:bodyPr wrap="square" anchor="ctr" lIns="45720" tIns="45720" rIns="45720" bIns="45720"/>
          <a:lstStyle/>
          <a:p>
            <a:pPr algn="ctr"/>
            <a:r>
              <a:rPr lang="en-US" sz="850" b="1" dirty="0">
                <a:solidFill>
                  <a:srgbClr val="FFFFFF"/>
                </a:solidFill>
                <a:latin typeface="Arial"/>
                <a:cs typeface="Arial"/>
              </a:rPr>
              <a:t>Shared tool code</a:t>
            </a:r>
            <a:endParaRPr lang="en-US" dirty="0"/>
          </a:p>
          <a:p>
            <a:pPr algn="ctr"/>
            <a:r>
              <a:rPr lang="en-US" sz="700" dirty="0">
                <a:solidFill>
                  <a:srgbClr val="FFFFFF"/>
                </a:solidFill>
                <a:latin typeface="Arial"/>
                <a:cs typeface="Arial"/>
              </a:rPr>
              <a:t>75 tools, one implementation for local and Azure</a:t>
            </a:r>
            <a:endParaRPr lang="en-US" dirty="0"/>
          </a:p>
        </p:txBody>
      </p:sp>
      <p:sp>
        <p:nvSpPr>
          <p:cNvPr id="246" name="Chevron 247"/>
          <p:cNvSpPr/>
          <p:nvPr/>
        </p:nvSpPr>
        <p:spPr>
          <a:xfrm>
            <a:off x="9720072" y="1874520"/>
            <a:ext cx="1929384" cy="777240"/>
          </a:xfrm>
          <a:prstGeom prst="homePlate">
            <a:avLst>
              <a:gd name="adj" fmla="val 30000"/>
            </a:avLst>
          </a:prstGeom>
          <a:solidFill>
            <a:srgbClr val="333333"/>
          </a:solidFill>
          <a:ln>
            <a:noFill/>
          </a:ln>
        </p:spPr>
      </p:sp>
      <p:sp>
        <p:nvSpPr>
          <p:cNvPr id="247" name="TextBox 248"/>
          <p:cNvSpPr txBox="1"/>
          <p:nvPr/>
        </p:nvSpPr>
        <p:spPr>
          <a:xfrm>
            <a:off x="9765792" y="1874520"/>
            <a:ext cx="1700784" cy="777240"/>
          </a:xfrm>
          <a:prstGeom prst="rect">
            <a:avLst/>
          </a:prstGeom>
          <a:noFill/>
          <a:ln>
            <a:noFill/>
          </a:ln>
        </p:spPr>
        <p:txBody>
          <a:bodyPr wrap="square" anchor="ctr" lIns="45720" tIns="45720" rIns="45720" bIns="45720"/>
          <a:lstStyle/>
          <a:p>
            <a:pPr algn="ctr"/>
            <a:r>
              <a:rPr lang="en-US" sz="850" b="1" dirty="0">
                <a:solidFill>
                  <a:srgbClr val="FFFFFF"/>
                </a:solidFill>
                <a:latin typeface="Arial"/>
                <a:cs typeface="Arial"/>
              </a:rPr>
              <a:t>Client</a:t>
            </a:r>
            <a:endParaRPr lang="en-US" dirty="0"/>
          </a:p>
          <a:p>
            <a:pPr algn="ctr"/>
            <a:r>
              <a:rPr lang="en-US" sz="700" dirty="0">
                <a:solidFill>
                  <a:srgbClr val="FFFFFF"/>
                </a:solidFill>
                <a:latin typeface="Arial"/>
                <a:cs typeface="Arial"/>
              </a:rPr>
              <a:t>Claude Code · claude.ai connectors</a:t>
            </a:r>
            <a:endParaRPr lang="en-US" dirty="0"/>
          </a:p>
        </p:txBody>
      </p:sp>
      <p:sp>
        <p:nvSpPr>
          <p:cNvPr id="248" name="Rect 249"/>
          <p:cNvSpPr/>
          <p:nvPr/>
        </p:nvSpPr>
        <p:spPr>
          <a:xfrm>
            <a:off x="539496" y="2880360"/>
            <a:ext cx="5440680" cy="329184"/>
          </a:xfrm>
          <a:prstGeom prst="roundRect">
            <a:avLst>
              <a:gd name="adj" fmla="val 4000"/>
            </a:avLst>
          </a:prstGeom>
          <a:solidFill>
            <a:srgbClr val="6DC1C9"/>
          </a:solidFill>
          <a:ln>
            <a:noFill/>
          </a:ln>
        </p:spPr>
      </p:sp>
      <p:sp>
        <p:nvSpPr>
          <p:cNvPr id="249" name="TextBox 250"/>
          <p:cNvSpPr txBox="1"/>
          <p:nvPr/>
        </p:nvSpPr>
        <p:spPr>
          <a:xfrm>
            <a:off x="539496" y="2880360"/>
            <a:ext cx="544068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Local: stdio servers on the developer machine</a:t>
            </a:r>
            <a:endParaRPr lang="en-US" dirty="0"/>
          </a:p>
        </p:txBody>
      </p:sp>
      <p:sp>
        <p:nvSpPr>
          <p:cNvPr id="250" name="Rect 251"/>
          <p:cNvSpPr/>
          <p:nvPr/>
        </p:nvSpPr>
        <p:spPr>
          <a:xfrm>
            <a:off x="539496" y="3209544"/>
            <a:ext cx="5440680" cy="2459736"/>
          </a:xfrm>
          <a:prstGeom prst="rect">
            <a:avLst/>
          </a:prstGeom>
          <a:solidFill>
            <a:srgbClr val="FFFFFF"/>
          </a:solidFill>
          <a:ln w="6350">
            <a:solidFill>
              <a:srgbClr val="6DC1C9"/>
            </a:solidFill>
          </a:ln>
        </p:spPr>
      </p:sp>
      <p:sp>
        <p:nvSpPr>
          <p:cNvPr id="251" name="TextBox 252"/>
          <p:cNvSpPr txBox="1"/>
          <p:nvPr/>
        </p:nvSpPr>
        <p:spPr>
          <a:xfrm>
            <a:off x="585216" y="3246120"/>
            <a:ext cx="5349240" cy="2386584"/>
          </a:xfrm>
          <a:prstGeom prst="rect">
            <a:avLst/>
          </a:prstGeom>
          <a:noFill/>
          <a:ln>
            <a:noFill/>
          </a:ln>
        </p:spPr>
        <p:txBody>
          <a:bodyPr wrap="square" anchor="t" lIns="91440" tIns="45720" rIns="91440" bIns="45720"/>
          <a:lstStyle/>
          <a:p>
            <a:pPr indent="-114300" marL="114300">
              <a:spcBef>
                <a:spcPts val="300"/>
              </a:spcBef>
              <a:lnSpc>
                <a:spcPct val="112000"/>
              </a:lnSpc>
              <a:buChar char="•"/>
            </a:pPr>
            <a:r>
              <a:rPr lang="en-US" sz="800" b="1" dirty="0">
                <a:solidFill>
                  <a:srgbClr val="6DC1C9"/>
                </a:solidFill>
                <a:latin typeface="Arial"/>
                <a:cs typeface="Arial"/>
              </a:rPr>
              <a:t>Started by Claude Code </a:t>
            </a:r>
            <a:r>
              <a:rPr lang="en-US" sz="800" dirty="0">
                <a:solidFill>
                  <a:srgbClr val="333333"/>
                </a:solidFill>
                <a:latin typeface="Arial"/>
                <a:cs typeface="Arial"/>
              </a:rPr>
              <a:t>from ~/.claude.json; read the snapshots on disk, no network</a:t>
            </a:r>
            <a:endParaRPr lang="en-US" dirty="0"/>
          </a:p>
          <a:p>
            <a:pPr indent="-114300" marL="114300">
              <a:spcBef>
                <a:spcPts val="300"/>
              </a:spcBef>
              <a:lnSpc>
                <a:spcPct val="112000"/>
              </a:lnSpc>
              <a:buChar char="•"/>
            </a:pPr>
            <a:r>
              <a:rPr lang="en-US" sz="800" b="1" dirty="0">
                <a:solidFill>
                  <a:srgbClr val="6DC1C9"/>
                </a:solidFill>
                <a:latin typeface="Arial"/>
                <a:cs typeface="Arial"/>
              </a:rPr>
              <a:t>Same tool code </a:t>
            </a:r>
            <a:r>
              <a:rPr lang="en-US" sz="800" dirty="0">
                <a:solidFill>
                  <a:srgbClr val="333333"/>
                </a:solidFill>
                <a:latin typeface="Arial"/>
                <a:cs typeface="Arial"/>
              </a:rPr>
              <a:t>as Azure — only transport and database opening differ</a:t>
            </a:r>
            <a:endParaRPr lang="en-US" dirty="0"/>
          </a:p>
          <a:p>
            <a:pPr indent="-114300" marL="114300">
              <a:spcBef>
                <a:spcPts val="300"/>
              </a:spcBef>
              <a:lnSpc>
                <a:spcPct val="112000"/>
              </a:lnSpc>
              <a:buChar char="•"/>
            </a:pPr>
            <a:r>
              <a:rPr lang="en-US" sz="800" b="1" dirty="0">
                <a:solidFill>
                  <a:srgbClr val="6DC1C9"/>
                </a:solidFill>
                <a:latin typeface="Arial"/>
                <a:cs typeface="Arial"/>
              </a:rPr>
              <a:t>Tracing on by default: </a:t>
            </a:r>
            <a:r>
              <a:rPr lang="en-US" sz="800" dirty="0">
                <a:solidFill>
                  <a:srgbClr val="333333"/>
                </a:solidFill>
                <a:latin typeface="Arial"/>
                <a:cs typeface="Arial"/>
              </a:rPr>
              <a:t>every call is recorded as a replayable record (tool + arguments, never the response)</a:t>
            </a:r>
            <a:endParaRPr lang="en-US" dirty="0"/>
          </a:p>
          <a:p>
            <a:pPr indent="-114300" marL="114300">
              <a:spcBef>
                <a:spcPts val="300"/>
              </a:spcBef>
              <a:lnSpc>
                <a:spcPct val="112000"/>
              </a:lnSpc>
              <a:buChar char="•"/>
            </a:pPr>
            <a:r>
              <a:rPr lang="en-US" sz="800" b="1" dirty="0">
                <a:solidFill>
                  <a:srgbClr val="6DC1C9"/>
                </a:solidFill>
                <a:latin typeface="Arial"/>
                <a:cs typeface="Arial"/>
              </a:rPr>
              <a:t>Refreshed by the compile hook </a:t>
            </a:r>
            <a:r>
              <a:rPr lang="en-US" sz="800" dirty="0">
                <a:solidFill>
                  <a:srgbClr val="333333"/>
                </a:solidFill>
                <a:latin typeface="Arial"/>
                <a:cs typeface="Arial"/>
              </a:rPr>
              <a:t>within minutes of a successful build (next slide)</a:t>
            </a:r>
            <a:endParaRPr lang="en-US" dirty="0"/>
          </a:p>
        </p:txBody>
      </p:sp>
      <p:sp>
        <p:nvSpPr>
          <p:cNvPr id="252" name="Rect 253"/>
          <p:cNvSpPr/>
          <p:nvPr/>
        </p:nvSpPr>
        <p:spPr>
          <a:xfrm>
            <a:off x="6208776" y="2880360"/>
            <a:ext cx="5440680" cy="329184"/>
          </a:xfrm>
          <a:prstGeom prst="roundRect">
            <a:avLst>
              <a:gd name="adj" fmla="val 4000"/>
            </a:avLst>
          </a:prstGeom>
          <a:solidFill>
            <a:srgbClr val="AD9B68"/>
          </a:solidFill>
          <a:ln>
            <a:noFill/>
          </a:ln>
        </p:spPr>
      </p:sp>
      <p:sp>
        <p:nvSpPr>
          <p:cNvPr id="253" name="TextBox 254"/>
          <p:cNvSpPr txBox="1"/>
          <p:nvPr/>
        </p:nvSpPr>
        <p:spPr>
          <a:xfrm>
            <a:off x="6208776" y="2880360"/>
            <a:ext cx="5440680" cy="329184"/>
          </a:xfrm>
          <a:prstGeom prst="rect">
            <a:avLst/>
          </a:prstGeom>
          <a:noFill/>
          <a:ln>
            <a:noFill/>
          </a:ln>
        </p:spPr>
        <p:txBody>
          <a:bodyPr wrap="square" anchor="ctr" lIns="91440" tIns="45720" rIns="91440" bIns="45720"/>
          <a:lstStyle/>
          <a:p>
            <a:pPr/>
            <a:r>
              <a:rPr lang="en-US" sz="950" b="1" dirty="0">
                <a:solidFill>
                  <a:srgbClr val="FFFFFF"/>
                </a:solidFill>
                <a:latin typeface="Arial"/>
                <a:cs typeface="Arial"/>
              </a:rPr>
              <a:t>Azure: Functions app with Entra sign-in</a:t>
            </a:r>
            <a:endParaRPr lang="en-US" dirty="0"/>
          </a:p>
        </p:txBody>
      </p:sp>
      <p:sp>
        <p:nvSpPr>
          <p:cNvPr id="254" name="Rect 255"/>
          <p:cNvSpPr/>
          <p:nvPr/>
        </p:nvSpPr>
        <p:spPr>
          <a:xfrm>
            <a:off x="6208776" y="3209544"/>
            <a:ext cx="5440680" cy="2459736"/>
          </a:xfrm>
          <a:prstGeom prst="rect">
            <a:avLst/>
          </a:prstGeom>
          <a:solidFill>
            <a:srgbClr val="FFFFFF"/>
          </a:solidFill>
          <a:ln w="6350">
            <a:solidFill>
              <a:srgbClr val="AD9B68"/>
            </a:solidFill>
          </a:ln>
        </p:spPr>
      </p:sp>
      <p:sp>
        <p:nvSpPr>
          <p:cNvPr id="255" name="TextBox 256"/>
          <p:cNvSpPr txBox="1"/>
          <p:nvPr/>
        </p:nvSpPr>
        <p:spPr>
          <a:xfrm>
            <a:off x="6254496" y="3246120"/>
            <a:ext cx="5349240" cy="2386584"/>
          </a:xfrm>
          <a:prstGeom prst="rect">
            <a:avLst/>
          </a:prstGeom>
          <a:noFill/>
          <a:ln>
            <a:noFill/>
          </a:ln>
        </p:spPr>
        <p:txBody>
          <a:bodyPr wrap="square" anchor="t" lIns="91440" tIns="45720" rIns="91440" bIns="45720"/>
          <a:lstStyle/>
          <a:p>
            <a:pPr indent="-114300" marL="114300">
              <a:spcBef>
                <a:spcPts val="300"/>
              </a:spcBef>
              <a:lnSpc>
                <a:spcPct val="112000"/>
              </a:lnSpc>
              <a:buChar char="•"/>
            </a:pPr>
            <a:r>
              <a:rPr lang="en-US" sz="800" b="1" dirty="0">
                <a:solidFill>
                  <a:srgbClr val="AD9B68"/>
                </a:solidFill>
                <a:latin typeface="Arial"/>
                <a:cs typeface="Arial"/>
              </a:rPr>
              <a:t>Five HTTP endpoints </a:t>
            </a:r>
            <a:r>
              <a:rPr lang="en-US" sz="800" dirty="0">
                <a:solidFill>
                  <a:srgbClr val="333333"/>
                </a:solidFill>
                <a:latin typeface="Arial"/>
                <a:cs typeface="Arial"/>
              </a:rPr>
              <a:t>(MCP Streamable HTTP) on one Function App, snapshots uploaded next to the code</a:t>
            </a:r>
            <a:endParaRPr lang="en-US" dirty="0"/>
          </a:p>
          <a:p>
            <a:pPr indent="-114300" marL="114300">
              <a:spcBef>
                <a:spcPts val="300"/>
              </a:spcBef>
              <a:lnSpc>
                <a:spcPct val="112000"/>
              </a:lnSpc>
              <a:buChar char="•"/>
            </a:pPr>
            <a:r>
              <a:rPr lang="en-US" sz="800" b="1" dirty="0">
                <a:solidFill>
                  <a:srgbClr val="AD9B68"/>
                </a:solidFill>
                <a:latin typeface="Arial"/>
                <a:cs typeface="Arial"/>
              </a:rPr>
              <a:t>Sign-in with the company account: </a:t>
            </a:r>
            <a:r>
              <a:rPr lang="en-US" sz="800" dirty="0">
                <a:solidFill>
                  <a:srgbClr val="333333"/>
                </a:solidFill>
                <a:latin typeface="Arial"/>
                <a:cs typeface="Arial"/>
              </a:rPr>
              <a:t>Easy Auth plus an in-repo OAuth proxy that fixes the two Entra incompatibilities MCP clients hit</a:t>
            </a:r>
            <a:endParaRPr lang="en-US" dirty="0"/>
          </a:p>
          <a:p>
            <a:pPr indent="-114300" marL="114300">
              <a:spcBef>
                <a:spcPts val="300"/>
              </a:spcBef>
              <a:lnSpc>
                <a:spcPct val="112000"/>
              </a:lnSpc>
              <a:buChar char="•"/>
            </a:pPr>
            <a:r>
              <a:rPr lang="en-US" sz="800" b="1" dirty="0">
                <a:solidFill>
                  <a:srgbClr val="AD9B68"/>
                </a:solidFill>
                <a:latin typeface="Arial"/>
                <a:cs typeface="Arial"/>
              </a:rPr>
              <a:t>Served to claude.ai as connectors, </a:t>
            </a:r>
            <a:r>
              <a:rPr lang="en-US" sz="800" dirty="0">
                <a:solidFill>
                  <a:srgbClr val="333333"/>
                </a:solidFill>
                <a:latin typeface="Arial"/>
                <a:cs typeface="Arial"/>
              </a:rPr>
              <a:t>so the same tools work in chat without a local setup</a:t>
            </a:r>
            <a:endParaRPr lang="en-US" dirty="0"/>
          </a:p>
          <a:p>
            <a:pPr indent="-114300" marL="114300">
              <a:spcBef>
                <a:spcPts val="300"/>
              </a:spcBef>
              <a:lnSpc>
                <a:spcPct val="112000"/>
              </a:lnSpc>
              <a:buChar char="•"/>
            </a:pPr>
            <a:r>
              <a:rPr lang="en-US" sz="800" b="1" dirty="0">
                <a:solidFill>
                  <a:srgbClr val="AD9B68"/>
                </a:solidFill>
                <a:latin typeface="Arial"/>
                <a:cs typeface="Arial"/>
              </a:rPr>
              <a:t>Self-healing indexes and freshness banner </a:t>
            </a:r>
            <a:r>
              <a:rPr lang="en-US" sz="800" dirty="0">
                <a:solidFill>
                  <a:srgbClr val="333333"/>
                </a:solidFill>
                <a:latin typeface="Arial"/>
                <a:cs typeface="Arial"/>
              </a:rPr>
              <a:t>so a code deploy alone brings an older snapshot up to date</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PH 274"/>
          <p:cNvSpPr>
            <a:spLocks noGrp="1"/>
          </p:cNvSpPr>
          <p:nvPr>
            <p:ph type="title"/>
          </p:nvPr>
        </p:nvSpPr>
        <p:spPr/>
        <p:txBody>
          <a:bodyPr/>
          <a:lstStyle/>
          <a:p>
            <a:pPr/>
            <a:r>
              <a:rPr lang="en-US" sz="1800" b="1" dirty="0">
                <a:solidFill>
                  <a:srgbClr val="000000"/>
                </a:solidFill>
                <a:latin typeface="Arial"/>
                <a:cs typeface="Arial"/>
              </a:rPr>
              <a:t>How the snapshots are kept fresh</a:t>
            </a:r>
            <a:endParaRPr lang="en-US" dirty="0"/>
          </a:p>
        </p:txBody>
      </p:sp>
      <p:sp>
        <p:nvSpPr>
          <p:cNvPr id="257" name="TextBox 258"/>
          <p:cNvSpPr txBox="1"/>
          <p:nvPr/>
        </p:nvSpPr>
        <p:spPr>
          <a:xfrm>
            <a:off x="539496" y="1170432"/>
            <a:ext cx="11109960" cy="384048"/>
          </a:xfrm>
          <a:prstGeom prst="rect">
            <a:avLst/>
          </a:prstGeom>
          <a:noFill/>
          <a:ln>
            <a:noFill/>
          </a:ln>
        </p:spPr>
        <p:txBody>
          <a:bodyPr wrap="square" anchor="t" lIns="91440" tIns="45720" rIns="91440" bIns="45720"/>
          <a:lstStyle/>
          <a:p>
            <a:pPr>
              <a:lnSpc>
                <a:spcPct val="105000"/>
              </a:lnSpc>
            </a:pPr>
            <a:r>
              <a:rPr lang="en-US" sz="900" i="1" dirty="0">
                <a:solidFill>
                  <a:srgbClr val="666666"/>
                </a:solidFill>
                <a:latin typeface="Arial"/>
                <a:cs typeface="Arial"/>
              </a:rPr>
              <a:t>Full rebuilds take 10–60 minutes and were never viable per compile. One custom model is 0.9 % of the names and 0.3 % of the references — so a delta is, and the weekly full rebuild keeps the deltas honest.</a:t>
            </a:r>
            <a:endParaRPr lang="en-US" dirty="0"/>
          </a:p>
        </p:txBody>
      </p:sp>
      <p:sp>
        <p:nvSpPr>
          <p:cNvPr id="258" name="Rect 259"/>
          <p:cNvSpPr/>
          <p:nvPr/>
        </p:nvSpPr>
        <p:spPr>
          <a:xfrm>
            <a:off x="539496" y="1600200"/>
            <a:ext cx="3611880" cy="566928"/>
          </a:xfrm>
          <a:prstGeom prst="roundRect">
            <a:avLst>
              <a:gd name="adj" fmla="val 4000"/>
            </a:avLst>
          </a:prstGeom>
          <a:solidFill>
            <a:srgbClr val="6DC1C9"/>
          </a:solidFill>
          <a:ln>
            <a:noFill/>
          </a:ln>
        </p:spPr>
      </p:sp>
      <p:sp>
        <p:nvSpPr>
          <p:cNvPr id="259" name="TextBox 260"/>
          <p:cNvSpPr txBox="1"/>
          <p:nvPr/>
        </p:nvSpPr>
        <p:spPr>
          <a:xfrm>
            <a:off x="539496" y="1600200"/>
            <a:ext cx="3611880" cy="566928"/>
          </a:xfrm>
          <a:prstGeom prst="rect">
            <a:avLst/>
          </a:prstGeom>
          <a:noFill/>
          <a:ln>
            <a:noFill/>
          </a:ln>
        </p:spPr>
        <p:txBody>
          <a:bodyPr wrap="square" anchor="ctr" lIns="91440" tIns="45720" rIns="91440" bIns="45720"/>
          <a:lstStyle/>
          <a:p>
            <a:pPr algn="ctr"/>
            <a:r>
              <a:rPr lang="en-US" sz="1000" b="1" dirty="0">
                <a:solidFill>
                  <a:srgbClr val="FFFFFF"/>
                </a:solidFill>
                <a:latin typeface="Arial"/>
                <a:cs typeface="Arial"/>
              </a:rPr>
              <a:t>Every successful compile</a:t>
            </a:r>
            <a:endParaRPr lang="en-US" dirty="0"/>
          </a:p>
          <a:p>
            <a:pPr algn="ctr"/>
            <a:r>
              <a:rPr lang="en-US" sz="750" dirty="0">
                <a:solidFill>
                  <a:srgbClr val="FFFFFF"/>
                </a:solidFill>
                <a:latin typeface="Arial"/>
                <a:cs typeface="Arial"/>
              </a:rPr>
              <a:t>minutes</a:t>
            </a:r>
            <a:endParaRPr lang="en-US" dirty="0"/>
          </a:p>
        </p:txBody>
      </p:sp>
      <p:sp>
        <p:nvSpPr>
          <p:cNvPr id="260" name="Rect 261"/>
          <p:cNvSpPr/>
          <p:nvPr/>
        </p:nvSpPr>
        <p:spPr>
          <a:xfrm>
            <a:off x="539496" y="2167128"/>
            <a:ext cx="3611880" cy="2148840"/>
          </a:xfrm>
          <a:prstGeom prst="rect">
            <a:avLst/>
          </a:prstGeom>
          <a:solidFill>
            <a:srgbClr val="FFFFFF"/>
          </a:solidFill>
          <a:ln w="6350">
            <a:solidFill>
              <a:srgbClr val="6DC1C9"/>
            </a:solidFill>
          </a:ln>
        </p:spPr>
      </p:sp>
      <p:sp>
        <p:nvSpPr>
          <p:cNvPr id="261" name="TextBox 262"/>
          <p:cNvSpPr txBox="1"/>
          <p:nvPr/>
        </p:nvSpPr>
        <p:spPr>
          <a:xfrm>
            <a:off x="585216" y="2212848"/>
            <a:ext cx="3520440" cy="2057400"/>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00" dirty="0">
                <a:solidFill>
                  <a:srgbClr val="333333"/>
                </a:solidFill>
                <a:latin typeface="Arial"/>
                <a:cs typeface="Arial"/>
              </a:rPr>
              <a:t>An MSBuild hook in the projects folder fires after Build or Rebuild succeeds</a:t>
            </a:r>
            <a:endParaRPr lang="en-US" dirty="0"/>
          </a:p>
          <a:p>
            <a:pPr indent="-114300" marL="114300">
              <a:spcBef>
                <a:spcPts val="350"/>
              </a:spcBef>
              <a:lnSpc>
                <a:spcPct val="112000"/>
              </a:lnSpc>
              <a:buChar char="•"/>
            </a:pPr>
            <a:r>
              <a:rPr lang="en-US" sz="800" dirty="0">
                <a:solidFill>
                  <a:srgbClr val="333333"/>
                </a:solidFill>
                <a:latin typeface="Arial"/>
                <a:cs typeface="Arial"/>
              </a:rPr>
              <a:t>Refresh-McpData.ps1 runs detached: XRef delta 1 m 43 s, KB delta 11 s, ~15 s when nothing changed</a:t>
            </a:r>
            <a:endParaRPr lang="en-US" dirty="0"/>
          </a:p>
          <a:p>
            <a:pPr indent="-114300" marL="114300">
              <a:spcBef>
                <a:spcPts val="350"/>
              </a:spcBef>
              <a:lnSpc>
                <a:spcPct val="112000"/>
              </a:lnSpc>
              <a:buChar char="•"/>
            </a:pPr>
            <a:r>
              <a:rPr lang="en-US" sz="800" dirty="0">
                <a:solidFill>
                  <a:srgbClr val="333333"/>
                </a:solidFill>
                <a:latin typeface="Arial"/>
                <a:cs typeface="Arial"/>
              </a:rPr>
              <a:t>Ids stay stable, orphan check inside the transaction — a stale graph is recoverable, a corrupt one is not</a:t>
            </a:r>
            <a:endParaRPr lang="en-US" dirty="0"/>
          </a:p>
        </p:txBody>
      </p:sp>
      <p:sp>
        <p:nvSpPr>
          <p:cNvPr id="262" name="Rect 263"/>
          <p:cNvSpPr/>
          <p:nvPr/>
        </p:nvSpPr>
        <p:spPr>
          <a:xfrm>
            <a:off x="4288536" y="1600200"/>
            <a:ext cx="3611880" cy="566928"/>
          </a:xfrm>
          <a:prstGeom prst="roundRect">
            <a:avLst>
              <a:gd name="adj" fmla="val 4000"/>
            </a:avLst>
          </a:prstGeom>
          <a:solidFill>
            <a:srgbClr val="AD9B68"/>
          </a:solidFill>
          <a:ln>
            <a:noFill/>
          </a:ln>
        </p:spPr>
      </p:sp>
      <p:sp>
        <p:nvSpPr>
          <p:cNvPr id="263" name="TextBox 264"/>
          <p:cNvSpPr txBox="1"/>
          <p:nvPr/>
        </p:nvSpPr>
        <p:spPr>
          <a:xfrm>
            <a:off x="4288536" y="1600200"/>
            <a:ext cx="3611880" cy="566928"/>
          </a:xfrm>
          <a:prstGeom prst="rect">
            <a:avLst/>
          </a:prstGeom>
          <a:noFill/>
          <a:ln>
            <a:noFill/>
          </a:ln>
        </p:spPr>
        <p:txBody>
          <a:bodyPr wrap="square" anchor="ctr" lIns="91440" tIns="45720" rIns="91440" bIns="45720"/>
          <a:lstStyle/>
          <a:p>
            <a:pPr algn="ctr"/>
            <a:r>
              <a:rPr lang="en-US" sz="1000" b="1" dirty="0">
                <a:solidFill>
                  <a:srgbClr val="FFFFFF"/>
                </a:solidFill>
                <a:latin typeface="Arial"/>
                <a:cs typeface="Arial"/>
              </a:rPr>
              <a:t>Every week</a:t>
            </a:r>
            <a:endParaRPr lang="en-US" dirty="0"/>
          </a:p>
          <a:p>
            <a:pPr algn="ctr"/>
            <a:r>
              <a:rPr lang="en-US" sz="750" dirty="0">
                <a:solidFill>
                  <a:srgbClr val="FFFFFF"/>
                </a:solidFill>
                <a:latin typeface="Arial"/>
                <a:cs typeface="Arial"/>
              </a:rPr>
              <a:t>correctness</a:t>
            </a:r>
            <a:endParaRPr lang="en-US" dirty="0"/>
          </a:p>
        </p:txBody>
      </p:sp>
      <p:sp>
        <p:nvSpPr>
          <p:cNvPr id="264" name="Rect 265"/>
          <p:cNvSpPr/>
          <p:nvPr/>
        </p:nvSpPr>
        <p:spPr>
          <a:xfrm>
            <a:off x="4288536" y="2167128"/>
            <a:ext cx="3611880" cy="2148840"/>
          </a:xfrm>
          <a:prstGeom prst="rect">
            <a:avLst/>
          </a:prstGeom>
          <a:solidFill>
            <a:srgbClr val="FFFFFF"/>
          </a:solidFill>
          <a:ln w="6350">
            <a:solidFill>
              <a:srgbClr val="AD9B68"/>
            </a:solidFill>
          </a:ln>
        </p:spPr>
      </p:sp>
      <p:sp>
        <p:nvSpPr>
          <p:cNvPr id="265" name="TextBox 266"/>
          <p:cNvSpPr txBox="1"/>
          <p:nvPr/>
        </p:nvSpPr>
        <p:spPr>
          <a:xfrm>
            <a:off x="4334256" y="2212848"/>
            <a:ext cx="3520440" cy="2057400"/>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00" dirty="0">
                <a:solidFill>
                  <a:srgbClr val="333333"/>
                </a:solidFill>
                <a:latin typeface="Arial"/>
                <a:cs typeface="Arial"/>
              </a:rPr>
              <a:t>Full KB + XRef (+ Labels, ISV) rebuild, then Deploy.ps1 uploads the snapshots to Azure</a:t>
            </a:r>
            <a:endParaRPr lang="en-US" dirty="0"/>
          </a:p>
          <a:p>
            <a:pPr indent="-114300" marL="114300">
              <a:spcBef>
                <a:spcPts val="350"/>
              </a:spcBef>
              <a:lnSpc>
                <a:spcPct val="112000"/>
              </a:lnSpc>
              <a:buChar char="•"/>
            </a:pPr>
            <a:r>
              <a:rPr lang="en-US" sz="800" dirty="0">
                <a:solidFill>
                  <a:srgbClr val="333333"/>
                </a:solidFill>
                <a:latin typeface="Arial"/>
                <a:cs typeface="Arial"/>
              </a:rPr>
              <a:t>Not optional: deltas are additive and never delete, so a removed object lingers until the rebuild</a:t>
            </a:r>
            <a:endParaRPr lang="en-US" dirty="0"/>
          </a:p>
          <a:p>
            <a:pPr indent="-114300" marL="114300">
              <a:spcBef>
                <a:spcPts val="350"/>
              </a:spcBef>
              <a:lnSpc>
                <a:spcPct val="112000"/>
              </a:lnSpc>
              <a:buChar char="•"/>
            </a:pPr>
            <a:r>
              <a:rPr lang="en-US" sz="800" dirty="0">
                <a:solidFill>
                  <a:srgbClr val="333333"/>
                </a:solidFill>
                <a:latin typeface="Arial"/>
                <a:cs typeface="Arial"/>
              </a:rPr>
              <a:t>Sealed ISV models change on a vendor upgrade, not on a compile — they refresh here</a:t>
            </a:r>
            <a:endParaRPr lang="en-US" dirty="0"/>
          </a:p>
        </p:txBody>
      </p:sp>
      <p:sp>
        <p:nvSpPr>
          <p:cNvPr id="266" name="Rect 267"/>
          <p:cNvSpPr/>
          <p:nvPr/>
        </p:nvSpPr>
        <p:spPr>
          <a:xfrm>
            <a:off x="8037576" y="1600200"/>
            <a:ext cx="3611880" cy="566928"/>
          </a:xfrm>
          <a:prstGeom prst="roundRect">
            <a:avLst>
              <a:gd name="adj" fmla="val 4000"/>
            </a:avLst>
          </a:prstGeom>
          <a:solidFill>
            <a:srgbClr val="813341"/>
          </a:solidFill>
          <a:ln>
            <a:noFill/>
          </a:ln>
        </p:spPr>
      </p:sp>
      <p:sp>
        <p:nvSpPr>
          <p:cNvPr id="267" name="TextBox 268"/>
          <p:cNvSpPr txBox="1"/>
          <p:nvPr/>
        </p:nvSpPr>
        <p:spPr>
          <a:xfrm>
            <a:off x="8037576" y="1600200"/>
            <a:ext cx="3611880" cy="566928"/>
          </a:xfrm>
          <a:prstGeom prst="rect">
            <a:avLst/>
          </a:prstGeom>
          <a:noFill/>
          <a:ln>
            <a:noFill/>
          </a:ln>
        </p:spPr>
        <p:txBody>
          <a:bodyPr wrap="square" anchor="ctr" lIns="91440" tIns="45720" rIns="91440" bIns="45720"/>
          <a:lstStyle/>
          <a:p>
            <a:pPr algn="ctr"/>
            <a:r>
              <a:rPr lang="en-US" sz="1000" b="1" dirty="0">
                <a:solidFill>
                  <a:srgbClr val="FFFFFF"/>
                </a:solidFill>
                <a:latin typeface="Arial"/>
                <a:cs typeface="Arial"/>
              </a:rPr>
              <a:t>Every answer</a:t>
            </a:r>
            <a:endParaRPr lang="en-US" dirty="0"/>
          </a:p>
          <a:p>
            <a:pPr algn="ctr"/>
            <a:r>
              <a:rPr lang="en-US" sz="750" dirty="0">
                <a:solidFill>
                  <a:srgbClr val="FFFFFF"/>
                </a:solidFill>
                <a:latin typeface="Arial"/>
                <a:cs typeface="Arial"/>
              </a:rPr>
              <a:t>transparency</a:t>
            </a:r>
            <a:endParaRPr lang="en-US" dirty="0"/>
          </a:p>
        </p:txBody>
      </p:sp>
      <p:sp>
        <p:nvSpPr>
          <p:cNvPr id="268" name="Rect 269"/>
          <p:cNvSpPr/>
          <p:nvPr/>
        </p:nvSpPr>
        <p:spPr>
          <a:xfrm>
            <a:off x="8037576" y="2167128"/>
            <a:ext cx="3611880" cy="2148840"/>
          </a:xfrm>
          <a:prstGeom prst="rect">
            <a:avLst/>
          </a:prstGeom>
          <a:solidFill>
            <a:srgbClr val="FFFFFF"/>
          </a:solidFill>
          <a:ln w="6350">
            <a:solidFill>
              <a:srgbClr val="813341"/>
            </a:solidFill>
          </a:ln>
        </p:spPr>
      </p:sp>
      <p:sp>
        <p:nvSpPr>
          <p:cNvPr id="269" name="TextBox 270"/>
          <p:cNvSpPr txBox="1"/>
          <p:nvPr/>
        </p:nvSpPr>
        <p:spPr>
          <a:xfrm>
            <a:off x="8083296" y="2212848"/>
            <a:ext cx="3520440" cy="2057400"/>
          </a:xfrm>
          <a:prstGeom prst="rect">
            <a:avLst/>
          </a:prstGeom>
          <a:noFill/>
          <a:ln>
            <a:noFill/>
          </a:ln>
        </p:spPr>
        <p:txBody>
          <a:bodyPr wrap="square" anchor="t" lIns="91440" tIns="45720" rIns="91440" bIns="45720"/>
          <a:lstStyle/>
          <a:p>
            <a:pPr indent="-114300" marL="114300">
              <a:spcBef>
                <a:spcPts val="350"/>
              </a:spcBef>
              <a:lnSpc>
                <a:spcPct val="112000"/>
              </a:lnSpc>
              <a:buChar char="•"/>
            </a:pPr>
            <a:r>
              <a:rPr lang="en-US" sz="800" dirty="0">
                <a:solidFill>
                  <a:srgbClr val="333333"/>
                </a:solidFill>
                <a:latin typeface="Arial"/>
                <a:cs typeface="Arial"/>
              </a:rPr>
              <a:t>Snapshot date on the line after the heading; a staleness note once per process after 45 days</a:t>
            </a:r>
            <a:endParaRPr lang="en-US" dirty="0"/>
          </a:p>
          <a:p>
            <a:pPr indent="-114300" marL="114300">
              <a:spcBef>
                <a:spcPts val="350"/>
              </a:spcBef>
              <a:lnSpc>
                <a:spcPct val="112000"/>
              </a:lnSpc>
              <a:buChar char="•"/>
            </a:pPr>
            <a:r>
              <a:rPr lang="en-US" sz="800" dirty="0">
                <a:solidFill>
                  <a:srgbClr val="333333"/>
                </a:solidFill>
                <a:latin typeface="Arial"/>
                <a:cs typeface="Arial"/>
              </a:rPr>
              <a:t>Coverage line "partial build" after a delta until the next full rebuild</a:t>
            </a:r>
            <a:endParaRPr lang="en-US" dirty="0"/>
          </a:p>
          <a:p>
            <a:pPr indent="-114300" marL="114300">
              <a:spcBef>
                <a:spcPts val="350"/>
              </a:spcBef>
              <a:lnSpc>
                <a:spcPct val="112000"/>
              </a:lnSpc>
              <a:buChar char="•"/>
            </a:pPr>
            <a:r>
              <a:rPr lang="en-US" sz="800" dirty="0">
                <a:solidFill>
                  <a:srgbClr val="333333"/>
                </a:solidFill>
                <a:latin typeface="Arial"/>
                <a:cs typeface="Arial"/>
              </a:rPr>
              <a:t>The one live tool (UI custom fields) is marked live and never enters the snapshot</a:t>
            </a:r>
            <a:endParaRPr lang="en-US" dirty="0"/>
          </a:p>
        </p:txBody>
      </p:sp>
      <p:sp>
        <p:nvSpPr>
          <p:cNvPr id="270" name="TextBox 271"/>
          <p:cNvSpPr txBox="1"/>
          <p:nvPr/>
        </p:nvSpPr>
        <p:spPr>
          <a:xfrm>
            <a:off x="539496" y="4526280"/>
            <a:ext cx="11109960" cy="274320"/>
          </a:xfrm>
          <a:prstGeom prst="rect">
            <a:avLst/>
          </a:prstGeom>
          <a:noFill/>
          <a:ln>
            <a:noFill/>
          </a:ln>
        </p:spPr>
        <p:txBody>
          <a:bodyPr wrap="square" anchor="t" lIns="91440" tIns="45720" rIns="91440" bIns="45720"/>
          <a:lstStyle/>
          <a:p>
            <a:pPr/>
            <a:r>
              <a:rPr lang="en-US" sz="950" b="1" dirty="0">
                <a:solidFill>
                  <a:srgbClr val="333333"/>
                </a:solidFill>
                <a:latin typeface="Arial"/>
                <a:cs typeface="Arial"/>
              </a:rPr>
              <a:t>Why deltas and a weekly rebuild, not one or the other</a:t>
            </a:r>
            <a:endParaRPr lang="en-US" dirty="0"/>
          </a:p>
        </p:txBody>
      </p:sp>
      <p:sp>
        <p:nvSpPr>
          <p:cNvPr id="271" name="Rect 272"/>
          <p:cNvSpPr/>
          <p:nvPr/>
        </p:nvSpPr>
        <p:spPr>
          <a:xfrm>
            <a:off x="539496" y="4800600"/>
            <a:ext cx="11109960" cy="868680"/>
          </a:xfrm>
          <a:prstGeom prst="roundRect">
            <a:avLst>
              <a:gd name="adj" fmla="val 4000"/>
            </a:avLst>
          </a:prstGeom>
          <a:solidFill>
            <a:srgbClr val="F5F5F5"/>
          </a:solidFill>
          <a:ln>
            <a:noFill/>
          </a:ln>
        </p:spPr>
      </p:sp>
      <p:sp>
        <p:nvSpPr>
          <p:cNvPr id="272" name="TextBox 273"/>
          <p:cNvSpPr txBox="1"/>
          <p:nvPr/>
        </p:nvSpPr>
        <p:spPr>
          <a:xfrm>
            <a:off x="649224" y="4828032"/>
            <a:ext cx="10890504" cy="822960"/>
          </a:xfrm>
          <a:prstGeom prst="rect">
            <a:avLst/>
          </a:prstGeom>
          <a:noFill/>
          <a:ln>
            <a:noFill/>
          </a:ln>
        </p:spPr>
        <p:txBody>
          <a:bodyPr wrap="square" anchor="t" lIns="91440" tIns="45720" rIns="91440" bIns="45720"/>
          <a:lstStyle/>
          <a:p>
            <a:pPr>
              <a:lnSpc>
                <a:spcPct val="115000"/>
              </a:lnSpc>
            </a:pPr>
            <a:r>
              <a:rPr lang="en-US" sz="850" dirty="0">
                <a:solidFill>
                  <a:srgbClr val="333333"/>
                </a:solidFill>
                <a:latin typeface="Arial"/>
                <a:cs typeface="Arial"/>
              </a:rPr>
              <a:t>The delta keeps the snapshot current: what a developer compiled this morning is answerable this morning. The rebuild keeps it correct: it is the only step that removes what no longer exists and picks up vendor upgrades. Together they give the assistant facts that are both fresh and complete, at a cost of minutes per compile and one scheduled job per week.</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PH 298"/>
          <p:cNvSpPr>
            <a:spLocks noGrp="1"/>
          </p:cNvSpPr>
          <p:nvPr>
            <p:ph type="title"/>
          </p:nvPr>
        </p:nvSpPr>
        <p:spPr/>
        <p:txBody>
          <a:bodyPr/>
          <a:lstStyle/>
          <a:p>
            <a:pPr/>
            <a:r>
              <a:rPr lang="en-US" sz="1800" b="1" dirty="0">
                <a:solidFill>
                  <a:srgbClr val="000000"/>
                </a:solidFill>
                <a:latin typeface="Arial"/>
                <a:cs typeface="Arial"/>
              </a:rPr>
              <a:t>Summary</a:t>
            </a:r>
            <a:endParaRPr lang="en-US" dirty="0"/>
          </a:p>
        </p:txBody>
      </p:sp>
      <p:sp>
        <p:nvSpPr>
          <p:cNvPr id="274" name="TextBox 275"/>
          <p:cNvSpPr txBox="1"/>
          <p:nvPr/>
        </p:nvSpPr>
        <p:spPr>
          <a:xfrm>
            <a:off x="539496" y="1188720"/>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01</a:t>
            </a:r>
            <a:endParaRPr lang="en-US" dirty="0"/>
          </a:p>
        </p:txBody>
      </p:sp>
      <p:sp>
        <p:nvSpPr>
          <p:cNvPr id="275" name="TextBox 276"/>
          <p:cNvSpPr txBox="1"/>
          <p:nvPr/>
        </p:nvSpPr>
        <p:spPr>
          <a:xfrm>
            <a:off x="1325880" y="1188720"/>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Metadata is the ground truth</a:t>
            </a:r>
            <a:endParaRPr lang="en-US" dirty="0"/>
          </a:p>
        </p:txBody>
      </p:sp>
      <p:sp>
        <p:nvSpPr>
          <p:cNvPr id="276" name="TextBox 277"/>
          <p:cNvSpPr txBox="1"/>
          <p:nvPr/>
        </p:nvSpPr>
        <p:spPr>
          <a:xfrm>
            <a:off x="1325880" y="1408176"/>
            <a:ext cx="10241280" cy="384048"/>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The AOT of our own environment, as a dated snapshot, is what every answer is checked against — no invented names, limits stated</a:t>
            </a:r>
            <a:endParaRPr lang="en-US" dirty="0"/>
          </a:p>
        </p:txBody>
      </p:sp>
      <p:sp>
        <p:nvSpPr>
          <p:cNvPr id="277" name="Line 278"/>
          <p:cNvSpPr/>
          <p:nvPr/>
        </p:nvSpPr>
        <p:spPr>
          <a:xfrm>
            <a:off x="539496" y="1856232"/>
            <a:ext cx="10789920" cy="0"/>
          </a:xfrm>
          <a:prstGeom prst="line">
            <a:avLst/>
          </a:prstGeom>
          <a:ln w="6350">
            <a:solidFill>
              <a:srgbClr val="CCCCCC"/>
            </a:solidFill>
          </a:ln>
        </p:spPr>
      </p:sp>
      <p:sp>
        <p:nvSpPr>
          <p:cNvPr id="278" name="TextBox 279"/>
          <p:cNvSpPr txBox="1"/>
          <p:nvPr/>
        </p:nvSpPr>
        <p:spPr>
          <a:xfrm>
            <a:off x="539496" y="1920240"/>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02</a:t>
            </a:r>
            <a:endParaRPr lang="en-US" dirty="0"/>
          </a:p>
        </p:txBody>
      </p:sp>
      <p:sp>
        <p:nvSpPr>
          <p:cNvPr id="279" name="TextBox 280"/>
          <p:cNvSpPr txBox="1"/>
          <p:nvPr/>
        </p:nvSpPr>
        <p:spPr>
          <a:xfrm>
            <a:off x="1325880" y="1920240"/>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Three services carry it</a:t>
            </a:r>
            <a:endParaRPr lang="en-US" dirty="0"/>
          </a:p>
        </p:txBody>
      </p:sp>
      <p:sp>
        <p:nvSpPr>
          <p:cNvPr id="280" name="TextBox 281"/>
          <p:cNvSpPr txBox="1"/>
          <p:nvPr/>
        </p:nvSpPr>
        <p:spPr>
          <a:xfrm>
            <a:off x="1325880" y="2139696"/>
            <a:ext cx="10241280" cy="384048"/>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KB: the object model (32 tools) · XRef: who uses what (18) · Labels: every text in 75 languages with its description (4); Security and Task Recorder complete the set</a:t>
            </a:r>
            <a:endParaRPr lang="en-US" dirty="0"/>
          </a:p>
        </p:txBody>
      </p:sp>
      <p:sp>
        <p:nvSpPr>
          <p:cNvPr id="281" name="Line 282"/>
          <p:cNvSpPr/>
          <p:nvPr/>
        </p:nvSpPr>
        <p:spPr>
          <a:xfrm>
            <a:off x="539496" y="2587752"/>
            <a:ext cx="10789920" cy="0"/>
          </a:xfrm>
          <a:prstGeom prst="line">
            <a:avLst/>
          </a:prstGeom>
          <a:ln w="6350">
            <a:solidFill>
              <a:srgbClr val="CCCCCC"/>
            </a:solidFill>
          </a:ln>
        </p:spPr>
      </p:sp>
      <p:sp>
        <p:nvSpPr>
          <p:cNvPr id="282" name="TextBox 283"/>
          <p:cNvSpPr txBox="1"/>
          <p:nvPr/>
        </p:nvSpPr>
        <p:spPr>
          <a:xfrm>
            <a:off x="539496" y="2651760"/>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03</a:t>
            </a:r>
            <a:endParaRPr lang="en-US" dirty="0"/>
          </a:p>
        </p:txBody>
      </p:sp>
      <p:sp>
        <p:nvSpPr>
          <p:cNvPr id="283" name="TextBox 284"/>
          <p:cNvSpPr txBox="1"/>
          <p:nvPr/>
        </p:nvSpPr>
        <p:spPr>
          <a:xfrm>
            <a:off x="1325880" y="2651760"/>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Skills carry the method</a:t>
            </a:r>
            <a:endParaRPr lang="en-US" dirty="0"/>
          </a:p>
        </p:txBody>
      </p:sp>
      <p:sp>
        <p:nvSpPr>
          <p:cNvPr id="284" name="TextBox 285"/>
          <p:cNvSpPr txBox="1"/>
          <p:nvPr/>
        </p:nvSpPr>
        <p:spPr>
          <a:xfrm>
            <a:off x="1325880" y="2871216"/>
            <a:ext cx="10241280" cy="384048"/>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Which tool first, what to verify, how to read coverage — the discipline that makes the difference between two sessions with the same tools</a:t>
            </a:r>
            <a:endParaRPr lang="en-US" dirty="0"/>
          </a:p>
        </p:txBody>
      </p:sp>
      <p:sp>
        <p:nvSpPr>
          <p:cNvPr id="285" name="Line 286"/>
          <p:cNvSpPr/>
          <p:nvPr/>
        </p:nvSpPr>
        <p:spPr>
          <a:xfrm>
            <a:off x="539496" y="3319272"/>
            <a:ext cx="10789920" cy="0"/>
          </a:xfrm>
          <a:prstGeom prst="line">
            <a:avLst/>
          </a:prstGeom>
          <a:ln w="6350">
            <a:solidFill>
              <a:srgbClr val="CCCCCC"/>
            </a:solidFill>
          </a:ln>
        </p:spPr>
      </p:sp>
      <p:sp>
        <p:nvSpPr>
          <p:cNvPr id="286" name="TextBox 287"/>
          <p:cNvSpPr txBox="1"/>
          <p:nvPr/>
        </p:nvSpPr>
        <p:spPr>
          <a:xfrm>
            <a:off x="539496" y="3383280"/>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04</a:t>
            </a:r>
            <a:endParaRPr lang="en-US" dirty="0"/>
          </a:p>
        </p:txBody>
      </p:sp>
      <p:sp>
        <p:nvSpPr>
          <p:cNvPr id="287" name="TextBox 288"/>
          <p:cNvSpPr txBox="1"/>
          <p:nvPr/>
        </p:nvSpPr>
        <p:spPr>
          <a:xfrm>
            <a:off x="1325880" y="3383280"/>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Tokens are measured, not guessed</a:t>
            </a:r>
            <a:endParaRPr lang="en-US" dirty="0"/>
          </a:p>
        </p:txBody>
      </p:sp>
      <p:sp>
        <p:nvSpPr>
          <p:cNvPr id="288" name="TextBox 289"/>
          <p:cNvSpPr txBox="1"/>
          <p:nvPr/>
        </p:nvSpPr>
        <p:spPr>
          <a:xfrm>
            <a:off x="1325880" y="3602736"/>
            <a:ext cx="10241280" cy="384048"/>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The tool list is the fixed cost (core profile −54 %); response shape, encoding, pagination and guardrails are the variable one</a:t>
            </a:r>
            <a:endParaRPr lang="en-US" dirty="0"/>
          </a:p>
        </p:txBody>
      </p:sp>
      <p:sp>
        <p:nvSpPr>
          <p:cNvPr id="289" name="Line 290"/>
          <p:cNvSpPr/>
          <p:nvPr/>
        </p:nvSpPr>
        <p:spPr>
          <a:xfrm>
            <a:off x="539496" y="4050792"/>
            <a:ext cx="10789920" cy="0"/>
          </a:xfrm>
          <a:prstGeom prst="line">
            <a:avLst/>
          </a:prstGeom>
          <a:ln w="6350">
            <a:solidFill>
              <a:srgbClr val="CCCCCC"/>
            </a:solidFill>
          </a:ln>
        </p:spPr>
      </p:sp>
      <p:sp>
        <p:nvSpPr>
          <p:cNvPr id="290" name="TextBox 291"/>
          <p:cNvSpPr txBox="1"/>
          <p:nvPr/>
        </p:nvSpPr>
        <p:spPr>
          <a:xfrm>
            <a:off x="539496" y="4114800"/>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05</a:t>
            </a:r>
            <a:endParaRPr lang="en-US" dirty="0"/>
          </a:p>
        </p:txBody>
      </p:sp>
      <p:sp>
        <p:nvSpPr>
          <p:cNvPr id="291" name="TextBox 292"/>
          <p:cNvSpPr txBox="1"/>
          <p:nvPr/>
        </p:nvSpPr>
        <p:spPr>
          <a:xfrm>
            <a:off x="1325880" y="4114800"/>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One code base, two transports</a:t>
            </a:r>
            <a:endParaRPr lang="en-US" dirty="0"/>
          </a:p>
        </p:txBody>
      </p:sp>
      <p:sp>
        <p:nvSpPr>
          <p:cNvPr id="292" name="TextBox 293"/>
          <p:cNvSpPr txBox="1"/>
          <p:nvPr/>
        </p:nvSpPr>
        <p:spPr>
          <a:xfrm>
            <a:off x="1325880" y="4334256"/>
            <a:ext cx="10241280" cy="384048"/>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Local stdio servers for developers, an Azure Functions app with Entra sign-in for claude.ai connectors</a:t>
            </a:r>
            <a:endParaRPr lang="en-US" dirty="0"/>
          </a:p>
        </p:txBody>
      </p:sp>
      <p:sp>
        <p:nvSpPr>
          <p:cNvPr id="293" name="Line 294"/>
          <p:cNvSpPr/>
          <p:nvPr/>
        </p:nvSpPr>
        <p:spPr>
          <a:xfrm>
            <a:off x="539496" y="4782312"/>
            <a:ext cx="10789920" cy="0"/>
          </a:xfrm>
          <a:prstGeom prst="line">
            <a:avLst/>
          </a:prstGeom>
          <a:ln w="6350">
            <a:solidFill>
              <a:srgbClr val="CCCCCC"/>
            </a:solidFill>
          </a:ln>
        </p:spPr>
      </p:sp>
      <p:sp>
        <p:nvSpPr>
          <p:cNvPr id="294" name="TextBox 295"/>
          <p:cNvSpPr txBox="1"/>
          <p:nvPr/>
        </p:nvSpPr>
        <p:spPr>
          <a:xfrm>
            <a:off x="539496" y="4846320"/>
            <a:ext cx="640080" cy="365760"/>
          </a:xfrm>
          <a:prstGeom prst="rect">
            <a:avLst/>
          </a:prstGeom>
          <a:noFill/>
          <a:ln>
            <a:noFill/>
          </a:ln>
        </p:spPr>
        <p:txBody>
          <a:bodyPr wrap="square" anchor="t" lIns="91440" tIns="45720" rIns="91440" bIns="45720"/>
          <a:lstStyle/>
          <a:p>
            <a:pPr algn="r"/>
            <a:r>
              <a:rPr lang="en-US" sz="1600" b="1" dirty="0">
                <a:solidFill>
                  <a:srgbClr val="6DC1C9"/>
                </a:solidFill>
                <a:latin typeface="Arial"/>
                <a:cs typeface="Arial"/>
              </a:rPr>
              <a:t>06</a:t>
            </a:r>
            <a:endParaRPr lang="en-US" dirty="0"/>
          </a:p>
        </p:txBody>
      </p:sp>
      <p:sp>
        <p:nvSpPr>
          <p:cNvPr id="295" name="TextBox 296"/>
          <p:cNvSpPr txBox="1"/>
          <p:nvPr/>
        </p:nvSpPr>
        <p:spPr>
          <a:xfrm>
            <a:off x="1325880" y="4846320"/>
            <a:ext cx="10241280" cy="219456"/>
          </a:xfrm>
          <a:prstGeom prst="rect">
            <a:avLst/>
          </a:prstGeom>
          <a:noFill/>
          <a:ln>
            <a:noFill/>
          </a:ln>
        </p:spPr>
        <p:txBody>
          <a:bodyPr wrap="square" anchor="t" lIns="91440" tIns="45720" rIns="91440" bIns="45720"/>
          <a:lstStyle/>
          <a:p>
            <a:pPr/>
            <a:r>
              <a:rPr lang="en-US" sz="1100" b="1" dirty="0">
                <a:solidFill>
                  <a:srgbClr val="000000"/>
                </a:solidFill>
                <a:latin typeface="Arial"/>
                <a:cs typeface="Arial"/>
              </a:rPr>
              <a:t>Fresh within minutes, correct every week</a:t>
            </a:r>
            <a:endParaRPr lang="en-US" dirty="0"/>
          </a:p>
        </p:txBody>
      </p:sp>
      <p:sp>
        <p:nvSpPr>
          <p:cNvPr id="296" name="TextBox 297"/>
          <p:cNvSpPr txBox="1"/>
          <p:nvPr/>
        </p:nvSpPr>
        <p:spPr>
          <a:xfrm>
            <a:off x="1325880" y="5065776"/>
            <a:ext cx="10241280" cy="384048"/>
          </a:xfrm>
          <a:prstGeom prst="rect">
            <a:avLst/>
          </a:prstGeom>
          <a:noFill/>
          <a:ln>
            <a:noFill/>
          </a:ln>
        </p:spPr>
        <p:txBody>
          <a:bodyPr wrap="square" anchor="t" lIns="91440" tIns="45720" rIns="91440" bIns="45720"/>
          <a:lstStyle/>
          <a:p>
            <a:pPr/>
            <a:r>
              <a:rPr lang="en-US" sz="800" dirty="0">
                <a:solidFill>
                  <a:srgbClr val="666666"/>
                </a:solidFill>
                <a:latin typeface="Arial"/>
                <a:cs typeface="Arial"/>
              </a:rPr>
              <a:t>Compile hook deltas plus a weekly full rebuild and publish; the snapshot date travels with every response</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relleborg layout WITHOUT subtitles">
  <a:themeElements>
    <a:clrScheme name="230905_Trelleborg">
      <a:dk1>
        <a:srgbClr val="000000"/>
      </a:dk1>
      <a:lt1>
        <a:srgbClr val="FFFFFF"/>
      </a:lt1>
      <a:dk2>
        <a:srgbClr val="333333"/>
      </a:dk2>
      <a:lt2>
        <a:srgbClr val="CCCCCC"/>
      </a:lt2>
      <a:accent1>
        <a:srgbClr val="666666"/>
      </a:accent1>
      <a:accent2>
        <a:srgbClr val="6DC1C9"/>
      </a:accent2>
      <a:accent3>
        <a:srgbClr val="AD9B68"/>
      </a:accent3>
      <a:accent4>
        <a:srgbClr val="B77133"/>
      </a:accent4>
      <a:accent5>
        <a:srgbClr val="647772"/>
      </a:accent5>
      <a:accent6>
        <a:srgbClr val="813341"/>
      </a:accent6>
      <a:hlink>
        <a:srgbClr val="AD9B68"/>
      </a:hlink>
      <a:folHlink>
        <a:srgbClr val="666666"/>
      </a:folHlink>
    </a:clrScheme>
    <a:fontScheme name="240116_Trellebor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12700">
          <a:noFill/>
        </a:ln>
      </a:spPr>
      <a:bodyPr lIns="72000" tIns="72000" rIns="72000" bIns="72000" rtlCol="0" anchor="t"/>
      <a:lstStyle>
        <a:defPPr algn="l">
          <a:lnSpc>
            <a:spcPct val="110000"/>
          </a:lnSpc>
          <a:spcBef>
            <a:spcPts val="800"/>
          </a:spcBef>
          <a:defRPr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ln w="12700">
          <a:noFill/>
        </a:ln>
      </a:spPr>
      <a:bodyPr wrap="square" lIns="0" tIns="0" rIns="0" bIns="0" rtlCol="0">
        <a:spAutoFit/>
      </a:bodyPr>
      <a:lstStyle>
        <a:defPPr algn="l">
          <a:lnSpc>
            <a:spcPct val="110000"/>
          </a:lnSpc>
          <a:spcBef>
            <a:spcPts val="800"/>
          </a:spcBef>
          <a:defRPr smtClean="0"/>
        </a:defPPr>
      </a:lstStyle>
    </a:txDef>
  </a:objectDefaults>
  <a:extraClrSchemeLst/>
  <a:custClrLst>
    <a:custClr name="BLANK">
      <a:srgbClr val="FFFFFF"/>
    </a:custClr>
    <a:custClr name="BLANK">
      <a:srgbClr val="FFFFFF"/>
    </a:custClr>
    <a:custClr name="BLANK">
      <a:srgbClr val="FFFFFF"/>
    </a:custClr>
    <a:custClr name="Trelleborg Green">
      <a:srgbClr val="4FA646"/>
    </a:custClr>
    <a:custClr name="Trelleborg Black">
      <a:srgbClr val="000000"/>
    </a:custClr>
    <a:custClr name="Trelleborg Turquoise">
      <a:srgbClr val="49B1BB"/>
    </a:custClr>
    <a:custClr name="Trelleborg Gold">
      <a:srgbClr val="998242"/>
    </a:custClr>
    <a:custClr name="Trelleborg Copper">
      <a:srgbClr val="A54E00"/>
    </a:custClr>
    <a:custClr name="Trelleborg Moss">
      <a:srgbClr val="3D554F"/>
    </a:custClr>
    <a:custClr name="Trelleborg Brick">
      <a:srgbClr val="610012"/>
    </a:custClr>
    <a:custClr name="BLANK">
      <a:srgbClr val="FFFFFF"/>
    </a:custClr>
    <a:custClr name="BLANK">
      <a:srgbClr val="FFFFFF"/>
    </a:custClr>
    <a:custClr name="BLANK">
      <a:srgbClr val="FFFFFF"/>
    </a:custClr>
    <a:custClr name="Trelleborg Green 20%">
      <a:srgbClr val="72B86B"/>
    </a:custClr>
    <a:custClr name="Trelleborg Black 20%">
      <a:srgbClr val="333333"/>
    </a:custClr>
    <a:custClr name="Trelleborg Turquoise 20%">
      <a:srgbClr val="6DC1C9"/>
    </a:custClr>
    <a:custClr name="Trelleborg Gold 20%">
      <a:srgbClr val="AD9B68"/>
    </a:custClr>
    <a:custClr name="Trelleborg Copper 20%">
      <a:srgbClr val="B77133"/>
    </a:custClr>
    <a:custClr name="Trelleborg Moss 20%">
      <a:srgbClr val="647772"/>
    </a:custClr>
    <a:custClr name="Trelleborg Brick 20%">
      <a:srgbClr val="813341"/>
    </a:custClr>
    <a:custClr name="BLANK">
      <a:srgbClr val="FFFFFF"/>
    </a:custClr>
    <a:custClr name="BLANK">
      <a:srgbClr val="FFFFFF"/>
    </a:custClr>
    <a:custClr name="BLANK">
      <a:srgbClr val="FFFFFF"/>
    </a:custClr>
    <a:custClr name="Trelleborg Green 40%">
      <a:srgbClr val="95CA90"/>
    </a:custClr>
    <a:custClr name="Trelleborg Black 40%">
      <a:srgbClr val="666666"/>
    </a:custClr>
    <a:custClr name="Trelleborg Turquoise 40%">
      <a:srgbClr val="92D0D6"/>
    </a:custClr>
    <a:custClr name="Trelleborg Gold 40%">
      <a:srgbClr val="C2B48E"/>
    </a:custClr>
    <a:custClr name="Trelleborg Copper 40%">
      <a:srgbClr val="C99566"/>
    </a:custClr>
    <a:custClr name="Trelleborg Moss 40%">
      <a:srgbClr val="8B9995"/>
    </a:custClr>
    <a:custClr name="Trelleborg Brick 40%">
      <a:srgbClr val="A06671"/>
    </a:custClr>
    <a:custClr name="BLANK">
      <a:srgbClr val="FFFFFF"/>
    </a:custClr>
    <a:custClr name="BLANK">
      <a:srgbClr val="FFFFFF"/>
    </a:custClr>
    <a:custClr name="BLANK">
      <a:srgbClr val="FFFFFF"/>
    </a:custClr>
    <a:custClr name="Trelleborg Green 60%">
      <a:srgbClr val="B9DBB5"/>
    </a:custClr>
    <a:custClr name="Trelleborg Black 60%">
      <a:srgbClr val="999999"/>
    </a:custClr>
    <a:custClr name="Trelleborg Turquoise 60%">
      <a:srgbClr val="B6E0E4"/>
    </a:custClr>
    <a:custClr name="Trelleborg Gold 60%">
      <a:srgbClr val="D6CDB3"/>
    </a:custClr>
    <a:custClr name="Trelleborg Copper 60%">
      <a:srgbClr val="DBB899"/>
    </a:custClr>
    <a:custClr name="Trelleborg Moss 60%">
      <a:srgbClr val="B1BBB9"/>
    </a:custClr>
    <a:custClr name="Trelleborg Brick 60%">
      <a:srgbClr val="C099A0"/>
    </a:custClr>
    <a:custClr name="BLANK">
      <a:srgbClr val="FFFFFF"/>
    </a:custClr>
    <a:custClr name="BLANK">
      <a:srgbClr val="FFFFFF"/>
    </a:custClr>
    <a:custClr name="BLANK">
      <a:srgbClr val="FFFFFF"/>
    </a:custClr>
    <a:custClr name="Trelleborg Green 80%">
      <a:srgbClr val="DCEDDA"/>
    </a:custClr>
    <a:custClr name="Trelleborg Black 80%">
      <a:srgbClr val="CCCCCC"/>
    </a:custClr>
    <a:custClr name="Trelleborg Turquoise 80%">
      <a:srgbClr val="DBEFF1"/>
    </a:custClr>
    <a:custClr name="Trelleborg Gold 80%">
      <a:srgbClr val="EBE6D9"/>
    </a:custClr>
    <a:custClr name="Trelleborg Copper 80%">
      <a:srgbClr val="EDDCCC"/>
    </a:custClr>
    <a:custClr name="Trelleborg Moss 80%">
      <a:srgbClr val="D8DDDC"/>
    </a:custClr>
    <a:custClr name="Trelleborg Brick 80%">
      <a:srgbClr val="DFCCD0"/>
    </a:custClr>
  </a:custClrLst>
  <a:extLst>
    <a:ext uri="{05A4C25C-085E-4340-85A3-A5531E510DB2}">
      <thm15:themeFamily xmlns:thm15="http://schemas.microsoft.com/office/thememl/2012/main" name="Trelleborg template and toolbox v.1.pptx" id="{8AD82F21-6A70-4867-959E-EC1657297534}" vid="{5F8BE65A-4006-4694-B021-2BD2E6B59404}"/>
    </a:ext>
  </a:extLst>
</a:theme>
</file>

<file path=ppt/theme/theme2.xml><?xml version="1.0" encoding="utf-8"?>
<a:theme xmlns:a="http://schemas.openxmlformats.org/drawingml/2006/main" name="Trelleborg layout WITH subtitles">
  <a:themeElements>
    <a:clrScheme name="230905_Trelleborg">
      <a:dk1>
        <a:srgbClr val="000000"/>
      </a:dk1>
      <a:lt1>
        <a:srgbClr val="FFFFFF"/>
      </a:lt1>
      <a:dk2>
        <a:srgbClr val="333333"/>
      </a:dk2>
      <a:lt2>
        <a:srgbClr val="CCCCCC"/>
      </a:lt2>
      <a:accent1>
        <a:srgbClr val="666666"/>
      </a:accent1>
      <a:accent2>
        <a:srgbClr val="6DC1C9"/>
      </a:accent2>
      <a:accent3>
        <a:srgbClr val="AD9B68"/>
      </a:accent3>
      <a:accent4>
        <a:srgbClr val="B77133"/>
      </a:accent4>
      <a:accent5>
        <a:srgbClr val="647772"/>
      </a:accent5>
      <a:accent6>
        <a:srgbClr val="813341"/>
      </a:accent6>
      <a:hlink>
        <a:srgbClr val="AD9B68"/>
      </a:hlink>
      <a:folHlink>
        <a:srgbClr val="666666"/>
      </a:folHlink>
    </a:clrScheme>
    <a:fontScheme name="240116_Trellebor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12700">
          <a:noFill/>
        </a:ln>
      </a:spPr>
      <a:bodyPr lIns="72000" tIns="72000" rIns="72000" bIns="72000" rtlCol="0" anchor="t"/>
      <a:lstStyle>
        <a:defPPr algn="l">
          <a:lnSpc>
            <a:spcPct val="110000"/>
          </a:lnSpc>
          <a:spcBef>
            <a:spcPts val="800"/>
          </a:spcBef>
          <a:defRPr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ln w="12700">
          <a:noFill/>
        </a:ln>
      </a:spPr>
      <a:bodyPr wrap="square" lIns="0" tIns="0" rIns="0" bIns="0" rtlCol="0">
        <a:spAutoFit/>
      </a:bodyPr>
      <a:lstStyle>
        <a:defPPr algn="l">
          <a:lnSpc>
            <a:spcPct val="110000"/>
          </a:lnSpc>
          <a:spcBef>
            <a:spcPts val="800"/>
          </a:spcBef>
          <a:defRPr smtClean="0"/>
        </a:defPPr>
      </a:lstStyle>
    </a:txDef>
  </a:objectDefaults>
  <a:extraClrSchemeLst/>
  <a:custClrLst>
    <a:custClr name="BLANK">
      <a:srgbClr val="FFFFFF"/>
    </a:custClr>
    <a:custClr name="BLANK">
      <a:srgbClr val="FFFFFF"/>
    </a:custClr>
    <a:custClr name="BLANK">
      <a:srgbClr val="FFFFFF"/>
    </a:custClr>
    <a:custClr name="Trelleborg Green">
      <a:srgbClr val="4FA646"/>
    </a:custClr>
    <a:custClr name="Trelleborg Black">
      <a:srgbClr val="000000"/>
    </a:custClr>
    <a:custClr name="Trelleborg Turquoise">
      <a:srgbClr val="49B1BB"/>
    </a:custClr>
    <a:custClr name="Trelleborg Gold">
      <a:srgbClr val="998242"/>
    </a:custClr>
    <a:custClr name="Trelleborg Copper">
      <a:srgbClr val="A54E00"/>
    </a:custClr>
    <a:custClr name="Trelleborg Moss">
      <a:srgbClr val="3D554F"/>
    </a:custClr>
    <a:custClr name="Trelleborg Brick">
      <a:srgbClr val="610012"/>
    </a:custClr>
    <a:custClr name="BLANK">
      <a:srgbClr val="FFFFFF"/>
    </a:custClr>
    <a:custClr name="BLANK">
      <a:srgbClr val="FFFFFF"/>
    </a:custClr>
    <a:custClr name="BLANK">
      <a:srgbClr val="FFFFFF"/>
    </a:custClr>
    <a:custClr name="Trelleborg Green 20%">
      <a:srgbClr val="72B86B"/>
    </a:custClr>
    <a:custClr name="Trelleborg Black 20%">
      <a:srgbClr val="333333"/>
    </a:custClr>
    <a:custClr name="Trelleborg Turquoise 20%">
      <a:srgbClr val="6DC1C9"/>
    </a:custClr>
    <a:custClr name="Trelleborg Gold 20%">
      <a:srgbClr val="AD9B68"/>
    </a:custClr>
    <a:custClr name="Trelleborg Copper 20%">
      <a:srgbClr val="B77133"/>
    </a:custClr>
    <a:custClr name="Trelleborg Moss 20%">
      <a:srgbClr val="647772"/>
    </a:custClr>
    <a:custClr name="Trelleborg Brick 20%">
      <a:srgbClr val="813341"/>
    </a:custClr>
    <a:custClr name="BLANK">
      <a:srgbClr val="FFFFFF"/>
    </a:custClr>
    <a:custClr name="BLANK">
      <a:srgbClr val="FFFFFF"/>
    </a:custClr>
    <a:custClr name="BLANK">
      <a:srgbClr val="FFFFFF"/>
    </a:custClr>
    <a:custClr name="Trelleborg Green 40%">
      <a:srgbClr val="95CA90"/>
    </a:custClr>
    <a:custClr name="Trelleborg Black 40%">
      <a:srgbClr val="666666"/>
    </a:custClr>
    <a:custClr name="Trelleborg Turquoise 40%">
      <a:srgbClr val="92D0D6"/>
    </a:custClr>
    <a:custClr name="Trelleborg Gold 40%">
      <a:srgbClr val="C2B48E"/>
    </a:custClr>
    <a:custClr name="Trelleborg Copper 40%">
      <a:srgbClr val="C99566"/>
    </a:custClr>
    <a:custClr name="Trelleborg Moss 40%">
      <a:srgbClr val="8B9995"/>
    </a:custClr>
    <a:custClr name="Trelleborg Brick 40%">
      <a:srgbClr val="A06671"/>
    </a:custClr>
    <a:custClr name="BLANK">
      <a:srgbClr val="FFFFFF"/>
    </a:custClr>
    <a:custClr name="BLANK">
      <a:srgbClr val="FFFFFF"/>
    </a:custClr>
    <a:custClr name="BLANK">
      <a:srgbClr val="FFFFFF"/>
    </a:custClr>
    <a:custClr name="Trelleborg Green 60%">
      <a:srgbClr val="B9DBB5"/>
    </a:custClr>
    <a:custClr name="Trelleborg Black 60%">
      <a:srgbClr val="999999"/>
    </a:custClr>
    <a:custClr name="Trelleborg Turquoise 60%">
      <a:srgbClr val="B6E0E4"/>
    </a:custClr>
    <a:custClr name="Trelleborg Gold 60%">
      <a:srgbClr val="D6CDB3"/>
    </a:custClr>
    <a:custClr name="Trelleborg Copper 60%">
      <a:srgbClr val="DBB899"/>
    </a:custClr>
    <a:custClr name="Trelleborg Moss 60%">
      <a:srgbClr val="B1BBB9"/>
    </a:custClr>
    <a:custClr name="Trelleborg Brick 60%">
      <a:srgbClr val="C099A0"/>
    </a:custClr>
    <a:custClr name="BLANK">
      <a:srgbClr val="FFFFFF"/>
    </a:custClr>
    <a:custClr name="BLANK">
      <a:srgbClr val="FFFFFF"/>
    </a:custClr>
    <a:custClr name="BLANK">
      <a:srgbClr val="FFFFFF"/>
    </a:custClr>
    <a:custClr name="Trelleborg Green 80%">
      <a:srgbClr val="DCEDDA"/>
    </a:custClr>
    <a:custClr name="Trelleborg Black 80%">
      <a:srgbClr val="CCCCCC"/>
    </a:custClr>
    <a:custClr name="Trelleborg Turquoise 80%">
      <a:srgbClr val="DBEFF1"/>
    </a:custClr>
    <a:custClr name="Trelleborg Gold 80%">
      <a:srgbClr val="EBE6D9"/>
    </a:custClr>
    <a:custClr name="Trelleborg Copper 80%">
      <a:srgbClr val="EDDCCC"/>
    </a:custClr>
    <a:custClr name="Trelleborg Moss 80%">
      <a:srgbClr val="D8DDDC"/>
    </a:custClr>
    <a:custClr name="Trelleborg Brick 80%">
      <a:srgbClr val="DFCCD0"/>
    </a:custClr>
  </a:custClrLst>
  <a:extLst>
    <a:ext uri="{05A4C25C-085E-4340-85A3-A5531E510DB2}">
      <thm15:themeFamily xmlns:thm15="http://schemas.microsoft.com/office/thememl/2012/main" name="Trelleborg template and toolbox v.1.pptx" id="{8AD82F21-6A70-4867-959E-EC1657297534}" vid="{8F1BF63D-33B0-4415-930E-3A22A2F5B076}"/>
    </a:ext>
  </a:extLst>
</a:theme>
</file>

<file path=ppt/theme/theme3.xml><?xml version="1.0" encoding="utf-8"?>
<a:theme xmlns:a="http://schemas.openxmlformats.org/drawingml/2006/main" name="Office Theme">
  <a:themeElements>
    <a:clrScheme name="240116_Trelleborg">
      <a:dk1>
        <a:srgbClr val="000000"/>
      </a:dk1>
      <a:lt1>
        <a:srgbClr val="FFFFFF"/>
      </a:lt1>
      <a:dk2>
        <a:srgbClr val="333333"/>
      </a:dk2>
      <a:lt2>
        <a:srgbClr val="CCCCCC"/>
      </a:lt2>
      <a:accent1>
        <a:srgbClr val="666666"/>
      </a:accent1>
      <a:accent2>
        <a:srgbClr val="6DC1C9"/>
      </a:accent2>
      <a:accent3>
        <a:srgbClr val="AD9B68"/>
      </a:accent3>
      <a:accent4>
        <a:srgbClr val="B77133"/>
      </a:accent4>
      <a:accent5>
        <a:srgbClr val="647772"/>
      </a:accent5>
      <a:accent6>
        <a:srgbClr val="813341"/>
      </a:accent6>
      <a:hlink>
        <a:srgbClr val="AD9B68"/>
      </a:hlink>
      <a:folHlink>
        <a:srgbClr val="666666"/>
      </a:folHlink>
    </a:clrScheme>
    <a:fontScheme name="240116_Trellebor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BLANK">
      <a:srgbClr val="FFFFFF"/>
    </a:custClr>
    <a:custClr name="BLANK">
      <a:srgbClr val="FFFFFF"/>
    </a:custClr>
    <a:custClr name="BLANK">
      <a:srgbClr val="FFFFFF"/>
    </a:custClr>
    <a:custClr name="Trelleborg Green">
      <a:srgbClr val="4FA646"/>
    </a:custClr>
    <a:custClr name="Trelleborg Black">
      <a:srgbClr val="000000"/>
    </a:custClr>
    <a:custClr name="Trelleborg Turquoise">
      <a:srgbClr val="49B1BB"/>
    </a:custClr>
    <a:custClr name="Trelleborg Gold">
      <a:srgbClr val="998242"/>
    </a:custClr>
    <a:custClr name="Trelleborg Copper">
      <a:srgbClr val="A54E00"/>
    </a:custClr>
    <a:custClr name="Trelleborg Moss">
      <a:srgbClr val="3D554F"/>
    </a:custClr>
    <a:custClr name="Trelleborg Brick">
      <a:srgbClr val="610012"/>
    </a:custClr>
    <a:custClr name="BLANK">
      <a:srgbClr val="FFFFFF"/>
    </a:custClr>
    <a:custClr name="BLANK">
      <a:srgbClr val="FFFFFF"/>
    </a:custClr>
    <a:custClr name="BLANK">
      <a:srgbClr val="FFFFFF"/>
    </a:custClr>
    <a:custClr name="Trelleborg Green 20%">
      <a:srgbClr val="72B86B"/>
    </a:custClr>
    <a:custClr name="Trelleborg Black 20%">
      <a:srgbClr val="333333"/>
    </a:custClr>
    <a:custClr name="Trelleborg Turquoise 20%">
      <a:srgbClr val="6DC1C9"/>
    </a:custClr>
    <a:custClr name="Trelleborg Gold 20%">
      <a:srgbClr val="AD9B68"/>
    </a:custClr>
    <a:custClr name="Trelleborg Copper 20%">
      <a:srgbClr val="B77133"/>
    </a:custClr>
    <a:custClr name="Trelleborg Moss 20%">
      <a:srgbClr val="647772"/>
    </a:custClr>
    <a:custClr name="Trelleborg Brick 20%">
      <a:srgbClr val="813341"/>
    </a:custClr>
    <a:custClr name="BLANK">
      <a:srgbClr val="FFFFFF"/>
    </a:custClr>
    <a:custClr name="BLANK">
      <a:srgbClr val="FFFFFF"/>
    </a:custClr>
    <a:custClr name="BLANK">
      <a:srgbClr val="FFFFFF"/>
    </a:custClr>
    <a:custClr name="Trelleborg Green 40%">
      <a:srgbClr val="95CA90"/>
    </a:custClr>
    <a:custClr name="Trelleborg Black 40%">
      <a:srgbClr val="666666"/>
    </a:custClr>
    <a:custClr name="Trelleborg Turquoise 40%">
      <a:srgbClr val="92D0D6"/>
    </a:custClr>
    <a:custClr name="Trelleborg Gold 40%">
      <a:srgbClr val="C2B48E"/>
    </a:custClr>
    <a:custClr name="Trelleborg Copper 40%">
      <a:srgbClr val="C99566"/>
    </a:custClr>
    <a:custClr name="Trelleborg Moss 40%">
      <a:srgbClr val="8B9995"/>
    </a:custClr>
    <a:custClr name="Trelleborg Brick 40%">
      <a:srgbClr val="A06671"/>
    </a:custClr>
    <a:custClr name="BLANK">
      <a:srgbClr val="FFFFFF"/>
    </a:custClr>
    <a:custClr name="BLANK">
      <a:srgbClr val="FFFFFF"/>
    </a:custClr>
    <a:custClr name="BLANK">
      <a:srgbClr val="FFFFFF"/>
    </a:custClr>
    <a:custClr name="Trelleborg Green 60%">
      <a:srgbClr val="B9DBB5"/>
    </a:custClr>
    <a:custClr name="Trelleborg Black 60%">
      <a:srgbClr val="999999"/>
    </a:custClr>
    <a:custClr name="Trelleborg Turquoise 60%">
      <a:srgbClr val="B6E0E4"/>
    </a:custClr>
    <a:custClr name="Trelleborg Gold 60%">
      <a:srgbClr val="D6CDB3"/>
    </a:custClr>
    <a:custClr name="Trelleborg Copper 60%">
      <a:srgbClr val="DBB899"/>
    </a:custClr>
    <a:custClr name="Trelleborg Moss 60%">
      <a:srgbClr val="B1BBB9"/>
    </a:custClr>
    <a:custClr name="Trelleborg Brick 60%">
      <a:srgbClr val="C099A0"/>
    </a:custClr>
    <a:custClr name="BLANK">
      <a:srgbClr val="FFFFFF"/>
    </a:custClr>
    <a:custClr name="BLANK">
      <a:srgbClr val="FFFFFF"/>
    </a:custClr>
    <a:custClr name="BLANK">
      <a:srgbClr val="FFFFFF"/>
    </a:custClr>
    <a:custClr name="Trelleborg Green 80%">
      <a:srgbClr val="DCEDDA"/>
    </a:custClr>
    <a:custClr name="Trelleborg Black 80%">
      <a:srgbClr val="CCCCCC"/>
    </a:custClr>
    <a:custClr name="Trelleborg Turquoise 80%">
      <a:srgbClr val="DBEFF1"/>
    </a:custClr>
    <a:custClr name="Trelleborg Gold 80%">
      <a:srgbClr val="EBE6D9"/>
    </a:custClr>
    <a:custClr name="Trelleborg Copper 80%">
      <a:srgbClr val="EDDCCC"/>
    </a:custClr>
    <a:custClr name="Trelleborg Moss 80%">
      <a:srgbClr val="D8DDDC"/>
    </a:custClr>
    <a:custClr name="Trelleborg Brick 80%">
      <a:srgbClr val="DFCCD0"/>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240116_Trellebor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BLANK">
      <a:srgbClr val="FFFFFF"/>
    </a:custClr>
    <a:custClr name="BLANK">
      <a:srgbClr val="FFFFFF"/>
    </a:custClr>
    <a:custClr name="BLANK">
      <a:srgbClr val="FFFFFF"/>
    </a:custClr>
    <a:custClr name="Trelleborg Green">
      <a:srgbClr val="4FA646"/>
    </a:custClr>
    <a:custClr name="Trelleborg Black">
      <a:srgbClr val="000000"/>
    </a:custClr>
    <a:custClr name="Trelleborg Turquoise">
      <a:srgbClr val="49B1BB"/>
    </a:custClr>
    <a:custClr name="Trelleborg Gold">
      <a:srgbClr val="998242"/>
    </a:custClr>
    <a:custClr name="Trelleborg Copper">
      <a:srgbClr val="A54E00"/>
    </a:custClr>
    <a:custClr name="Trelleborg Moss">
      <a:srgbClr val="3D554F"/>
    </a:custClr>
    <a:custClr name="Trelleborg Brick">
      <a:srgbClr val="610012"/>
    </a:custClr>
    <a:custClr name="BLANK">
      <a:srgbClr val="FFFFFF"/>
    </a:custClr>
    <a:custClr name="BLANK">
      <a:srgbClr val="FFFFFF"/>
    </a:custClr>
    <a:custClr name="BLANK">
      <a:srgbClr val="FFFFFF"/>
    </a:custClr>
    <a:custClr name="Trelleborg Green 20%">
      <a:srgbClr val="72B86B"/>
    </a:custClr>
    <a:custClr name="Trelleborg Black 20%">
      <a:srgbClr val="333333"/>
    </a:custClr>
    <a:custClr name="Trelleborg Turquoise 20%">
      <a:srgbClr val="6DC1C9"/>
    </a:custClr>
    <a:custClr name="Trelleborg Gold 20%">
      <a:srgbClr val="AD9B68"/>
    </a:custClr>
    <a:custClr name="Trelleborg Copper 20%">
      <a:srgbClr val="B77133"/>
    </a:custClr>
    <a:custClr name="Trelleborg Moss 20%">
      <a:srgbClr val="647772"/>
    </a:custClr>
    <a:custClr name="Trelleborg Brick 20%">
      <a:srgbClr val="813341"/>
    </a:custClr>
    <a:custClr name="BLANK">
      <a:srgbClr val="FFFFFF"/>
    </a:custClr>
    <a:custClr name="BLANK">
      <a:srgbClr val="FFFFFF"/>
    </a:custClr>
    <a:custClr name="BLANK">
      <a:srgbClr val="FFFFFF"/>
    </a:custClr>
    <a:custClr name="Trelleborg Green 40%">
      <a:srgbClr val="95CA90"/>
    </a:custClr>
    <a:custClr name="Trelleborg Black 40%">
      <a:srgbClr val="666666"/>
    </a:custClr>
    <a:custClr name="Trelleborg Turquoise 40%">
      <a:srgbClr val="92D0D6"/>
    </a:custClr>
    <a:custClr name="Trelleborg Gold 40%">
      <a:srgbClr val="C2B48E"/>
    </a:custClr>
    <a:custClr name="Trelleborg Copper 40%">
      <a:srgbClr val="C99566"/>
    </a:custClr>
    <a:custClr name="Trelleborg Moss 40%">
      <a:srgbClr val="8B9995"/>
    </a:custClr>
    <a:custClr name="Trelleborg Brick 40%">
      <a:srgbClr val="A06671"/>
    </a:custClr>
    <a:custClr name="BLANK">
      <a:srgbClr val="FFFFFF"/>
    </a:custClr>
    <a:custClr name="BLANK">
      <a:srgbClr val="FFFFFF"/>
    </a:custClr>
    <a:custClr name="BLANK">
      <a:srgbClr val="FFFFFF"/>
    </a:custClr>
    <a:custClr name="Trelleborg Green 60%">
      <a:srgbClr val="B9DBB5"/>
    </a:custClr>
    <a:custClr name="Trelleborg Black 60%">
      <a:srgbClr val="999999"/>
    </a:custClr>
    <a:custClr name="Trelleborg Turquoise 60%">
      <a:srgbClr val="B6E0E4"/>
    </a:custClr>
    <a:custClr name="Trelleborg Gold 60%">
      <a:srgbClr val="D6CDB3"/>
    </a:custClr>
    <a:custClr name="Trelleborg Copper 60%">
      <a:srgbClr val="DBB899"/>
    </a:custClr>
    <a:custClr name="Trelleborg Moss 60%">
      <a:srgbClr val="B1BBB9"/>
    </a:custClr>
    <a:custClr name="Trelleborg Brick 60%">
      <a:srgbClr val="C099A0"/>
    </a:custClr>
    <a:custClr name="BLANK">
      <a:srgbClr val="FFFFFF"/>
    </a:custClr>
    <a:custClr name="BLANK">
      <a:srgbClr val="FFFFFF"/>
    </a:custClr>
    <a:custClr name="BLANK">
      <a:srgbClr val="FFFFFF"/>
    </a:custClr>
    <a:custClr name="Trelleborg Green 80%">
      <a:srgbClr val="DCEDDA"/>
    </a:custClr>
    <a:custClr name="Trelleborg Black 80%">
      <a:srgbClr val="CCCCCC"/>
    </a:custClr>
    <a:custClr name="Trelleborg Turquoise 80%">
      <a:srgbClr val="DBEFF1"/>
    </a:custClr>
    <a:custClr name="Trelleborg Gold 80%">
      <a:srgbClr val="EBE6D9"/>
    </a:custClr>
    <a:custClr name="Trelleborg Copper 80%">
      <a:srgbClr val="EDDCCC"/>
    </a:custClr>
    <a:custClr name="Trelleborg Moss 80%">
      <a:srgbClr val="D8DDDC"/>
    </a:custClr>
    <a:custClr name="Trelleborg Brick 80%">
      <a:srgbClr val="DFCCD0"/>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68cdf2a-c704-434a-a26b-e9d2b58a1b26">
      <Terms xmlns="http://schemas.microsoft.com/office/infopath/2007/PartnerControls"/>
    </lcf76f155ced4ddcb4097134ff3c332f>
    <TaxCatchAll xmlns="0740f516-8edd-43f4-a74a-adbc026fc50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85F51D834CA7479B73624D2E5D9188" ma:contentTypeVersion="14" ma:contentTypeDescription="Create a new document." ma:contentTypeScope="" ma:versionID="b194a5834eeb41edcc762a7d90077f41">
  <xsd:schema xmlns:xsd="http://www.w3.org/2001/XMLSchema" xmlns:xs="http://www.w3.org/2001/XMLSchema" xmlns:p="http://schemas.microsoft.com/office/2006/metadata/properties" xmlns:ns2="d68cdf2a-c704-434a-a26b-e9d2b58a1b26" xmlns:ns3="0740f516-8edd-43f4-a74a-adbc026fc50a" targetNamespace="http://schemas.microsoft.com/office/2006/metadata/properties" ma:root="true" ma:fieldsID="7110e4dc8e3e71c9bebd305723e395f6" ns2:_="" ns3:_="">
    <xsd:import namespace="d68cdf2a-c704-434a-a26b-e9d2b58a1b26"/>
    <xsd:import namespace="0740f516-8edd-43f4-a74a-adbc026fc50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8cdf2a-c704-434a-a26b-e9d2b58a1b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67bf3288-28e8-4ef9-9788-6427bad48b1f"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740f516-8edd-43f4-a74a-adbc026fc50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7704284-9cbd-4fb2-b966-ad0726a87052}" ma:internalName="TaxCatchAll" ma:showField="CatchAllData" ma:web="0740f516-8edd-43f4-a74a-adbc026fc50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44F83A-07EB-48D2-9842-5998DA6117F3}">
  <ds:schemaRefs>
    <ds:schemaRef ds:uri="0740f516-8edd-43f4-a74a-adbc026fc50a"/>
    <ds:schemaRef ds:uri="d68cdf2a-c704-434a-a26b-e9d2b58a1b2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8E5017B-E149-4287-BF71-2B76ACBD058E}">
  <ds:schemaRefs>
    <ds:schemaRef ds:uri="http://schemas.microsoft.com/sharepoint/v3/contenttype/forms"/>
  </ds:schemaRefs>
</ds:datastoreItem>
</file>

<file path=customXml/itemProps3.xml><?xml version="1.0" encoding="utf-8"?>
<ds:datastoreItem xmlns:ds="http://schemas.openxmlformats.org/officeDocument/2006/customXml" ds:itemID="{FCCA9699-493C-450E-90A2-49F72AAE0E91}">
  <ds:schemaRefs>
    <ds:schemaRef ds:uri="0740f516-8edd-43f4-a74a-adbc026fc50a"/>
    <ds:schemaRef ds:uri="d68cdf2a-c704-434a-a26b-e9d2b58a1b2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2a0926b8-bf16-4a60-adaf-5bd46f8df9ae}" enabled="1" method="Standard" siteId="{0f861177-7722-4f06-8db9-3384e5321a9f}" removed="0"/>
  <clbl:label id="{50a58a55-8d55-4c7b-aa85-1ae890a4cc64}" enabled="1" method="Standard" siteId="{e85feadf-11e7-47bb-a160-43b98dcc96f1}" removed="0"/>
</clbl:labelList>
</file>

<file path=docProps/app.xml><?xml version="1.0" encoding="utf-8"?>
<Properties xmlns="http://schemas.openxmlformats.org/officeDocument/2006/extended-properties" xmlns:vt="http://schemas.openxmlformats.org/officeDocument/2006/docPropsVTypes">
  <Template>Trelleborg_template_2024__v.1</Template>
  <TotalTime>170</TotalTime>
  <Words>98</Words>
  <Application>Microsoft Office PowerPoint</Application>
  <PresentationFormat>Widescreen</PresentationFormat>
  <Paragraphs>41</Paragraphs>
  <Slides>4</Slides>
  <Notes>0</Notes>
  <HiddenSlides>0</HiddenSlides>
  <MMClips>0</MMClips>
  <ScaleCrop>false</ScaleCrop>
  <HeadingPairs>
    <vt:vector size="8" baseType="variant">
      <vt:variant>
        <vt:lpstr>Fonts Used</vt:lpstr>
      </vt:variant>
      <vt:variant>
        <vt:i4>2</vt:i4>
      </vt:variant>
      <vt:variant>
        <vt:lpstr>Theme</vt:lpstr>
      </vt:variant>
      <vt:variant>
        <vt:i4>2</vt:i4>
      </vt:variant>
      <vt:variant>
        <vt:lpstr>Embedded OLE Servers</vt:lpstr>
      </vt:variant>
      <vt:variant>
        <vt:i4>1</vt:i4>
      </vt:variant>
      <vt:variant>
        <vt:lpstr>Slide Titles</vt:lpstr>
      </vt:variant>
      <vt:variant>
        <vt:i4>4</vt:i4>
      </vt:variant>
    </vt:vector>
  </HeadingPairs>
  <TitlesOfParts>
    <vt:vector size="9" baseType="lpstr">
      <vt:lpstr>Aptos</vt:lpstr>
      <vt:lpstr>Arial</vt:lpstr>
      <vt:lpstr>Trelleborg layout WITHOUT subtitles</vt:lpstr>
      <vt:lpstr>Trelleborg layout WITH subtitles</vt:lpstr>
      <vt:lpstr>think-cell Slide</vt:lpstr>
      <vt:lpstr>D365 F&amp;O – Change requests management</vt:lpstr>
      <vt:lpstr>Change request management</vt:lpstr>
      <vt:lpstr>Decision matrix</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Veronica Åkermo</dc:creator>
  <cp:lastModifiedBy>Antoine Bastian</cp:lastModifiedBy>
  <cp:revision>4</cp:revision>
  <dcterms:created xsi:type="dcterms:W3CDTF">2025-02-17T05:03:08Z</dcterms:created>
  <dcterms:modified xsi:type="dcterms:W3CDTF">2026-03-03T13:49:34Z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0x010100EE85F51D834CA7479B73624D2E5D9188</vt:lpwstr>
  </property>
  <property fmtid="{D5CDD505-2E9C-101B-9397-08002B2CF9AE}" pid="3" name="MediaServiceImageTags">
    <vt:lpwstr/>
  </property>
  <property fmtid="{D5CDD505-2E9C-101B-9397-08002B2CF9AE}" pid="4" name="NXPowerLiteLastOptimized">
    <vt:lpwstr>1079019</vt:lpwstr>
  </property>
  <property fmtid="{D5CDD505-2E9C-101B-9397-08002B2CF9AE}" pid="5" name="NXPowerLiteSettings">
    <vt:lpwstr>F70005D002A000</vt:lpwstr>
  </property>
  <property fmtid="{D5CDD505-2E9C-101B-9397-08002B2CF9AE}" pid="6" name="NXPowerLiteVersion">
    <vt:lpwstr>D10.0.1</vt:lpwstr>
  </property>
  <property fmtid="{D5CDD505-2E9C-101B-9397-08002B2CF9AE}" pid="7" name="ClassificationContentMarkingFooterLocations">
    <vt:lpwstr>Trelleborg layout WITHOUT subtitles:10\Trelleborg layout WITH subtitles:10</vt:lpwstr>
  </property>
  <property fmtid="{D5CDD505-2E9C-101B-9397-08002B2CF9AE}" pid="8" name="ClassificationContentMarkingFooterText">
    <vt:lpwstr>Internal document</vt:lpwstr>
  </property>
</Properties>
</file>