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55" r:id="rId4"/>
    <p:sldMasterId id="2147484156" r:id="rId5"/>
  </p:sldMasterIdLst>
  <p:notesMasterIdLst>
    <p:notesMasterId r:id="rId10"/>
  </p:notesMasterIdLst>
  <p:handoutMasterIdLst>
    <p:handoutMasterId r:id="rId11"/>
  </p:handoutMasterIdLst>
  <p:sldIdLst>
    <p:sldId id="2147471790" r:id="rId6"/>
    <p:sldId id="612" r:id="rId7"/>
    <p:sldId id="2147472094" r:id="rId8"/>
    <p:sldId id="2147472093" r:id="rId9"/>
  </p:sldIdLst>
  <p:sldSz cx="12192000" cy="6858000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A1C916-6EE0-F152-37D1-5D7186435031}" name="Criselda Olanday" initials="" userId="S::colanday@hsdyn.com::631923f0-de08-4c34-9b60-231f39a03558" providerId="AD"/>
  <p188:author id="{BD038BF0-4252-EFCA-73A1-1C06A7BFD751}" name="Rebecca Ziedén" initials="RZ" userId="S::rebecca.zieden@trelleborg.com::8e1a3bf3-e463-4fc2-ab7b-87cc8e751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E1E1E1"/>
    <a:srgbClr val="F8CBAD"/>
    <a:srgbClr val="FFE699"/>
    <a:srgbClr val="BDD7EE"/>
    <a:srgbClr val="C6E0B4"/>
    <a:srgbClr val="002664"/>
    <a:srgbClr val="0070C0"/>
    <a:srgbClr val="19191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DB511-BBF4-4F67-9E07-019295306042}" v="15" dt="2026-03-03T13:45:03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A76584-D3F2-B57E-BF02-D7C999AA7B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C6F94-9BC4-3846-F58E-D1D68C191F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r">
              <a:defRPr sz="1300"/>
            </a:lvl1pPr>
          </a:lstStyle>
          <a:p>
            <a:fld id="{CC0BB003-453D-49F4-9E2C-B0AABA0AB37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9171E-418A-FCC6-7291-647574BEF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DF413-5A80-0E4B-FAC6-ED9C1B6AA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r">
              <a:defRPr sz="1300"/>
            </a:lvl1pPr>
          </a:lstStyle>
          <a:p>
            <a:fld id="{5CEEF8C8-A39C-426A-A785-874186603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637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r">
              <a:defRPr sz="1300"/>
            </a:lvl1pPr>
          </a:lstStyle>
          <a:p>
            <a:fld id="{17C9ACF2-9523-4E24-AB2A-AA40E013F93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377825"/>
            <a:ext cx="6443663" cy="3624263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08419" y="4376764"/>
            <a:ext cx="5852160" cy="495419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r">
              <a:defRPr sz="1300"/>
            </a:lvl1pPr>
          </a:lstStyle>
          <a:p>
            <a:fld id="{79F5A480-A98C-4E91-8166-A054DD06EBA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B5AB089E-4160-1789-5FB9-5606598D96E9}"/>
              </a:ext>
            </a:extLst>
          </p:cNvPr>
          <p:cNvSpPr txBox="1">
            <a:spLocks/>
          </p:cNvSpPr>
          <p:nvPr/>
        </p:nvSpPr>
        <p:spPr>
          <a:xfrm>
            <a:off x="7708419" y="4177085"/>
            <a:ext cx="4865963" cy="20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FF0000"/>
                </a:solidFill>
              </a:rPr>
              <a:t>PLACEHOLDER FOR SPEAKER NOTES. </a:t>
            </a:r>
            <a:r>
              <a:rPr lang="en-US" sz="1300" b="1">
                <a:solidFill>
                  <a:srgbClr val="FF0000"/>
                </a:solidFill>
              </a:rPr>
              <a:t>DO NOT DELETE!</a:t>
            </a:r>
          </a:p>
        </p:txBody>
      </p:sp>
    </p:spTree>
    <p:extLst>
      <p:ext uri="{BB962C8B-B14F-4D97-AF65-F5344CB8AC3E}">
        <p14:creationId xmlns:p14="http://schemas.microsoft.com/office/powerpoint/2010/main" val="55155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1950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292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14375" indent="-17145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55" userDrawn="1">
          <p15:clr>
            <a:srgbClr val="F26B43"/>
          </p15:clr>
        </p15:guide>
        <p15:guide id="2" pos="242" userDrawn="1">
          <p15:clr>
            <a:srgbClr val="F26B43"/>
          </p15:clr>
        </p15:guide>
        <p15:guide id="3" pos="4365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8110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427183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8784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le of blue round objects&#10;&#10;Description automatically generated">
            <a:extLst>
              <a:ext uri="{FF2B5EF4-FFF2-40B4-BE49-F238E27FC236}">
                <a16:creationId xmlns:a16="http://schemas.microsoft.com/office/drawing/2014/main" id="{21039A13-5E24-01BD-7AE6-E21BAF2FF5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92000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75A65D-43E7-43CB-B1DC-1AA3498557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BF84820-31F1-B83D-4E26-E092B59B035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8279A15E-E54F-4DAA-5039-C13CF5FB75D7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4A4F2AD-5ADC-6997-65BD-83EACEA7E73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8932B-31B6-5487-DFA4-E7A48CC3FFA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8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lose-up of a molecule model&#10;&#10;Description automatically generated">
            <a:extLst>
              <a:ext uri="{FF2B5EF4-FFF2-40B4-BE49-F238E27FC236}">
                <a16:creationId xmlns:a16="http://schemas.microsoft.com/office/drawing/2014/main" id="{B59F7929-18C9-D935-8A79-ADDD408D3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9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A3F4F4-7BBD-6943-C498-8A7432F3552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84D7D-FC54-134E-D60E-77615076D29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B4D6DF-C38B-8BF5-6884-66C97524E19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EA28B8FE-7831-4D03-F7FB-DD767237FA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E62AA2A-3974-9045-FBE4-6193CD40BBB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A65224-5F6E-8C17-CF93-017355C6E88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1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EC9CC24-D5A1-293B-9B6C-F6B05C74A4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64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4946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E3F97B24-C0D7-5D5D-E8C3-A41B24560D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4168" cy="63179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DCD17DF-27AC-4A99-9425-A3094F9CB30D}" type="datetime4">
              <a:rPr lang="en-US" smtClean="0"/>
              <a:t>March 3, 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FF09D-081B-AB3E-4B44-FA17D925AA76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7E0588-03FC-58A5-2D48-A55679FDE5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1259B1A-1C82-5DEF-6A4D-B7BBE17DAD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F0E6B4F-3095-4BD0-7EE3-63266938F5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5BC62B4-6EA7-3164-7EB4-A7C7090AF2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96CAD89-7CBE-6878-2AD0-186D8E1C1B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3F0DF00-E256-BE3F-0522-B7F48B692D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62DA0B-D26E-4273-30E9-40A74A4F98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098AC2E-7F34-9C23-662B-15AE620CE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EC1EFB-0A10-6CF7-B8D9-A527427E1B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2744B1B-C4AF-383B-FA2B-42B096861E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C1D8073D-E809-4AFD-F13D-A31DEC46ED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058C5436-90C0-B14F-E462-114AF5C1DF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30AF1BD-F4F7-6587-C38F-58AEEB8C6E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A62A2D-66F0-2046-5500-5D3A2A0E90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6A33176-BF33-67B1-DB48-F6C24814E7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A646A20-84EB-6BFA-E2E3-2F143D5D7B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AE8C673-852C-6607-245E-0D62351058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60124-8D64-6220-6389-959C12744C91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CC72B2-92A7-59D9-F3F6-82B5ABD0D43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2208CF7-50A2-E4FE-AE38-DB96E4C8382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4F3EE16-62FB-8179-7BDB-E2B2DC83982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1520DB-DC79-88D2-AB36-0E1D14D9C8B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6831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">
            <a:extLst>
              <a:ext uri="{FF2B5EF4-FFF2-40B4-BE49-F238E27FC236}">
                <a16:creationId xmlns:a16="http://schemas.microsoft.com/office/drawing/2014/main" id="{699564C9-E5C3-E632-EC13-0F0571598E9D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83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9DF86BC4-59F0-2637-65E0-55A5A0194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/>
          <a:p>
            <a:r>
              <a:rPr lang="en-US"/>
              <a:t>Click to add title – max 2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9A388-0668-E3BA-040D-26643B2F64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433AB0E-C022-E9C1-55AA-2D0DBFDF3D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81460C1-772B-9650-0D54-38F0353A5EF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0C8BC95-CB59-C133-CB6F-0E2DB1F5453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D426C4-B5F6-7542-1D6C-193286A8371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ine">
            <a:extLst>
              <a:ext uri="{FF2B5EF4-FFF2-40B4-BE49-F238E27FC236}">
                <a16:creationId xmlns:a16="http://schemas.microsoft.com/office/drawing/2014/main" id="{835D7BB8-9942-24B6-C9B9-9A47D011B095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7101AF5-F148-9768-1958-2E366CE8241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6" name="Pladsholder til tekst 45">
            <a:extLst>
              <a:ext uri="{FF2B5EF4-FFF2-40B4-BE49-F238E27FC236}">
                <a16:creationId xmlns:a16="http://schemas.microsoft.com/office/drawing/2014/main" id="{89B9DE34-8ABF-BA64-1E5A-2C22615BEE6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-1" y="-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2B682-98E6-349C-0176-8A4810E0A2F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2CA28-A0C9-3E35-9ECC-AB5396971096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71AB745-404C-4D44-A15A-03EA16B1A0D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0368A2-1F36-B909-3639-2BA06FFB13E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FCB287-AAC8-88F3-6E22-96915914F13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ACEA48E-2A50-3CDE-DDC8-0FEC307BD2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38" name="Pladsholder til tekst 13">
            <a:extLst>
              <a:ext uri="{FF2B5EF4-FFF2-40B4-BE49-F238E27FC236}">
                <a16:creationId xmlns:a16="http://schemas.microsoft.com/office/drawing/2014/main" id="{ABD63393-A27E-64F9-FAC9-D0BD2A5702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80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4083498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         Title +         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3F5B-4B0B-4F35-B137-C73DCBEFE0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4"/>
            <a:ext cx="11111997" cy="4840286"/>
          </a:xfrm>
          <a:ln w="12700">
            <a:noFill/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70F760CC-EB81-1B52-CB77-0751D3F2D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1C618C2-76F3-7029-7C9E-17893EDB0F2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7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16B0-873B-4D63-9325-924D4CDC68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903B7-457A-31FB-D4AD-99B8A68D5C5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BDED1D-B412-AD16-FA88-2C6FB91BC21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5B26F13-8D04-19B3-9A99-75C06691D18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8D5E408-CD80-103B-C407-9CC505DD1BD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1A839-838F-F001-350F-371F377F195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93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71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9A6D0-4FB7-46CD-9B06-EE97F1E482E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C8BE9-283B-D03E-891D-9B81509E985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F0C279F-9262-DAB8-4C49-84F031339C5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3479838-93B8-149B-6DC7-E491DF3BD3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BBA0A3-ED50-091D-3179-32B8AF2E397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549196-2416-450A-3A2D-32AF66AABF4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4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A5AC9F-000A-820C-FCD3-BF852968EAD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7262B6C-05EE-24A0-5004-0ECCCE1186C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B673292-0108-C19A-F546-513D96C46235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5AFEFD6-1B7D-80D9-5A0F-6F16D1DFBB6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C283CA-1E9C-BC2D-B77F-5AB33544ABA6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1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41E89-9D74-241F-B0B1-ACE37136CD1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78B7045B-054E-0D81-3A22-EE4F72FC16A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1A666DE-97FF-C04C-CD02-9CFF9A8F044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4806538-065B-112E-73BA-B6E90DD6E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9C413-AFF7-F044-EA41-63F54371DC5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5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782369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A9CA9-E97F-CCE8-8F23-0FEA5BE62B6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9FEEF2-9075-5A94-9151-B24854853AE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B34A00-26BA-43D3-02E6-55181091771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4FC7402-ECC1-E688-3C56-A6815141FCD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413917-3356-254F-FCD2-3FCC6E32283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45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AF8C0-E372-9B50-5392-A21E3C3CEA9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72CF0CD7-F775-86F9-2C16-C4CAB5AFFDB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F7DA84-2CDC-52FD-3DEF-8744B210438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4C1BEE0-21DA-DBA3-5D83-1728B22CFAB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0D792B-10ED-C869-F544-C61071FD460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5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39FE-7DD8-C7BE-A185-D93FB54614E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052E8917-98B8-1A40-413E-443F4F84F50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712BABF-9947-DAD0-5CF3-B9E323F84F76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4FA701B-3DDC-7384-4818-400221E04E9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057E77-F45B-80AB-FC3E-696929B685F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4FB4B-638F-464D-0DBA-A1BB81D0D3D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C2D1647-239E-6953-0934-35FD91592F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5CF310B-E66A-E79C-A4D5-FC41DB30714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B1AD031-8567-DC8C-907B-A6F797E1078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A30C48-4464-43F6-ED6F-323F26B94A3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3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9875-23E9-43C9-9883-CE97839F158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442347-66C0-3AC5-363B-B6A3649FDC2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441258-7B44-816E-5F67-9F844A77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0EF042A2-E5DF-5175-F66F-F72319A9BC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40050-1E99-6AB6-AF34-917ABBF1F20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CF19401-8897-78C8-10AD-A39183A9E34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9CED8BD-EAC4-4514-7E1F-814F4EC1333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FE76C90-39C2-B05E-1532-781F038FD3C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703441-9730-71C4-4A91-7696000E31E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42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BBDA6-5B4A-453D-B342-C2505ECDBEA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A8DB66A-D2CC-D810-675A-F43E35D8E07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4FC28CC-FD7E-6A9C-BB41-796D36971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EE614E9-6E39-7A6F-1281-EFE6FDDECE9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05D42D-DBC1-5375-B31C-C1373C0F90D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74CFF-73A8-DC60-2B9C-1A07FD50E52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E232F6-CCC4-1371-1E74-B3CF04C2545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B830415-8383-BA70-6648-70A2E11E4E9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7828632-C99B-D8F2-2FA8-7737030C290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86678-FEA6-5028-5A5C-3AD45F9B71C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3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FCA647-6B27-5C47-34E4-97A0BFE509D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33B1A93-3158-8F08-FEB9-35D3CB903F4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BC45DBA-A38C-68B5-BB9B-E4199DC1F38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5EEC2A8-B5A7-A3CF-2471-3168B61FF14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6C802D-9825-DF57-8EEF-18E90C41DB2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07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20C146-4A57-FE84-F9F7-F53F610A94B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2B72080-A9DE-AC12-6289-80ECD4C1F6F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32BB803-852B-F858-FFF4-D7C4C3A079F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EB40EA3-45D0-4769-7EF1-15CF3765647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F111A0-6C70-988D-E3B8-5D711B9D268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74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60882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4D0B3D3-BA2C-2FEB-8C02-DEFEDEF4C6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B02E7-1D53-AD29-7A84-12EF89515D2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5BB9824-6658-A405-A19C-E7F174DA35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95F5933-3CB1-A24F-05AF-810F25169E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0287A-2DEA-EA4F-F2DF-2984F661895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BDD0FFF-5EFE-8252-3DCF-B1C4F8A644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23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04B0DF0-6A5C-9D2A-BCCA-B4F6A4DD8A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6A1EB-78E6-C911-3486-AFD7E2E4530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8FFEAD-A022-9BD5-7C39-8C71C74BE97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063685F-78D8-4EDE-8162-993FEFD9DC0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155D10-7C2F-E972-FE17-5550F306AF1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EEE6ABC-957D-76CE-554C-AB9AE9E010E2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58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A69C33C-A823-AB73-96C5-616BB04D2B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198C6-18AD-B948-C3E3-F5D9C471E31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46F114-601F-99FE-9212-346B9D90DFE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C2A3CDD-1A59-6F83-FAB0-E59A397C053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EEE170-BE87-8E79-B8A8-6A712CD98BE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BEDF33B-43AB-C513-13D0-B4AF46D6BAA0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05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D0F6FB-6C6A-A316-65E3-21E4F016B4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9F761-BEE2-A53B-6242-B3C1A8BF0E9D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3C2E87-14DA-E0D4-5F12-0B387EFA68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EF5BD85-CE21-7450-DF80-12142997DB1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CD4093-BA46-B30A-3DE8-D87CC93B0F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8380EF-6188-7953-1395-B42A191F7B5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77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1C85D43-7198-311C-42C3-32E0EBCBC2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9B890-D9E1-12AB-6A98-A6DFADB720AF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332EE90-B3A6-D045-6906-DF42611C5C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D2FA41-5974-02ED-BFA0-AD0530180CC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3749F7-4A83-A1E3-0822-4E1501B6727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8AA7ECA-721E-07A5-7366-58D72140C1ED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63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52E8F4F2-4CF5-20AA-C330-055737901CD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40BB9-9B4D-F063-C182-83505AB36D4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EAE5AB-8073-EC5F-7543-906407B9F9D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0846C63-B27E-9F89-A437-34F51FFEE3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4C1474-ECF9-6D0B-5627-7C818FF0A02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21ADEBE-6124-1F1F-FED8-77F90794445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2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4840733B-15EC-9093-54BB-E7391FF71F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513A5-9586-F580-38A5-F8FCE12EF77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98E470-C356-1A03-23CE-2A61482C13A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54EA44A-6E92-16F9-EA07-B0CD00B246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1AB75F-B8BD-AE26-DAD8-FDE8FACFE49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05032D-31E6-1D44-B6A4-32C6C6BB5FDE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58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DEAF3BC-AC55-6BBF-E832-58A1DE4E14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BC93D-EFFC-E999-9A87-F67F62880D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EF083-9CF2-C1FC-4EFE-5284854FBCD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E40690-D1DF-BBFC-B703-4E7B71E07D5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8228F3-844C-37E1-C6B8-F41053C85F5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5F4A822-B676-DF7C-F52E-8B56749DFF6F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0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3642237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AB048-B611-DE2A-18D9-88EA82D87C05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FFA83D3-D6A4-0581-D713-C161575E6C7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40B9DB4-9A20-4D76-D71C-2E2D50064E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D2106D-9AE0-031C-7B83-F511DD7E86F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2251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EA276-1CAD-56D6-6982-6B570F11000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54A5925-E410-9B1B-3C52-F9744A41330A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EFF5072-6D72-1C5D-056B-9040EFCBF02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2DB0CD0-1E94-5315-0351-69F583409E6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0A8CE-2B28-F59C-432E-4D0CB08C0AF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533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4820747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ED7A3A3-370E-8E53-82F8-84D568B1CC0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FA609-5214-2601-064E-5161C32C183C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7A962D-9441-E0BB-7AC7-AEFC58774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2216F6-4218-A9B7-495B-6948DB60498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05352C-46B2-607C-D7F7-A66755C76F9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3CBF535-DF2A-E315-6F9F-D080C1FE162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be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the last slide of the presentation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layout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1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4893727-33C4-6661-11ED-837B77A5A3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949FB-49FC-1A8F-C989-9640D70328B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0514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37402931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279984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2EEBA4-8D7D-C7D6-8079-8475A22BBE0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6C6BAD-1F86-7B7B-4E7C-5A8F4112B93F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67231C2-8EC2-FDAA-4BD7-1A4FD42785A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start the presentation.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you would like an image tailored to your presentation, it should be on a slide following this one. A suggested layout for that type of slide is the chapter divider.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D785D4-DE7B-68D2-23F6-0754A584AF8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82ADE1-E5B9-F688-D4F4-33C02E09A37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14485736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00221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le of blue round objects&#10;&#10;Description automatically generated">
            <a:extLst>
              <a:ext uri="{FF2B5EF4-FFF2-40B4-BE49-F238E27FC236}">
                <a16:creationId xmlns:a16="http://schemas.microsoft.com/office/drawing/2014/main" id="{A5D78FF6-AC81-C982-4659-4CA811ADE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7778"/>
          <a:stretch/>
        </p:blipFill>
        <p:spPr>
          <a:xfrm>
            <a:off x="1" y="0"/>
            <a:ext cx="12186217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0A4D0-62DF-1D03-2CBF-172ABDF7AE5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0222FCD-6EFA-D57F-3CCB-25A6F4818F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A6D5942-2F9C-5E1F-D2C4-2BEF6EB128B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3141728-31EC-6AB0-5F94-ADA984279C1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2D8BAE-8265-943B-4F1A-5211C25E9C0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9298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lose-up of a molecule model&#10;&#10;Description automatically generated">
            <a:extLst>
              <a:ext uri="{FF2B5EF4-FFF2-40B4-BE49-F238E27FC236}">
                <a16:creationId xmlns:a16="http://schemas.microsoft.com/office/drawing/2014/main" id="{74B99D62-9F91-5C92-67D0-79C303497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01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DA28AF9-6B31-A8DE-F8D6-C4B3FAF3273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2582B-B814-EAB8-3D6E-D6AC89177A7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4C7EB64-5E1A-9222-5FA6-49C6F7F9009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12A211E-01A4-071E-72EC-4DC6854341F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7E9DDD8-A8FD-1769-4AF5-3433EB0562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85B26E-7DCC-BF3F-F5A4-F0978CB640D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9811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C3D02A2-500F-8322-38B5-0A1AB415FAD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140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700124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763E3F4E-B0BB-E808-818B-D3020FABE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6637" cy="63179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DC66A-771E-9A4A-20CA-8A95549278F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27C53BBA-60D4-B8FC-1583-0BEAFE774A9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18C0ECBE-554A-10C5-1042-4FCA8DAE9CDA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5FB66CE-A1E5-862C-E320-2BD569AEF4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DC5C47-A914-D75C-ED4C-B911589321A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A91AD660-4FC9-EA6F-9BBB-E77AC7D6C4E2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A1958D24-4412-031A-38F6-D2D40D568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4357D-A5EF-D152-D9C5-B27976AFDF2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311020-FF54-9690-3446-9B2FB7BC0A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3953F82-9228-DA17-725D-C75898DFBA8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0C94062-0E92-632B-A0B7-7F7F5C8C2F8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7BC3B6-1D5C-2AA0-FB83-D6727D4D366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450EBB9D-7777-AEEE-64BC-D7EF219575A9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Title &amp; subtitle +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1F00182A-2046-6DC2-ABAE-D4E164B19AB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E2B6D3F5-A9E1-4C05-A84C-980329DB0E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0" y="184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09B1779-E2DE-DF5A-0420-9C2D6AA62B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2BAC6-0A88-F19E-5642-EB0621BB407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35974C6E-E3E1-DAA9-DC97-5EFA381F830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B5A514B-73EC-D1ED-BE3B-913B4F27F41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E5A080A-96FA-EC45-B3D3-4E5362CE091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F65DD3-D44C-8A23-E83B-FFF512305C5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dsholder til tekst 13">
            <a:extLst>
              <a:ext uri="{FF2B5EF4-FFF2-40B4-BE49-F238E27FC236}">
                <a16:creationId xmlns:a16="http://schemas.microsoft.com/office/drawing/2014/main" id="{4B55BAE9-2321-1810-8D49-741B5A5607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4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35206465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D3EBB-921D-433C-8D4A-4A2A96453BB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3"/>
            <a:ext cx="11111997" cy="48402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FF8ABCD-5AF0-C7E1-ED2E-2ACFB77C8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</p:spTree>
    <p:extLst>
      <p:ext uri="{BB962C8B-B14F-4D97-AF65-F5344CB8AC3E}">
        <p14:creationId xmlns:p14="http://schemas.microsoft.com/office/powerpoint/2010/main" val="1687581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82D35-38BA-4733-8072-AC0A1C130EB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65313-D434-0F18-5942-EB32B41AE25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37C98B6E-7E2E-2498-353C-EF8F3AEB97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624AEC5-8C19-4C3E-511E-2150AE8AB95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F073324-8E4A-93A0-6049-12C5566177C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35999C-CA17-E62C-1CC0-A105713A4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9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BD86-3EF5-4E31-A7F4-8C55A94494F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5EDDF3-19EB-7066-8A87-076AB50EDD7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8EAE1-3542-3A7E-6DB8-309E2AA851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A4B89A6-1502-365A-C6AC-9A17DACEC73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CE9DE05-3C7D-E743-889F-6B7E651BFB1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280CB7-B326-03C9-51E6-571B8D5ABD9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6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75278-6FFE-4FE0-B4AD-82CA49CC65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2372999" cy="4380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6355-B0A8-EFF8-3C48-02C74F4FF62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533D350-94D5-A063-69CD-43D7D2130A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8B7001A-B966-98D3-2A6C-138B3687DFC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F3E3F50-F046-5E93-0C2B-2F04ABA6E4E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910E0B-75BA-79D1-5019-70D4750B63E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99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19278E8-A303-097D-56D8-9154FA5D9F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E9A25CD-DC6C-4BA6-CAA2-700D7BF505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10875-0F15-C0B9-139B-18DFD2F1D6A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64D91F1-AE67-3CAF-010F-47D403A3F42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453BAFE-6F4F-1D93-B873-86D119ECC71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F3E8F93-07CA-E51A-7C5E-07E35DF515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F5FE41-793C-6000-7AD6-D0757033E53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951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184907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EE384-FAF4-0C0D-97B4-8711ECA19E0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6C2CA3F-9CCA-56A8-5202-687ACC3375B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088003F-7276-D3C2-2F9A-AA5A5B65FD8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943F63F-56C1-DF92-B276-701FD3AACC4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E0DFC8-2A8B-B46C-AA48-09DB03AB105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84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4839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800433-19C5-20B8-A83C-954F564D4A5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889FBC4-AA4D-6CF0-5C19-9748040B0A3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C9D9A99-61B6-A125-DF5E-2F413D03787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4D71B-61AA-DBEA-EDA1-DB7CA05F3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9F0A93-8635-6635-A00D-A1A805A7A20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735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1C73F-695C-0FA3-5749-FE4BE4F4698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4E4620E-512F-61DB-5863-83788ED2A44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7B5CE9C-58B7-9E26-A586-3E1A12E85314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8F615D1-6619-0F48-DE1C-17AD299603A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238A71-62DA-223A-6456-6C70EF73EF6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26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7840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B655C-800B-DDC0-B18D-CBECD2FA525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AB5EEAE-E2D1-BAF1-DB90-6E245DBAF3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A07CA6F-2828-85A9-04CD-351214E535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957DC8-CABD-06DD-E9A7-321D9643651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E53B51-7C39-EE8B-7025-24A5E1A7C6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941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C4F7-AF5B-4414-B6BA-0846096FBF8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8"/>
            <a:ext cx="5285999" cy="243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3ACCC18-7C32-171A-E4C5-B2FD803E56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F4D7C12-1C2B-22D7-6701-B97EF936947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D17864-8059-15A3-26F5-C1FC50C4C4C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9A15E77B-A0EA-F57F-A044-37C37D06D84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B6A39A-7E9E-E30A-25F3-A9A27A8B1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B63ED3-70D8-4286-C3E2-A46BAB7C0D3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919B03-5292-B62C-4D6B-F2917061BE3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5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9245-5432-4453-9B54-6798998A551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9D992DC-CF8C-3015-EDC6-89F451D2D6C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D027F15B-F68A-AAEC-AA89-6DB744131BB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03921C8C-DD79-2ED2-B6AB-C9723B559C4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65C39-C946-60D6-D2BD-E5A4A40F648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FBD469-B50F-439F-5DBE-65B0EB1978F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7A4813D-E6F3-197C-20FB-CD5F14BB82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728F0-2038-B102-6ED1-FD3A303CDA8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059AE8-4B5F-9637-5E16-D91DB48279B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69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0258-A92E-485E-A8C3-C9FD50EBAB44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68D9100-E89D-643B-5244-677AEFE7E54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89B94A3-2A0F-F3B7-659E-C6B2B5ADA04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89DF720-539E-994D-9382-DEB42494672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26804564-B192-EF73-2729-BF3649A81B5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1723F-8A83-6CD4-9277-66DAACFE5D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830AB8D9-7BB4-1018-6C83-0F016D29D88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B5FA6B-A7D8-08EB-4A7B-9FDCB367691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DB35472-4B97-B6DB-4766-0CA951BE825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E43449-C3A3-C087-9CEB-BF2C3AED70E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6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2C8485C-FDC5-4AAD-6D09-87DE3B50F1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F492AD-9053-4D93-92FC-CC83B962B2B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2867768-2BF5-2CC8-E63E-21D4165BBEA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F071FE-2D52-ABBC-19D7-5DF88557D1B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832B150-A754-E4BC-D5C4-B6DE1238607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C50D70-E701-7297-A48B-D93536030F4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477898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9099266-B22D-40D0-AD7A-247DD6713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7CA1-860C-9692-833D-F266D1392DC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F2A00EC-89F2-8C6D-A477-7C47D904B01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D264CE0-ADA5-449A-F673-804773C37DA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58DF94-32D1-A577-60C2-465866E70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684595-189E-BFB7-D9E3-E8DE259DDDE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0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CF28FB3-50B7-9598-2DFE-8CEAD2EBE9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30CBD-E810-83CF-9899-308F93AD016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F7CFF1-A506-CDBC-C990-527F07ECA2D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B483173-6199-18CF-383A-3B5AF4917E1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4DDD76-A282-8D3C-7EE6-AE4E9B42950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C003F82-893D-F4B9-4076-22254A7ED06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270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A7041F38-B1A4-C153-5B4F-FED5998CBF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1493C-0C4C-1EC6-A745-507F578FCE9F}"/>
              </a:ext>
            </a:extLst>
          </p:cNvPr>
          <p:cNvSpPr/>
          <p:nvPr userDrawn="1"/>
        </p:nvSpPr>
        <p:spPr>
          <a:xfrm>
            <a:off x="-1584001" y="720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E68E10-83F8-9334-CFC9-F05B441CBC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50A98F-DA08-339E-C5B0-39AD2C07010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69B21C-7C21-E5E3-CAF8-208A691C263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4A3F92E-2AF6-936E-E3E5-B7E0E2E166E3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043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9A04056-719D-FED8-29F2-3204327192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5BCA7-398C-4338-2280-70F15E7AA9C1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48BBB3-6315-C639-E3AA-0145063F886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D40AE1B-DD2B-9CE2-543F-643A39D1B27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C33E70-27E4-3624-301C-BBAC2937710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FB6BC4-AE20-4D3A-9358-90D8113BBEFB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89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983F132-113C-3540-B521-3061708E3D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7F799-CB4D-3F46-EB19-F4BE750EB0C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5A3392-016D-AB7F-E9D5-42F20C6815F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AC7E12A-65F6-B11C-F60F-0ACFF7D91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136B7A-44CF-EDAC-FD02-40C1116C094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67B54C8-F358-729A-1CA1-C03323DF951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18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BDB03BE-C20C-D289-E5A1-168CDF54CD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9086C-E819-1488-5839-828DF97190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B3BC37-83C7-8D99-D5B7-6EB45AA05B3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F9ABDF9-12D8-D198-17F0-475C6B2760A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89840D-D8A5-4FFF-37F7-4273FAA37C9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B7AC1E5-F301-CD41-6DAC-8D6A5A418F19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47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11804F9-BCE5-1D01-F53A-E38D5A182F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83109-523D-435F-B01D-B49F35E09A6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C22DB7-4CD6-F373-47BF-DF4D84B40D8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C74FBCC-FA93-EF77-8D0E-6E88F03A3CC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18C500-F56D-81D5-A4D4-9E54FD7EC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304355F-E40D-6E2A-5642-2E4F1B08091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06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5B003FC-43AC-F08C-0225-88CDA57E0E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F0FD3-8F67-C00F-BE74-B30BC106A6F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D9CDAE-3F84-12ED-7C1C-500C10D3D2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1E1A569-EDCD-7BD0-3FC9-9836AB28AB4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6769CC-6EB9-0D1D-5943-EDADA6716CE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3BD5F27-E2CB-E3C1-E56B-D3023C3612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274956169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77557-55C0-6A1C-3A01-0BCC1D3493FF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57444A0-DE7D-CD1B-F66E-26A5BC99FAE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70EBC8C-299E-B40A-B9CC-2A45E85C4FE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7B7E1F-1B70-2806-2329-66A51E94992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5935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4D296B-A402-35B3-A1C1-8356F7AAEA40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3073EC3-DFE6-8312-195C-DCCA607195E6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3665545-73D1-26F7-8C89-987DFC145B9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32D4527-3E3C-92C2-3E54-B7AF44F752A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</a:t>
            </a:r>
            <a:r>
              <a:rPr lang="en-US" sz="1050" b="0">
                <a:solidFill>
                  <a:srgbClr val="FF0000">
                    <a:alpha val="90000"/>
                  </a:srgbClr>
                </a:solidFill>
              </a:rPr>
              <a:t>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928EE9-9E04-D3E8-0C2E-C7FA2DD6D2C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587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3784000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B86CA7E-B351-304C-B84A-7D72E7DF7AA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660A0-08E0-5735-7C3F-6B6BB5EA274E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E5CE02-FE7B-90AB-1884-6713580439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57473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85323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oleObject" Target="../embeddings/oleObject2.bin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61.xml"/><Relationship Id="rId41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30B406A-BFCE-F837-88A3-85108C2A4F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836978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0B406A-BFCE-F837-88A3-85108C2A4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664797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6A44CF-3ED3-3E6A-FE65-0456FC616E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309227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240" r:id="rId2"/>
    <p:sldLayoutId id="2147484159" r:id="rId3"/>
    <p:sldLayoutId id="2147484160" r:id="rId4"/>
    <p:sldLayoutId id="2147484238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  <p:sldLayoutId id="2147484188" r:id="rId33"/>
    <p:sldLayoutId id="2147484189" r:id="rId34"/>
    <p:sldLayoutId id="2147484190" r:id="rId35"/>
    <p:sldLayoutId id="2147484191" r:id="rId36"/>
    <p:sldLayoutId id="2147484192" r:id="rId37"/>
    <p:sldLayoutId id="2147484193" r:id="rId38"/>
    <p:sldLayoutId id="2147484194" r:id="rId39"/>
    <p:sldLayoutId id="2147484195" r:id="rId40"/>
    <p:sldLayoutId id="214748419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1F95D7E-4B23-4652-0DFB-30B84247D9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969622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F95D7E-4B23-4652-0DFB-30B84247D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3323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3337208-8E7F-4EAD-BAB4-2BC625858F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166801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39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863C1F3-22B1-275F-2D05-34E6763A02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7857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6" imgH="275" progId="TCLayout.ActiveDocument.1">
                  <p:embed/>
                </p:oleObj>
              </mc:Choice>
              <mc:Fallback>
                <p:oleObj name="think-cell Slide" r:id="rId3" imgW="276" imgH="27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63C1F3-22B1-275F-2D05-34E6763A0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31B9BAB-99D2-3A64-EE2E-2AB6A7AB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6342" y="4502469"/>
            <a:ext cx="6654756" cy="858697"/>
          </a:xfrm>
        </p:spPr>
        <p:txBody>
          <a:bodyPr vert="horz"/>
          <a:lstStyle/>
          <a:p>
            <a:r>
              <a:rPr lang="it-IT" dirty="0"/>
              <a:t>D365 F&amp;O – Change requests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0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95"/>
    </mc:Choice>
    <mc:Fallback xmlns="">
      <p:transition spd="slow" advTm="596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B604F5C-ECF8-B3A4-2D2A-3131437772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3455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6" imgH="275" progId="TCLayout.ActiveDocument.1">
                  <p:embed/>
                </p:oleObj>
              </mc:Choice>
              <mc:Fallback>
                <p:oleObj name="think-cell Slide" r:id="rId3" imgW="276" imgH="27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604F5C-ECF8-B3A4-2D2A-313143777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5D1C2-9548-4349-93AC-8A24A2DE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TRELLEBORG GROUP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62024-661F-483C-A6BF-FFAF93AA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it-IT" dirty="0"/>
              <a:t>Change request management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E77159A-46ED-9F60-4896-C913CDC8F927}"/>
              </a:ext>
            </a:extLst>
          </p:cNvPr>
          <p:cNvSpPr txBox="1">
            <a:spLocks noChangeAspect="1"/>
          </p:cNvSpPr>
          <p:nvPr/>
        </p:nvSpPr>
        <p:spPr>
          <a:xfrm>
            <a:off x="531357" y="2376574"/>
            <a:ext cx="5453954" cy="131539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Clr>
                <a:schemeClr val="tx1"/>
              </a:buClr>
              <a:buNone/>
            </a:pPr>
            <a:r>
              <a:rPr lang="en-GB" dirty="0">
                <a:latin typeface="+mj-lt"/>
              </a:rPr>
              <a:t>	</a:t>
            </a:r>
          </a:p>
          <a:p>
            <a:pPr marL="522811" lvl="1" indent="-285750">
              <a:buClr>
                <a:schemeClr val="tx1"/>
              </a:buClr>
            </a:pPr>
            <a:r>
              <a:rPr lang="en-US" dirty="0">
                <a:latin typeface="+mn-lt"/>
              </a:rPr>
              <a:t>What needs to be changed ?</a:t>
            </a:r>
          </a:p>
          <a:p>
            <a:pPr marL="522811" lvl="1" indent="-285750">
              <a:buClr>
                <a:schemeClr val="tx1"/>
              </a:buClr>
            </a:pPr>
            <a:r>
              <a:rPr lang="en-US" dirty="0">
                <a:latin typeface="+mn-lt"/>
              </a:rPr>
              <a:t>Where does it occur ?</a:t>
            </a:r>
          </a:p>
          <a:p>
            <a:pPr marL="522811" lvl="1" indent="-285750">
              <a:buClr>
                <a:schemeClr val="tx1"/>
              </a:buClr>
            </a:pPr>
            <a:r>
              <a:rPr lang="en-US" dirty="0">
                <a:latin typeface="+mn-lt"/>
              </a:rPr>
              <a:t>What is impacted 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F0D01-D90F-64B0-3C58-DE09CBD6C0AF}"/>
              </a:ext>
            </a:extLst>
          </p:cNvPr>
          <p:cNvSpPr txBox="1"/>
          <p:nvPr/>
        </p:nvSpPr>
        <p:spPr>
          <a:xfrm>
            <a:off x="531358" y="1956640"/>
            <a:ext cx="5453954" cy="369332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Context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3075D-0E85-34AF-57AB-DAE07B25B532}"/>
              </a:ext>
            </a:extLst>
          </p:cNvPr>
          <p:cNvSpPr txBox="1"/>
          <p:nvPr/>
        </p:nvSpPr>
        <p:spPr>
          <a:xfrm>
            <a:off x="6172125" y="1956640"/>
            <a:ext cx="5835444" cy="338554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Impact if the Change Request is not approved 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F0360E-4F59-D922-DEB6-6E0FAAF53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796496"/>
              </p:ext>
            </p:extLst>
          </p:nvPr>
        </p:nvGraphicFramePr>
        <p:xfrm>
          <a:off x="531358" y="1092437"/>
          <a:ext cx="5453956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3816">
                  <a:extLst>
                    <a:ext uri="{9D8B030D-6E8A-4147-A177-3AD203B41FA5}">
                      <a16:colId xmlns:a16="http://schemas.microsoft.com/office/drawing/2014/main" val="41221473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238840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57599336"/>
                    </a:ext>
                  </a:extLst>
                </a:gridCol>
                <a:gridCol w="1786940">
                  <a:extLst>
                    <a:ext uri="{9D8B030D-6E8A-4147-A177-3AD203B41FA5}">
                      <a16:colId xmlns:a16="http://schemas.microsoft.com/office/drawing/2014/main" val="2654006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300" dirty="0"/>
                        <a:t>CR Ref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Date raised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Raised by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Business approver 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9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CR-XXX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03/03/2026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53448"/>
                  </a:ext>
                </a:extLst>
              </a:tr>
            </a:tbl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EF5ACEC-9EDE-E53E-81F9-31ED53D334FA}"/>
              </a:ext>
            </a:extLst>
          </p:cNvPr>
          <p:cNvSpPr txBox="1">
            <a:spLocks noChangeAspect="1"/>
          </p:cNvSpPr>
          <p:nvPr/>
        </p:nvSpPr>
        <p:spPr>
          <a:xfrm>
            <a:off x="6172125" y="2384932"/>
            <a:ext cx="5835444" cy="130703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aseline="0">
                <a:solidFill>
                  <a:schemeClr val="tx1"/>
                </a:solidFill>
                <a:latin typeface="Ubuntu" panose="020B0504030602030204" pitchFamily="34" charset="0"/>
              </a:defRPr>
            </a:lvl1pPr>
            <a:lvl2pPr marL="17780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400" baseline="0">
                <a:solidFill>
                  <a:schemeClr val="tx1"/>
                </a:solidFill>
                <a:latin typeface="+mj-lt"/>
              </a:defRPr>
            </a:lvl2pPr>
            <a:lvl3pPr marL="361950" indent="-1841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Ubuntu" panose="020B0504030602030204" pitchFamily="34" charset="0"/>
              </a:defRPr>
            </a:lvl3pPr>
            <a:lvl4pPr marL="5397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baseline="0">
                <a:solidFill>
                  <a:schemeClr val="tx1"/>
                </a:solidFill>
                <a:latin typeface="Ubuntu" panose="020B0504030602030204" pitchFamily="34" charset="0"/>
              </a:defRPr>
            </a:lvl4pPr>
            <a:lvl5pPr marL="71755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Ubuntu" panose="020B050403060203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marL="4635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4635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What will happen if the Change request is not implemented ?</a:t>
            </a:r>
          </a:p>
          <a:p>
            <a:pPr marL="4635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Quantify the impact (Cost, Man-days…)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1588D-436D-0A5B-F156-11B9E94F0CF2}"/>
              </a:ext>
            </a:extLst>
          </p:cNvPr>
          <p:cNvSpPr txBox="1"/>
          <p:nvPr/>
        </p:nvSpPr>
        <p:spPr>
          <a:xfrm>
            <a:off x="531358" y="3731770"/>
            <a:ext cx="11476212" cy="338554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Description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5D83ECD-9BDC-3DC7-74FA-95BB64FC9E32}"/>
              </a:ext>
            </a:extLst>
          </p:cNvPr>
          <p:cNvSpPr txBox="1">
            <a:spLocks noChangeAspect="1"/>
          </p:cNvSpPr>
          <p:nvPr/>
        </p:nvSpPr>
        <p:spPr>
          <a:xfrm>
            <a:off x="531357" y="4088257"/>
            <a:ext cx="11467571" cy="105243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Clr>
                <a:schemeClr val="tx1"/>
              </a:buClr>
              <a:buNone/>
            </a:pPr>
            <a:r>
              <a:rPr lang="en-GB" dirty="0">
                <a:latin typeface="+mj-lt"/>
              </a:rPr>
              <a:t>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6523E-98A7-A019-E686-966A5C762612}"/>
              </a:ext>
            </a:extLst>
          </p:cNvPr>
          <p:cNvSpPr txBox="1"/>
          <p:nvPr/>
        </p:nvSpPr>
        <p:spPr>
          <a:xfrm>
            <a:off x="539999" y="5213400"/>
            <a:ext cx="11476212" cy="369332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Dependencies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0D50A64-DF7F-E0EB-0AA9-C378ED913843}"/>
              </a:ext>
            </a:extLst>
          </p:cNvPr>
          <p:cNvSpPr txBox="1">
            <a:spLocks noChangeAspect="1"/>
          </p:cNvSpPr>
          <p:nvPr/>
        </p:nvSpPr>
        <p:spPr>
          <a:xfrm>
            <a:off x="531357" y="5622531"/>
            <a:ext cx="11467571" cy="66028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Clr>
                <a:schemeClr val="tx1"/>
              </a:buClr>
              <a:buNone/>
            </a:pPr>
            <a:r>
              <a:rPr lang="en-GB" dirty="0">
                <a:latin typeface="+mj-lt"/>
              </a:rPr>
              <a:t>	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831124D-0EE6-FC2D-B7E1-E6E63E8B3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910352"/>
              </p:ext>
            </p:extLst>
          </p:nvPr>
        </p:nvGraphicFramePr>
        <p:xfrm>
          <a:off x="6198047" y="1092437"/>
          <a:ext cx="572848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32120">
                  <a:extLst>
                    <a:ext uri="{9D8B030D-6E8A-4147-A177-3AD203B41FA5}">
                      <a16:colId xmlns:a16="http://schemas.microsoft.com/office/drawing/2014/main" val="4122147311"/>
                    </a:ext>
                  </a:extLst>
                </a:gridCol>
                <a:gridCol w="1612156">
                  <a:extLst>
                    <a:ext uri="{9D8B030D-6E8A-4147-A177-3AD203B41FA5}">
                      <a16:colId xmlns:a16="http://schemas.microsoft.com/office/drawing/2014/main" val="1123884036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1457599336"/>
                    </a:ext>
                  </a:extLst>
                </a:gridCol>
                <a:gridCol w="1199533">
                  <a:extLst>
                    <a:ext uri="{9D8B030D-6E8A-4147-A177-3AD203B41FA5}">
                      <a16:colId xmlns:a16="http://schemas.microsoft.com/office/drawing/2014/main" val="2654006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Scope impact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Timeline impact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Budget impact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Risk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9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Yes/No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95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24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6D61-1F37-3E34-8B03-533D26EE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6A2E292-D4C9-A00D-3C6F-42D3D26FAD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6" imgH="275" progId="TCLayout.ActiveDocument.1">
                  <p:embed/>
                </p:oleObj>
              </mc:Choice>
              <mc:Fallback>
                <p:oleObj name="think-cell Slide" r:id="rId3" imgW="276" imgH="27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604F5C-ECF8-B3A4-2D2A-313143777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908D2-7CF5-652B-F6D6-1790E622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TRELLEBORG GROUP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08A0A-514C-5F36-C4CD-7E8F9CDA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it-IT" dirty="0"/>
              <a:t>Decision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332F63-7348-8B4E-D37C-E5720003A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88289"/>
              </p:ext>
            </p:extLst>
          </p:nvPr>
        </p:nvGraphicFramePr>
        <p:xfrm>
          <a:off x="1678037" y="1800148"/>
          <a:ext cx="8675330" cy="247688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35066">
                  <a:extLst>
                    <a:ext uri="{9D8B030D-6E8A-4147-A177-3AD203B41FA5}">
                      <a16:colId xmlns:a16="http://schemas.microsoft.com/office/drawing/2014/main" val="3049326389"/>
                    </a:ext>
                  </a:extLst>
                </a:gridCol>
                <a:gridCol w="1735066">
                  <a:extLst>
                    <a:ext uri="{9D8B030D-6E8A-4147-A177-3AD203B41FA5}">
                      <a16:colId xmlns:a16="http://schemas.microsoft.com/office/drawing/2014/main" val="1225745169"/>
                    </a:ext>
                  </a:extLst>
                </a:gridCol>
                <a:gridCol w="1735066">
                  <a:extLst>
                    <a:ext uri="{9D8B030D-6E8A-4147-A177-3AD203B41FA5}">
                      <a16:colId xmlns:a16="http://schemas.microsoft.com/office/drawing/2014/main" val="1872898878"/>
                    </a:ext>
                  </a:extLst>
                </a:gridCol>
                <a:gridCol w="1735066">
                  <a:extLst>
                    <a:ext uri="{9D8B030D-6E8A-4147-A177-3AD203B41FA5}">
                      <a16:colId xmlns:a16="http://schemas.microsoft.com/office/drawing/2014/main" val="355927455"/>
                    </a:ext>
                  </a:extLst>
                </a:gridCol>
                <a:gridCol w="1735066">
                  <a:extLst>
                    <a:ext uri="{9D8B030D-6E8A-4147-A177-3AD203B41FA5}">
                      <a16:colId xmlns:a16="http://schemas.microsoft.com/office/drawing/2014/main" val="188742198"/>
                    </a:ext>
                  </a:extLst>
                </a:gridCol>
              </a:tblGrid>
              <a:tr h="495377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Customer 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Financials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Compliance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Operations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530320"/>
                  </a:ext>
                </a:extLst>
              </a:tr>
              <a:tr h="495377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Small 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25400" cmpd="sng">
                      <a:noFill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338681"/>
                  </a:ext>
                </a:extLst>
              </a:tr>
              <a:tr h="495377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74779"/>
                  </a:ext>
                </a:extLst>
              </a:tr>
              <a:tr h="495377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Large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34634"/>
                  </a:ext>
                </a:extLst>
              </a:tr>
              <a:tr h="495377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Extra Large 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3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40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841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elleborg layout WITHOUT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5F8BE65A-4006-4694-B021-2BD2E6B59404}"/>
    </a:ext>
  </a:extLst>
</a:theme>
</file>

<file path=ppt/theme/theme2.xml><?xml version="1.0" encoding="utf-8"?>
<a:theme xmlns:a="http://schemas.openxmlformats.org/drawingml/2006/main" name="Trelleborg layout WITH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8F1BF63D-33B0-4415-930E-3A22A2F5B076}"/>
    </a:ext>
  </a:extLst>
</a:theme>
</file>

<file path=ppt/theme/theme3.xml><?xml version="1.0" encoding="utf-8"?>
<a:theme xmlns:a="http://schemas.openxmlformats.org/drawingml/2006/main" name="Office Theme">
  <a:themeElements>
    <a:clrScheme name="240116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8cdf2a-c704-434a-a26b-e9d2b58a1b26">
      <Terms xmlns="http://schemas.microsoft.com/office/infopath/2007/PartnerControls"/>
    </lcf76f155ced4ddcb4097134ff3c332f>
    <TaxCatchAll xmlns="0740f516-8edd-43f4-a74a-adbc026fc5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85F51D834CA7479B73624D2E5D9188" ma:contentTypeVersion="14" ma:contentTypeDescription="Create a new document." ma:contentTypeScope="" ma:versionID="b194a5834eeb41edcc762a7d90077f41">
  <xsd:schema xmlns:xsd="http://www.w3.org/2001/XMLSchema" xmlns:xs="http://www.w3.org/2001/XMLSchema" xmlns:p="http://schemas.microsoft.com/office/2006/metadata/properties" xmlns:ns2="d68cdf2a-c704-434a-a26b-e9d2b58a1b26" xmlns:ns3="0740f516-8edd-43f4-a74a-adbc026fc50a" targetNamespace="http://schemas.microsoft.com/office/2006/metadata/properties" ma:root="true" ma:fieldsID="7110e4dc8e3e71c9bebd305723e395f6" ns2:_="" ns3:_="">
    <xsd:import namespace="d68cdf2a-c704-434a-a26b-e9d2b58a1b26"/>
    <xsd:import namespace="0740f516-8edd-43f4-a74a-adbc026fc5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cdf2a-c704-434a-a26b-e9d2b58a1b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7bf3288-28e8-4ef9-9788-6427bad48b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0f516-8edd-43f4-a74a-adbc026fc5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704284-9cbd-4fb2-b966-ad0726a87052}" ma:internalName="TaxCatchAll" ma:showField="CatchAllData" ma:web="0740f516-8edd-43f4-a74a-adbc026fc5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44F83A-07EB-48D2-9842-5998DA6117F3}">
  <ds:schemaRefs>
    <ds:schemaRef ds:uri="0740f516-8edd-43f4-a74a-adbc026fc50a"/>
    <ds:schemaRef ds:uri="d68cdf2a-c704-434a-a26b-e9d2b58a1b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E5017B-E149-4287-BF71-2B76ACBD0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CA9699-493C-450E-90A2-49F72AAE0E91}">
  <ds:schemaRefs>
    <ds:schemaRef ds:uri="0740f516-8edd-43f4-a74a-adbc026fc50a"/>
    <ds:schemaRef ds:uri="d68cdf2a-c704-434a-a26b-e9d2b58a1b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a0926b8-bf16-4a60-adaf-5bd46f8df9ae}" enabled="1" method="Standard" siteId="{0f861177-7722-4f06-8db9-3384e5321a9f}" removed="0"/>
  <clbl:label id="{50a58a55-8d55-4c7b-aa85-1ae890a4cc64}" enabled="1" method="Standard" siteId="{e85feadf-11e7-47bb-a160-43b98dcc96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Trelleborg_template_2024__v.1</Template>
  <TotalTime>170</TotalTime>
  <Words>98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Trelleborg layout WITHOUT subtitles</vt:lpstr>
      <vt:lpstr>Trelleborg layout WITH subtitles</vt:lpstr>
      <vt:lpstr>think-cell Slide</vt:lpstr>
      <vt:lpstr>D365 F&amp;O – Change requests management</vt:lpstr>
      <vt:lpstr>Change request management</vt:lpstr>
      <vt:lpstr>Decision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Veronica Åkermo</dc:creator>
  <cp:lastModifiedBy>Antoine Bastian</cp:lastModifiedBy>
  <cp:revision>4</cp:revision>
  <dcterms:created xsi:type="dcterms:W3CDTF">2025-02-17T05:03:08Z</dcterms:created>
  <dcterms:modified xsi:type="dcterms:W3CDTF">2026-03-03T13:49:34Z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0x010100EE85F51D834CA7479B73624D2E5D9188</vt:lpwstr>
  </property>
  <property fmtid="{D5CDD505-2E9C-101B-9397-08002B2CF9AE}" pid="3" name="MediaServiceImageTags">
    <vt:lpwstr/>
  </property>
  <property fmtid="{D5CDD505-2E9C-101B-9397-08002B2CF9AE}" pid="4" name="NXPowerLiteLastOptimized">
    <vt:lpwstr>1079019</vt:lpwstr>
  </property>
  <property fmtid="{D5CDD505-2E9C-101B-9397-08002B2CF9AE}" pid="5" name="NXPowerLiteSettings">
    <vt:lpwstr>F70005D002A000</vt:lpwstr>
  </property>
  <property fmtid="{D5CDD505-2E9C-101B-9397-08002B2CF9AE}" pid="6" name="NXPowerLiteVersion">
    <vt:lpwstr>D10.0.1</vt:lpwstr>
  </property>
  <property fmtid="{D5CDD505-2E9C-101B-9397-08002B2CF9AE}" pid="7" name="ClassificationContentMarkingFooterLocations">
    <vt:lpwstr>Trelleborg layout WITHOUT subtitles:10\Trelleborg layout WITH subtitles:10</vt:lpwstr>
  </property>
  <property fmtid="{D5CDD505-2E9C-101B-9397-08002B2CF9AE}" pid="8" name="ClassificationContentMarkingFooterText">
    <vt:lpwstr>Internal document</vt:lpwstr>
  </property>
</Properties>
</file>