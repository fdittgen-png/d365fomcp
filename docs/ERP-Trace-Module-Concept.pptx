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9" Type="http://schemas.openxmlformats.org/officeDocument/2006/relationships/viewProps" Target="viewProps.xml" /><Relationship Id="rId1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1" Type="http://schemas.openxmlformats.org/officeDocument/2006/relationships/tableStyles" Target="tableStyles.xml" /><Relationship Id="rId2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Cross-ERP Trace Module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Objectives, concept and architecture — Technical Design v1.1</a:t>
            </a:r>
            <a:br/>
            <a:br/>
            <a:r>
              <a:rPr/>
              <a:t>Florian Dittgen · Trelleborg IT Services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 September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this module exists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Every legacy-ERP → D365FO migration has two steps: </a:t>
            </a:r>
            <a:r>
              <a:rPr b="1"/>
              <a:t>understand the mapping</a:t>
            </a:r>
            <a:r>
              <a:rPr/>
              <a:t>, then </a:t>
            </a:r>
            <a:r>
              <a:rPr b="1"/>
              <a:t>execute it</a:t>
            </a:r>
            <a:r>
              <a:rPr/>
              <a:t> (DMF / Connectivity Studio).</a:t>
            </a:r>
          </a:p>
          <a:p>
            <a:pPr lvl="0"/>
            <a:r>
              <a:rPr/>
              <a:t>Step 2 has tools. </a:t>
            </a:r>
            <a:r>
              <a:rPr b="1"/>
              <a:t>Step 1 is manual</a:t>
            </a:r>
            <a:r>
              <a:rPr/>
              <a:t>: someone investigates a table, forms a belief, and the belief lives in their head or a one-off spreadsheet — redone for every question, every site, every consultant.</a:t>
            </a:r>
          </a:p>
          <a:p>
            <a:pPr lvl="0"/>
            <a:r>
              <a:rPr/>
              <a:t>Meanwhile the same people need dashboards and reports from that legacy ERP </a:t>
            </a:r>
            <a:r>
              <a:rPr b="1"/>
              <a:t>today</a:t>
            </a:r>
            <a:r>
              <a:rPr/>
              <a:t>.</a:t>
            </a:r>
          </a:p>
          <a:p>
            <a:pPr lvl="0"/>
            <a:r>
              <a:rPr/>
              <a:t>The trace module makes both the same activity: every investigation Claude runs for a key user leaves a </a:t>
            </a:r>
            <a:r>
              <a:rPr b="1"/>
              <a:t>dossier</a:t>
            </a:r>
            <a:r>
              <a:rPr/>
              <a:t> — what was asked, what was looked at, what was concluded, what </a:t>
            </a:r>
            <a:r>
              <a:rPr i="1"/>
              <a:t>correct</a:t>
            </a:r>
            <a:r>
              <a:rPr/>
              <a:t> looks like.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four objectives (Ziele) — one mechanism serves all four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Objective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Produced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Consumer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O1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Migration knowledge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source table/field → functional entity → D365FO technical entity, as evidence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analysis project → DMF / Connectivity Studio mapping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O2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Data-quality reports, generated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expectations</a:t>
                      </a:r>
                      <a:r>
                        <a:rPr/>
                        <a:t>: type, range, format, relation, mandatory, uniqueness, </a:t>
                      </a:r>
                      <a:r>
                        <a:rPr b="1"/>
                        <a:t>anti-pattern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DQ rules → generated SQL → nightly run → dashboard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O3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Better tools for key users now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dashboards, reports, small apps — each investigation starts from the last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key users of the legacy ERP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O4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Consultants understand the legacy ERP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accumulated dossiers incl. what was </a:t>
                      </a:r>
                      <a:r>
                        <a:rPr b="1"/>
                        <a:t>excluded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D365FO functional &amp; technical consultants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Mechanism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two trace streams bracketed by an </a:t>
                      </a:r>
                      <a:r>
                        <a:rPr b="1"/>
                        <a:t>investigation lifecycle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open → stamped lookups + annotate → close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all four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O1 is achieved — migration knowledge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Stream 1</a:t>
            </a:r>
            <a:r>
              <a:rPr/>
              <a:t> records what every MCP response contained: entities, fields, types, origins — stamped with the investigation id.</a:t>
            </a:r>
          </a:p>
          <a:p>
            <a:pPr lvl="0"/>
            <a:r>
              <a:rPr b="1">
                <a:latin typeface="Courier"/>
              </a:rPr>
              <a:t>annotate</a:t>
            </a:r>
            <a:r>
              <a:rPr/>
              <a:t> records Claude’s judgement for this goal: each returned entity is </a:t>
            </a:r>
            <a:r>
              <a:rPr>
                <a:latin typeface="Courier"/>
              </a:rPr>
              <a:t>source | target | related | excluded</a:t>
            </a:r>
            <a:r>
              <a:rPr/>
              <a:t>, tied to an ERP-neutral vocabulary id (</a:t>
            </a:r>
            <a:r>
              <a:rPr>
                <a:latin typeface="Courier"/>
              </a:rPr>
              <a:t>sales_order</a:t>
            </a:r>
            <a:r>
              <a:rPr/>
              <a:t>, </a:t>
            </a:r>
            <a:r>
              <a:rPr>
                <a:latin typeface="Courier"/>
              </a:rPr>
              <a:t>inventory_balance</a:t>
            </a:r>
            <a:r>
              <a:rPr/>
              <a:t>…).</a:t>
            </a:r>
          </a:p>
          <a:p>
            <a:pPr lvl="0"/>
            <a:r>
              <a:rPr/>
              <a:t>The same vocabulary id is already mapped to D365FO AOT entities in the semantic layer → the chain source → concept → target closes </a:t>
            </a:r>
            <a:r>
              <a:rPr b="1"/>
              <a:t>by construction</a:t>
            </a:r>
            <a:r>
              <a:rPr/>
              <a:t>.</a:t>
            </a:r>
          </a:p>
          <a:p>
            <a:pPr lvl="0"/>
            <a:r>
              <a:rPr/>
              <a:t>The </a:t>
            </a:r>
            <a:r>
              <a:rPr b="1"/>
              <a:t>analysis project</a:t>
            </a:r>
            <a:r>
              <a:rPr/>
              <a:t> (separate) classifies each source object as </a:t>
            </a:r>
            <a:r>
              <a:rPr b="1"/>
              <a:t>known / candidate / unknown</a:t>
            </a:r>
            <a:r>
              <a:rPr/>
              <a:t> across the corpus. The trace never carries that verdict.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O2 is achieved — DQ reports, not hand-written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 Expectation captured in an </a:t>
                      </a:r>
                      <a:r>
                        <a:rPr>
                          <a:latin typeface="Courier"/>
                        </a:rPr>
                        <a:t>annotate</a:t>
                      </a:r>
                      <a:r>
                        <a:rPr/>
                        <a:t> / </a:t>
                      </a:r>
                      <a:r>
                        <a:rPr>
                          <a:latin typeface="Courier"/>
                        </a:rPr>
                        <a:t>close</a:t>
                      </a:r>
                      <a:r>
                        <a:rPr/>
                        <a:t> trace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this module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new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 Analysis drafts declarative DQ rules from expectations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analysis project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separate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3. Rule stored in </a:t>
                      </a:r>
                      <a:r>
                        <a:rPr>
                          <a:latin typeface="Courier"/>
                        </a:rPr>
                        <a:t>sem_dq_rules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semantic layer (W7)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exists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4. </a:t>
                      </a:r>
                      <a:r>
                        <a:rPr>
                          <a:latin typeface="Courier"/>
                        </a:rPr>
                        <a:t>gen-dq-sql</a:t>
                      </a:r>
                      <a:r>
                        <a:rPr/>
                        <a:t> renders SQL (T-SQL / SQLite dialects)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semantic layer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exists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5. Script runs </a:t>
                      </a:r>
                      <a:r>
                        <a:rPr b="1"/>
                        <a:t>where the data lives</a:t>
                      </a:r>
                      <a:r>
                        <a:rPr/>
                        <a:t>, no AI in the loop — the MCP knows the rule, </a:t>
                      </a:r>
                      <a:r>
                        <a:rPr b="1"/>
                        <a:t>the script finds the rows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scheduled job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pattern exists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 Aggregates return; deterministic dashboard shows them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semantic layer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exists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win-win for functional key users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key user gives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key user gets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organisation gets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</a:t>
                      </a:r>
                      <a:r>
                        <a:rPr b="1"/>
                        <a:t>goal</a:t>
                      </a:r>
                      <a:r>
                        <a:rPr/>
                        <a:t> of each investigation, one sentence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 report built against the right tables, faster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Which business questions touch which legacy tables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source / related / excluded</a:t>
                      </a:r>
                      <a:r>
                        <a:rPr/>
                        <a:t> per returned table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Fewer wrong turns next time — excluded stays excluded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functional mapping of the legacy ERP, from the people who know it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</a:t>
                      </a:r>
                      <a:r>
                        <a:rPr i="1"/>
                        <a:t>correct</a:t>
                      </a:r>
                      <a:r>
                        <a:rPr/>
                        <a:t> looks like for the fields they rely 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DQ findings on their own KPIs</a:t>
                      </a:r>
                      <a:r>
                        <a:rPr/>
                        <a:t>, fixed before a report breaks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Target-readiness rules for the migration, from real usage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 conclusion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Reusable — the next consultant reads it instead of asking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Institutional memory that survives staff changes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Never given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 business record, a person’s identity, free text about a party — the choke point rejects 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Worked example — the rétention pilot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open</a:t>
            </a:r>
            <a:r>
              <a:rPr/>
              <a:t> — </a:t>
            </a:r>
            <a:r>
              <a:rPr>
                <a:latin typeface="Courier"/>
              </a:rPr>
              <a:t>dashboard</a:t>
            </a:r>
            <a:r>
              <a:rPr/>
              <a:t>: “Projected pallet stock per retention zone vs. capacity”, role </a:t>
            </a:r>
            <a:r>
              <a:rPr>
                <a:latin typeface="Courier"/>
              </a:rPr>
              <a:t>key_user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/>
              <a:t>Claude looks up </a:t>
            </a:r>
            <a:r>
              <a:rPr>
                <a:latin typeface="Courier"/>
              </a:rPr>
              <a:t>MITBAL</a:t>
            </a:r>
            <a:r>
              <a:rPr/>
              <a:t>, </a:t>
            </a:r>
            <a:r>
              <a:rPr>
                <a:latin typeface="Courier"/>
              </a:rPr>
              <a:t>MITLOC</a:t>
            </a:r>
            <a:r>
              <a:rPr/>
              <a:t>, </a:t>
            </a:r>
            <a:r>
              <a:rPr>
                <a:latin typeface="Courier"/>
              </a:rPr>
              <a:t>MPLINE</a:t>
            </a:r>
            <a:r>
              <a:rPr/>
              <a:t>, </a:t>
            </a:r>
            <a:r>
              <a:rPr>
                <a:latin typeface="Courier"/>
              </a:rPr>
              <a:t>MITMAS</a:t>
            </a:r>
            <a:r>
              <a:rPr/>
              <a:t> — each response traced automatically with the investigation id: fields, types, null ratio of the pallet-factor field.</a:t>
            </a:r>
          </a:p>
          <a:p>
            <a:pPr lvl="0" indent="-342900" marL="342900">
              <a:buAutoNum type="arabicPeriod"/>
            </a:pPr>
            <a:r>
              <a:rPr b="1"/>
              <a:t>annotate</a:t>
            </a:r>
            <a:r>
              <a:rPr/>
              <a:t> — </a:t>
            </a:r>
            <a:r>
              <a:rPr>
                <a:latin typeface="Courier"/>
              </a:rPr>
              <a:t>MITBAL</a:t>
            </a:r>
            <a:r>
              <a:rPr/>
              <a:t> is </a:t>
            </a:r>
            <a:r>
              <a:rPr>
                <a:latin typeface="Courier"/>
              </a:rPr>
              <a:t>source</a:t>
            </a:r>
            <a:r>
              <a:rPr/>
              <a:t> for </a:t>
            </a:r>
            <a:r>
              <a:rPr>
                <a:latin typeface="Courier"/>
              </a:rPr>
              <a:t>inventory_balance</a:t>
            </a:r>
            <a:r>
              <a:rPr/>
              <a:t>; pallet factor </a:t>
            </a:r>
            <a:r>
              <a:rPr>
                <a:latin typeface="Courier"/>
              </a:rPr>
              <a:t>mandatory</a:t>
            </a:r>
            <a:r>
              <a:rPr/>
              <a:t>, anti-pattern “0 means </a:t>
            </a:r>
            <a:r>
              <a:rPr i="1"/>
              <a:t>unknown</a:t>
            </a:r>
            <a:r>
              <a:rPr/>
              <a:t>”; the site’s rétention flag is a customization field → </a:t>
            </a:r>
            <a:r>
              <a:rPr>
                <a:latin typeface="Courier"/>
              </a:rPr>
              <a:t>source</a:t>
            </a:r>
            <a:r>
              <a:rPr/>
              <a:t> for </a:t>
            </a:r>
            <a:r>
              <a:rPr>
                <a:latin typeface="Courier"/>
              </a:rPr>
              <a:t>storage_zone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 b="1"/>
              <a:t>close</a:t>
            </a:r>
            <a:r>
              <a:rPr/>
              <a:t> — projection = on-hand + open PO − planned consumption, in pallets; </a:t>
            </a:r>
            <a:r>
              <a:rPr>
                <a:latin typeface="Courier"/>
              </a:rPr>
              <a:t>answered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/>
              <a:t>Later, outside this module: the anti-pattern becomes a DQ rule → SQL → nightly run → “items on rétention without a valid pallet factor” on the dashboard — </a:t>
            </a:r>
            <a:r>
              <a:rPr b="1"/>
              <a:t>the DQ sensor</a:t>
            </a:r>
            <a:r>
              <a:rPr/>
              <a:t>, and master data D365 WHM needs later.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investigation lifecycle — one tool, three phases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Claude supplies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it produces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open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purpose, goal, asked-by role, expected functional entities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investigation_id</a:t>
                      </a:r>
                      <a:r>
                        <a:rPr/>
                        <a:t> — stamped on every lookup that follows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(lookups)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normal MCP calls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Stream 1 records, automatically linked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annotate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role per returned entity, note, expectations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Claude’s link between MCP facts and the goal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close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conclusion, outcome (</a:t>
                      </a:r>
                      <a:r>
                        <a:rPr>
                          <a:latin typeface="Courier"/>
                        </a:rPr>
                        <a:t>answered / partial / abandoned</a:t>
                      </a:r>
                      <a:r>
                        <a:rPr/>
                        <a:t>), expectations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dossier is complete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Principle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trace_investigation</a:t>
                      </a:r>
                      <a:r>
                        <a:rPr/>
                        <a:t> is the only tool that crosses the boundary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correlation is </a:t>
                      </a:r>
                      <a:r>
                        <a:rPr b="1"/>
                        <a:t>written at trace time</a:t>
                      </a:r>
                      <a:r>
                        <a:rPr/>
                        <a:t>, not reconstructed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Architecture</a:t>
            </a:r>
          </a:p>
        </p:txBody>
      </p:sp>
      <p:pic>
        <p:nvPicPr>
          <p:cNvPr descr="trace-arch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74800" y="1193800"/>
            <a:ext cx="6007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Two streams, one envelope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Stream 1 — </a:t>
                      </a:r>
                      <a:r>
                        <a:rPr b="1">
                          <a:latin typeface="Courier"/>
                        </a:rPr>
                        <a:t>mcp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Stream 2 — </a:t>
                      </a:r>
                      <a:r>
                        <a:rPr b="1">
                          <a:latin typeface="Courier"/>
                        </a:rPr>
                        <a:t>claude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Written by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every tool call, automatically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Claude, three phases per investigation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entities, fields, types, origins, aggregate DQ facts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goal, judgements, conclusion, expectations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Model sees it?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never — no tool, no read path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one write-only tool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Shared envelope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ERP system / version / build · MCP service / version / snapshot · </a:t>
                      </a:r>
                      <a:r>
                        <a:rPr b="1"/>
                        <a:t>investigation_id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identical, by contract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Principles 1–3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Evidence, not conclusions.</a:t>
            </a:r>
            <a:r>
              <a:rPr/>
              <a:t> The semantic layer (W7) already holds curated mappings with confidence and DQ rules; the trace is the raw evidence feeding it. Shared: vocabulary ids and the privacy denylist — nothing else.</a:t>
            </a:r>
          </a:p>
          <a:p>
            <a:pPr lvl="0"/>
            <a:r>
              <a:rPr b="1"/>
              <a:t>Classification is post-hoc.</a:t>
            </a:r>
            <a:r>
              <a:rPr/>
              <a:t> No confidence, status or verdict in a trace. </a:t>
            </a:r>
            <a:r>
              <a:rPr>
                <a:latin typeface="Courier"/>
              </a:rPr>
              <a:t>role</a:t>
            </a:r>
            <a:r>
              <a:rPr/>
              <a:t> is Claude’s assertion </a:t>
            </a:r>
            <a:r>
              <a:rPr i="1"/>
              <a:t>for this goal</a:t>
            </a:r>
            <a:r>
              <a:rPr/>
              <a:t>, not a corpus-level class.</a:t>
            </a:r>
          </a:p>
          <a:p>
            <a:pPr lvl="0"/>
            <a:r>
              <a:rPr b="1"/>
              <a:t>One write-only LLM boundary.</a:t>
            </a:r>
            <a:r>
              <a:rPr/>
              <a:t> Exactly one tool crosses; no read, query, list or delete on traces — enforced by static scan, not convention.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Principles 4–7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Privacy is a choke point.</a:t>
            </a:r>
            <a:r>
              <a:rPr/>
              <a:t> </a:t>
            </a:r>
            <a:r>
              <a:rPr>
                <a:latin typeface="Courier"/>
              </a:rPr>
              <a:t>sanitize()</a:t>
            </a:r>
            <a:r>
              <a:rPr/>
              <a:t> brands every record; the writer refuses anything unbranded. Denylist: e-mail, IBAN, VAT, phone, digit runs ≥ 7, URLs with queries, keys named </a:t>
            </a:r>
            <a:r>
              <a:rPr>
                <a:latin typeface="Courier"/>
              </a:rPr>
              <a:t>sample | value | data | record | row</a:t>
            </a:r>
            <a:r>
              <a:rPr/>
              <a:t>. </a:t>
            </a:r>
            <a:r>
              <a:rPr b="1"/>
              <a:t>Default-deny on tool arguments</a:t>
            </a:r>
            <a:r>
              <a:rPr/>
              <a:t>; raw SQL, Task Recorder and user-scoped security tools record structure only.</a:t>
            </a:r>
          </a:p>
          <a:p>
            <a:pPr lvl="0"/>
            <a:r>
              <a:rPr b="1"/>
              <a:t>Never on the hot path.</a:t>
            </a:r>
            <a:r>
              <a:rPr/>
              <a:t> Synchronous O(1) enqueue, scheduled batched flush, never awaited; </a:t>
            </a:r>
            <a:r>
              <a:rPr b="1"/>
              <a:t>p95 ≤ 5 ms</a:t>
            </a:r>
            <a:r>
              <a:rPr/>
              <a:t>; failures counted, never thrown; </a:t>
            </a:r>
            <a:r>
              <a:rPr>
                <a:latin typeface="Courier"/>
              </a:rPr>
              <a:t>MCP_TRACE=off</a:t>
            </a:r>
            <a:r>
              <a:rPr/>
              <a:t> is byte-identical.</a:t>
            </a:r>
          </a:p>
          <a:p>
            <a:pPr lvl="0"/>
            <a:r>
              <a:rPr b="1"/>
              <a:t>Loose coupling is the contract.</a:t>
            </a:r>
            <a:r>
              <a:rPr/>
              <a:t> A JSON Schema, not a library — a Python M3 bridge participates with the schema and an endpoint; a conformance kit lets it self-test.</a:t>
            </a:r>
          </a:p>
          <a:p>
            <a:pPr lvl="0"/>
            <a:r>
              <a:rPr b="1"/>
              <a:t>D365FO AOT is the reference model.</a:t>
            </a:r>
            <a:r>
              <a:rPr/>
              <a:t> Other ERPs are mapped toward it, never assumed to resemble it.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Where it lands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Cosmos DB, serverless</a:t>
            </a:r>
            <a:r>
              <a:rPr/>
              <a:t>, single region, </a:t>
            </a:r>
            <a:r>
              <a:rPr b="1"/>
              <a:t>RBAC only — no keys anywhere</a:t>
            </a:r>
            <a:r>
              <a:rPr/>
              <a:t>.</a:t>
            </a:r>
          </a:p>
          <a:p>
            <a:pPr lvl="0"/>
            <a:r>
              <a:rPr>
                <a:latin typeface="Courier"/>
              </a:rPr>
              <a:t>traces</a:t>
            </a:r>
            <a:r>
              <a:rPr/>
              <a:t>: hierarchical partition key </a:t>
            </a:r>
            <a:r>
              <a:rPr>
                <a:latin typeface="Courier"/>
              </a:rPr>
              <a:t>/erp/system</a:t>
            </a:r>
            <a:r>
              <a:rPr/>
              <a:t> + </a:t>
            </a:r>
            <a:r>
              <a:rPr>
                <a:latin typeface="Courier"/>
              </a:rPr>
              <a:t>/month</a:t>
            </a:r>
            <a:r>
              <a:rPr/>
              <a:t>; indexed on </a:t>
            </a:r>
            <a:r>
              <a:rPr b="1"/>
              <a:t>investigation_id</a:t>
            </a:r>
            <a:r>
              <a:rPr/>
              <a:t>, entity names, tools; </a:t>
            </a:r>
            <a:r>
              <a:rPr b="1"/>
              <a:t>no TTL</a:t>
            </a:r>
            <a:r>
              <a:rPr/>
              <a:t> — institutional memory is the point.</a:t>
            </a:r>
          </a:p>
          <a:p>
            <a:pPr lvl="0"/>
            <a:r>
              <a:rPr>
                <a:latin typeface="Courier"/>
              </a:rPr>
              <a:t>deadletter</a:t>
            </a:r>
            <a:r>
              <a:rPr/>
              <a:t>: 30-day TTL, payload-free (id, reason, hash).</a:t>
            </a:r>
          </a:p>
          <a:p>
            <a:pPr lvl="0"/>
            <a:r>
              <a:rPr/>
              <a:t>Free text explicitly </a:t>
            </a:r>
            <a:r>
              <a:rPr b="1"/>
              <a:t>excluded</a:t>
            </a:r>
            <a:r>
              <a:rPr/>
              <a:t> from the index.</a:t>
            </a:r>
          </a:p>
          <a:p>
            <a:pPr lvl="0"/>
            <a:r>
              <a:rPr/>
              <a:t>Ingest is a </a:t>
            </a:r>
            <a:r>
              <a:rPr b="1"/>
              <a:t>second Function App</a:t>
            </a:r>
            <a:r>
              <a:rPr/>
              <a:t>: queue trigger + HTTP, same Bicep / Deploy / Easy Auth pattern, fail-closed 503.</a:t>
            </a:r>
          </a:p>
          <a:p>
            <a:pPr lvl="0"/>
            <a:r>
              <a:rPr/>
              <a:t>≈ 2–10k records/day, well under €1/day; €10/month cost alert.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the code review corrected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Consequence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semantic layer already does functional↔technical mapping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Trace module repositioned as evidence, not a second store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Azure servers are </a:t>
                      </a:r>
                      <a:r>
                        <a:rPr b="1"/>
                        <a:t>stateless per request</a:t>
                      </a:r>
                      <a:r>
                        <a:rPr/>
                        <a:t> — no session 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Correlation is </a:t>
                      </a:r>
                      <a:r>
                        <a:rPr b="1"/>
                        <a:t>written</a:t>
                      </a:r>
                      <a:r>
                        <a:rPr/>
                        <a:t>: open first, stamp every lookup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v1.0 logged once at the end, recalling calls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Replaced by the three-phase lifecycle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 write-annotation constant already exists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Reuse the pattern; widen the static scan deliberately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Deploy is a root-zip of the repo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npm workspaces; contract copied with a hash check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it will be built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15 work items, each with OK </a:t>
            </a:r>
            <a:r>
              <a:rPr b="1" i="1"/>
              <a:t>and</a:t>
            </a:r>
            <a:r>
              <a:rPr b="1"/>
              <a:t> KO tests</a:t>
            </a:r>
            <a:r>
              <a:rPr/>
              <a:t> — the KO half proves the privacy, boundary and non-blocking promises.</a:t>
            </a:r>
          </a:p>
          <a:p>
            <a:pPr lvl="0"/>
            <a:r>
              <a:rPr/>
              <a:t>The </a:t>
            </a:r>
            <a:r>
              <a:rPr>
                <a:latin typeface="Courier"/>
              </a:rPr>
              <a:t>investigation_id</a:t>
            </a:r>
            <a:r>
              <a:rPr/>
              <a:t> parameter is injected </a:t>
            </a:r>
            <a:r>
              <a:rPr b="1"/>
              <a:t>centrally</a:t>
            </a:r>
            <a:r>
              <a:rPr/>
              <a:t> on the registration path and stripped before any handler runs — zero per-tool edits, a scan forbids it in tool files.</a:t>
            </a:r>
          </a:p>
          <a:p>
            <a:pPr lvl="0"/>
            <a:r>
              <a:rPr/>
              <a:t>Order: contract → sanitizer → ids/registry → writer → extractors → wrapper → tool → identity → policy/budget → sinks → ingest → tooling → docs → conformance → </a:t>
            </a:r>
            <a:r>
              <a:rPr b="1"/>
              <a:t>Bicep last</a:t>
            </a:r>
            <a:r>
              <a:rPr/>
              <a:t>.</a:t>
            </a:r>
          </a:p>
          <a:p>
            <a:pPr lvl="0"/>
            <a:r>
              <a:rPr/>
              <a:t>One commit per work item; </a:t>
            </a:r>
            <a:r>
              <a:rPr>
                <a:latin typeface="Courier"/>
              </a:rPr>
              <a:t>npm test</a:t>
            </a:r>
            <a:r>
              <a:rPr/>
              <a:t> + </a:t>
            </a:r>
            <a:r>
              <a:rPr>
                <a:latin typeface="Courier"/>
              </a:rPr>
              <a:t>npm run typecheck</a:t>
            </a:r>
            <a:r>
              <a:rPr/>
              <a:t> green at each. </a:t>
            </a:r>
            <a:r>
              <a:rPr>
                <a:latin typeface="Courier"/>
              </a:rPr>
              <a:t>az</a:t>
            </a:r>
            <a:r>
              <a:rPr/>
              <a:t> provisioning stays </a:t>
            </a:r>
            <a:r>
              <a:rPr b="1"/>
              <a:t>human-gated</a:t>
            </a:r>
            <a:r>
              <a:rPr/>
              <a:t>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Open decisions for the checkpoint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Session-key mode</a:t>
            </a:r>
            <a:r>
              <a:rPr/>
              <a:t>: keep </a:t>
            </a:r>
            <a:r>
              <a:rPr>
                <a:latin typeface="Courier"/>
              </a:rPr>
              <a:t>hour</a:t>
            </a:r>
            <a:r>
              <a:rPr/>
              <a:t> (not person-derived) — the investigation id now carries correlation, so the pressure for </a:t>
            </a:r>
            <a:r>
              <a:rPr>
                <a:latin typeface="Courier"/>
              </a:rPr>
              <a:t>principal-hash</a:t>
            </a:r>
            <a:r>
              <a:rPr/>
              <a:t> is gone.</a:t>
            </a:r>
          </a:p>
          <a:p>
            <a:pPr lvl="0"/>
            <a:r>
              <a:rPr b="1"/>
              <a:t>Loss semantics</a:t>
            </a:r>
            <a:r>
              <a:rPr/>
              <a:t>: best-effort on scale-in vs. 20–50 ms to await the queue send.</a:t>
            </a:r>
          </a:p>
          <a:p>
            <a:pPr lvl="0"/>
            <a:r>
              <a:rPr b="1"/>
              <a:t>Budget</a:t>
            </a:r>
            <a:r>
              <a:rPr/>
              <a:t>: +1 tool and the injected parameter ≈ +4 % on </a:t>
            </a:r>
            <a:r>
              <a:rPr>
                <a:latin typeface="Courier"/>
              </a:rPr>
              <a:t>tools/list</a:t>
            </a:r>
            <a:r>
              <a:rPr/>
              <a:t>; if a server exceeds +5 %, inject on </a:t>
            </a:r>
            <a:r>
              <a:rPr>
                <a:latin typeface="Courier"/>
              </a:rPr>
              <a:t>CORE_TOOLS</a:t>
            </a:r>
            <a:r>
              <a:rPr/>
              <a:t> only.</a:t>
            </a:r>
          </a:p>
          <a:p>
            <a:pPr lvl="0"/>
            <a:r>
              <a:rPr b="1"/>
              <a:t>Parameter discipline on Azure</a:t>
            </a:r>
            <a:r>
              <a:rPr/>
              <a:t>: the strong link needs Claude to pass the id; locally the process default removes the need.</a:t>
            </a:r>
          </a:p>
          <a:p>
            <a:pPr lvl="0"/>
            <a:r>
              <a:rPr b="1"/>
              <a:t>Placement</a:t>
            </a:r>
            <a:r>
              <a:rPr/>
              <a:t>: in-repo folders now; own repo when the M3 bridge lands.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Cross-ERP Trace Module</dc:title>
  <dc:creator>Florian Dittgen · Trelleborg IT Services</dc:creator>
  <cp:keywords/>
  <dcterms:created xsi:type="dcterms:W3CDTF">2026-09-03T08:51:55Z</dcterms:created>
  <dcterms:modified xsi:type="dcterms:W3CDTF">2026-09-03T08:51:55Z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3 September 2026</vt:lpwstr>
  </property>
  <property fmtid="{D5CDD505-2E9C-101B-9397-08002B2CF9AE}" pid="3" name="subtitle">
    <vt:lpwstr>Objectives, concept and architecture — Technical Design v1.1</vt:lpwstr>
  </property>
</Properties>
</file>