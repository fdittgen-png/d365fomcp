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Trace Capture and Persistence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LLM → trace, MCP → trace, up to the store — Technical Design v1.0</a:t>
            </a:r>
            <a:br/>
            <a:br/>
            <a:r>
              <a:rPr/>
              <a:t>Florian Dittgen · Trelleborg IT Services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 September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Scope of this design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 of scope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MCP → trace</a:t>
                      </a:r>
                      <a:r>
                        <a:rPr/>
                        <a:t>: every tool call produces one structural record, automatically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reading traces back — by the model or by any tool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LLM → trace</a:t>
                      </a:r>
                      <a:r>
                        <a:rPr/>
                        <a:t>: the model records an investigation in three phases through one write-only tool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classification of mappings (known / candidate / unknown)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Correlation written at trace time</a:t>
                      </a:r>
                      <a:r>
                        <a:rPr/>
                        <a:t> — an </a:t>
                      </a:r>
                      <a:r>
                        <a:rPr>
                          <a:latin typeface="Courier"/>
                        </a:rPr>
                        <a:t>investigation_id</a:t>
                      </a:r>
                      <a:r>
                        <a:rPr/>
                        <a:t> stamped on every record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DQ-rule derivation, semantic-layer writes, dashboards, exports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Privacy enforcement</a:t>
                      </a:r>
                      <a:r>
                        <a:rPr/>
                        <a:t> at one choke point before anything leaves the process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anything the analysis project does with the persisted records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Transport and persistence</a:t>
                      </a:r>
                      <a:r>
                        <a:rPr/>
                        <a:t>: non-blocking writer → sinks → ingest → Cosmos DB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two streams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Stream 1 — </a:t>
                      </a:r>
                      <a:r>
                        <a:rPr b="1">
                          <a:latin typeface="Courier"/>
                        </a:rP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Stream 2 — </a:t>
                      </a:r>
                      <a:r>
                        <a:rPr b="1">
                          <a:latin typeface="Courier"/>
                        </a:rPr>
                        <a:t>claude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Trigger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 tool call, after the handler resolves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model calls </a:t>
                      </a:r>
                      <a:r>
                        <a:rPr>
                          <a:latin typeface="Courier"/>
                        </a:rPr>
                        <a:t>trace_investigation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withTrace()</a:t>
                      </a:r>
                      <a:r>
                        <a:rPr/>
                        <a:t> on the registration path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tool handler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tool, allow-listed args, result kind, entities, structural observations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phase, goal, per-entity role, expectations, conclusion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Visible to the 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— no tool, no read path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write-only tool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investigation_id</a:t>
                      </a:r>
                      <a:r>
                        <a:rPr/>
                        <a:t> from the parameter or the process default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investigation_id</a:t>
                      </a:r>
                      <a:r>
                        <a:rPr/>
                        <a:t> minted by </a:t>
                      </a:r>
                      <a:r>
                        <a:rPr>
                          <a:latin typeface="Courier"/>
                        </a:rPr>
                        <a:t>open</a:t>
                      </a:r>
                      <a:r>
                        <a:rPr/>
                        <a:t>, required on </a:t>
                      </a:r>
                      <a:r>
                        <a:rPr>
                          <a:latin typeface="Courier"/>
                        </a:rPr>
                        <a:t>annotate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close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one investigation writes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>
                <a:latin typeface="Courier"/>
              </a:rPr>
              <a:t>trace_investigation { open, purpose, title, asked_by_role }</a:t>
            </a:r>
            <a:r>
              <a:rPr/>
              <a:t> → </a:t>
            </a:r>
            <a:r>
              <a:rPr b="1"/>
              <a:t>claude</a:t>
            </a:r>
            <a:r>
              <a:rPr/>
              <a:t> record; returns </a:t>
            </a:r>
            <a:r>
              <a:rPr>
                <a:latin typeface="Courier"/>
              </a:rPr>
              <a:t>investigation_id</a:t>
            </a:r>
            <a:r>
              <a:rPr/>
              <a:t> (locally: becomes the process default).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d365_lookup_table { table_name, investigation_id }</a:t>
            </a:r>
            <a:r>
              <a:rPr/>
              <a:t> → the tool runs </a:t>
            </a:r>
            <a:r>
              <a:rPr b="1"/>
              <a:t>unchanged</a:t>
            </a:r>
            <a:r>
              <a:rPr/>
              <a:t>; one </a:t>
            </a:r>
            <a:r>
              <a:rPr b="1"/>
              <a:t>mcp</a:t>
            </a:r>
            <a:r>
              <a:rPr/>
              <a:t> record, stamped.</a:t>
            </a:r>
          </a:p>
          <a:p>
            <a:pPr lvl="0" indent="-342900" marL="342900">
              <a:buAutoNum type="arabicPeriod"/>
            </a:pPr>
            <a:r>
              <a:rPr/>
              <a:t>… further lookups → one stamped </a:t>
            </a:r>
            <a:r>
              <a:rPr b="1"/>
              <a:t>mcp</a:t>
            </a:r>
            <a:r>
              <a:rPr/>
              <a:t> record each.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trace_investigation { annotate, id, entities[role], expectations[] }</a:t>
            </a:r>
            <a:r>
              <a:rPr/>
              <a:t> → </a:t>
            </a:r>
            <a:r>
              <a:rPr b="1"/>
              <a:t>claude</a:t>
            </a:r>
            <a:r>
              <a:rPr/>
              <a:t> record.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trace_investigation { close, id, conclusion, outcome }</a:t>
            </a:r>
            <a:r>
              <a:rPr/>
              <a:t> → </a:t>
            </a:r>
            <a:r>
              <a:rPr b="1"/>
              <a:t>claude</a:t>
            </a:r>
            <a:r>
              <a:rPr/>
              <a:t> record; default cleared.</a:t>
            </a:r>
          </a:p>
          <a:p>
            <a:pPr lvl="0" indent="0" marL="0">
              <a:buNone/>
            </a:pPr>
            <a:r>
              <a:rPr/>
              <a:t>Every record: </a:t>
            </a:r>
            <a:r>
              <a:rPr>
                <a:latin typeface="Courier"/>
              </a:rPr>
              <a:t>sanitize()</a:t>
            </a:r>
            <a:r>
              <a:rPr/>
              <a:t> → </a:t>
            </a:r>
            <a:r>
              <a:rPr>
                <a:latin typeface="Courier"/>
              </a:rPr>
              <a:t>TraceWriter</a:t>
            </a:r>
            <a:r>
              <a:rPr/>
              <a:t> → sink → ingest → Cosmos. </a:t>
            </a:r>
            <a:r>
              <a:rPr b="1"/>
              <a:t>Nothing reads anything back.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</a:t>
            </a:r>
          </a:p>
        </p:txBody>
      </p:sp>
      <p:pic>
        <p:nvPicPr>
          <p:cNvPr descr="trace-arc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193800"/>
            <a:ext cx="6007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Correlation — written, not reconstructed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Strength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investigation_id</a:t>
                      </a:r>
                      <a:r>
                        <a:rPr/>
                        <a:t> </a:t>
                      </a:r>
                      <a:r>
                        <a:rPr b="1"/>
                        <a:t>parameter</a:t>
                      </a:r>
                      <a:r>
                        <a:rPr/>
                        <a:t>, injected centrally into every data tool’s schema, stripped before the handler runs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servers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strong, explicit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Process default</a:t>
                      </a:r>
                      <a:r>
                        <a:rPr/>
                        <a:t> set by </a:t>
                      </a:r>
                      <a:r>
                        <a:rPr>
                          <a:latin typeface="Courier"/>
                        </a:rPr>
                        <a:t>open</a:t>
                      </a:r>
                      <a:r>
                        <a:rPr/>
                        <a:t>, cleared by </a:t>
                      </a:r>
                      <a:r>
                        <a:rPr>
                          <a:latin typeface="Courier"/>
                        </a:rPr>
                        <a:t>close</a:t>
                      </a:r>
                      <a:r>
                        <a:rPr/>
                        <a:t>, 8 h TTL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stdio — one Claude Code session = one process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strong, implicit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session_key</a:t>
                      </a:r>
                      <a:r>
                        <a:rPr/>
                        <a:t> — </a:t>
                      </a:r>
                      <a:r>
                        <a:rPr>
                          <a:latin typeface="Courier"/>
                        </a:rPr>
                        <a:t>hour</a:t>
                      </a:r>
                      <a:r>
                        <a:rPr/>
                        <a:t> bucket by default, not person-derived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records with no investigation 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weak — fallback 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Why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Azure servers are stateless per request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records carry the link, not a session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record — one envelope, two bodies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Envelope (both):</a:t>
            </a:r>
            <a:r>
              <a:rPr/>
              <a:t> id · contract version · stream · timestamp · </a:t>
            </a:r>
            <a:r>
              <a:rPr b="1"/>
              <a:t>ERP system / version / build / installation</a:t>
            </a:r>
            <a:r>
              <a:rPr/>
              <a:t> · </a:t>
            </a:r>
            <a:r>
              <a:rPr b="1"/>
              <a:t>MCP service / version / snapshot date</a:t>
            </a:r>
            <a:r>
              <a:rPr/>
              <a:t> · </a:t>
            </a:r>
            <a:r>
              <a:rPr>
                <a:latin typeface="Courier"/>
              </a:rPr>
              <a:t>investigation_id</a:t>
            </a:r>
            <a:r>
              <a:rPr/>
              <a:t> · session key · sequence.</a:t>
            </a:r>
          </a:p>
          <a:p>
            <a:pPr lvl="0"/>
            <a:r>
              <a:rPr b="1">
                <a:latin typeface="Courier"/>
              </a:rPr>
              <a:t>mcp</a:t>
            </a:r>
            <a:r>
              <a:rPr b="1"/>
              <a:t> body:</a:t>
            </a:r>
            <a:r>
              <a:rPr/>
              <a:t> tool + allow-listed args · result kind · entities (kind, name, owner, type, origin, model) · observations (type, mandatory, relation, index, enum values, null ratio, row-count bucket).</a:t>
            </a:r>
          </a:p>
          <a:p>
            <a:pPr lvl="0"/>
            <a:r>
              <a:rPr b="1">
                <a:latin typeface="Courier"/>
              </a:rPr>
              <a:t>claude</a:t>
            </a:r>
            <a:r>
              <a:rPr b="1"/>
              <a:t> body by phase:</a:t>
            </a:r>
            <a:r>
              <a:rPr/>
              <a:t> </a:t>
            </a:r>
            <a:r>
              <a:rPr>
                <a:latin typeface="Courier"/>
              </a:rPr>
              <a:t>open</a:t>
            </a:r>
            <a:r>
              <a:rPr/>
              <a:t> — purpose, goal, asked-by </a:t>
            </a:r>
            <a:r>
              <a:rPr b="1"/>
              <a:t>role</a:t>
            </a:r>
            <a:r>
              <a:rPr/>
              <a:t> · </a:t>
            </a:r>
            <a:r>
              <a:rPr>
                <a:latin typeface="Courier"/>
              </a:rPr>
              <a:t>annotate</a:t>
            </a:r>
            <a:r>
              <a:rPr/>
              <a:t> — entities with </a:t>
            </a:r>
            <a:r>
              <a:rPr>
                <a:latin typeface="Courier"/>
              </a:rPr>
              <a:t>source | target | related | excluded</a:t>
            </a:r>
            <a:r>
              <a:rPr/>
              <a:t>, expectations · </a:t>
            </a:r>
            <a:r>
              <a:rPr>
                <a:latin typeface="Courier"/>
              </a:rPr>
              <a:t>close</a:t>
            </a:r>
            <a:r>
              <a:rPr/>
              <a:t> — conclusion, outcome, expectations.</a:t>
            </a:r>
          </a:p>
          <a:p>
            <a:pPr lvl="0"/>
            <a:r>
              <a:rPr b="1"/>
              <a:t>No confidence, status or verdict field exists in either stream.</a:t>
            </a:r>
          </a:p>
          <a:p>
            <a:pPr lvl="0"/>
            <a:r>
              <a:rPr/>
              <a:t>Identifier grammar starts with a letter — no RecId or account number can pass as one.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Privacy — one choke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sanitize()</a:t>
            </a:r>
            <a:r>
              <a:rPr/>
              <a:t> is the </a:t>
            </a:r>
            <a:r>
              <a:rPr b="1"/>
              <a:t>only</a:t>
            </a:r>
            <a:r>
              <a:rPr/>
              <a:t> producer of a branded record; the writer refuses anything unbranded; the ingest re-checks.</a:t>
            </a:r>
          </a:p>
          <a:p>
            <a:pPr lvl="0"/>
            <a:r>
              <a:rPr/>
              <a:t>Field policies from the schema: </a:t>
            </a:r>
            <a:r>
              <a:rPr>
                <a:latin typeface="Courier"/>
              </a:rPr>
              <a:t>identifier</a:t>
            </a:r>
            <a:r>
              <a:rPr/>
              <a:t> (Stream 1 </a:t>
            </a:r>
            <a:r>
              <a:rPr b="1"/>
              <a:t>drops</a:t>
            </a:r>
            <a:r>
              <a:rPr/>
              <a:t>, Stream 2 </a:t>
            </a:r>
            <a:r>
              <a:rPr b="1"/>
              <a:t>rejects</a:t>
            </a:r>
            <a:r>
              <a:rPr/>
              <a:t>) · </a:t>
            </a:r>
            <a:r>
              <a:rPr>
                <a:latin typeface="Courier"/>
              </a:rPr>
              <a:t>prose</a:t>
            </a:r>
            <a:r>
              <a:rPr/>
              <a:t> (denylist + cap; any hit rejects the call) · </a:t>
            </a:r>
            <a:r>
              <a:rPr>
                <a:latin typeface="Courier"/>
              </a:rPr>
              <a:t>enum</a:t>
            </a:r>
            <a:r>
              <a:rPr/>
              <a:t> · </a:t>
            </a:r>
            <a:r>
              <a:rPr>
                <a:latin typeface="Courier"/>
              </a:rPr>
              <a:t>aggregate</a:t>
            </a:r>
            <a:r>
              <a:rPr/>
              <a:t>.</a:t>
            </a:r>
          </a:p>
          <a:p>
            <a:pPr lvl="0"/>
            <a:r>
              <a:rPr/>
              <a:t>Denylist: e-mail, IBAN, VAT, phone </a:t>
            </a:r>
            <a:r>
              <a:rPr b="1"/>
              <a:t>plus</a:t>
            </a:r>
            <a:r>
              <a:rPr/>
              <a:t> digit runs ≥ 7, URLs with queries, keys named </a:t>
            </a:r>
            <a:r>
              <a:rPr>
                <a:latin typeface="Courier"/>
              </a:rPr>
              <a:t>sample | value | data | record | row</a:t>
            </a:r>
            <a:r>
              <a:rPr/>
              <a:t>.</a:t>
            </a:r>
          </a:p>
          <a:p>
            <a:pPr lvl="0"/>
            <a:r>
              <a:rPr b="1"/>
              <a:t>Default-deny on tool arguments.</a:t>
            </a:r>
            <a:r>
              <a:rPr/>
              <a:t> Raw SQL, Task Recorder and user-scoped security tools record structure only.</a:t>
            </a:r>
          </a:p>
          <a:p>
            <a:pPr lvl="0"/>
            <a:r>
              <a:rPr/>
              <a:t>Rejections name the field, never quote the text. Dead-letter stores id, reason, hash — never the payload.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Transport — never on the hot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enqueue()</a:t>
            </a:r>
            <a:r>
              <a:rPr/>
              <a:t> synchronous, O(1), bounded ring of 500, drop-oldest, one warning per minute.</a:t>
            </a:r>
          </a:p>
          <a:p>
            <a:pPr lvl="0"/>
            <a:r>
              <a:rPr/>
              <a:t>Flush scheduled and batched (≤ 100 records); sink timeout 3 s; one retry on network / 5xx / 429; none on 4xx.</a:t>
            </a:r>
          </a:p>
          <a:p>
            <a:pPr lvl="0"/>
            <a:r>
              <a:rPr b="1"/>
              <a:t>Never awaited on the response path</a:t>
            </a:r>
            <a:r>
              <a:rPr/>
              <a:t> — the tool result object is returned unchanged; </a:t>
            </a:r>
            <a:r>
              <a:rPr b="1"/>
              <a:t>p95 ≤ 5 ms</a:t>
            </a:r>
            <a:r>
              <a:rPr/>
              <a:t> added per call.</a:t>
            </a:r>
          </a:p>
          <a:p>
            <a:pPr lvl="0"/>
            <a:r>
              <a:rPr/>
              <a:t>Sinks: </a:t>
            </a:r>
            <a:r>
              <a:rPr>
                <a:latin typeface="Courier"/>
              </a:rPr>
              <a:t>file</a:t>
            </a:r>
            <a:r>
              <a:rPr/>
              <a:t> (stdio, NDJSON) · </a:t>
            </a:r>
            <a:r>
              <a:rPr>
                <a:latin typeface="Courier"/>
              </a:rPr>
              <a:t>queue</a:t>
            </a:r>
            <a:r>
              <a:rPr/>
              <a:t> (Azure default, Storage Queue, managed identity) · </a:t>
            </a:r>
            <a:r>
              <a:rPr>
                <a:latin typeface="Courier"/>
              </a:rPr>
              <a:t>http</a:t>
            </a:r>
            <a:r>
              <a:rPr/>
              <a:t> (M3 bridge, push script) · </a:t>
            </a:r>
            <a:r>
              <a:rPr>
                <a:latin typeface="Courier"/>
              </a:rPr>
              <a:t>memory</a:t>
            </a:r>
            <a:r>
              <a:rPr/>
              <a:t> / </a:t>
            </a:r>
            <a:r>
              <a:rPr>
                <a:latin typeface="Courier"/>
              </a:rPr>
              <a:t>null</a:t>
            </a:r>
            <a:r>
              <a:rPr/>
              <a:t> (tests).</a:t>
            </a:r>
          </a:p>
          <a:p>
            <a:pPr lvl="0"/>
            <a:r>
              <a:rPr>
                <a:latin typeface="Courier"/>
              </a:rPr>
              <a:t>MCP_TRACE=off</a:t>
            </a:r>
            <a:r>
              <a:rPr/>
              <a:t> → no wrapper, no tool, no parameter — </a:t>
            </a:r>
            <a:r>
              <a:rPr>
                <a:latin typeface="Courier"/>
              </a:rPr>
              <a:t>tools/list</a:t>
            </a:r>
            <a:r>
              <a:rPr/>
              <a:t> byte-identical. Loss on scale-in is counted, not hidden.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Persistence — ingest and Cosmos 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Ingest Function App</a:t>
            </a:r>
            <a:r>
              <a:rPr/>
              <a:t>: queue trigger + HTTP, Easy Auth with an application allow-list, </a:t>
            </a:r>
            <a:r>
              <a:rPr b="1"/>
              <a:t>fail-closed 503</a:t>
            </a:r>
            <a:r>
              <a:rPr/>
              <a:t>, 413 before parsing, 207 on mixed batches; schema </a:t>
            </a:r>
            <a:r>
              <a:rPr b="1"/>
              <a:t>and</a:t>
            </a:r>
            <a:r>
              <a:rPr/>
              <a:t> privacy re-checked.</a:t>
            </a:r>
          </a:p>
          <a:p>
            <a:pPr lvl="0"/>
            <a:r>
              <a:rPr b="1"/>
              <a:t>Cosmos DB serverless</a:t>
            </a:r>
            <a:r>
              <a:rPr/>
              <a:t>, RBAC only — no keys anywhere (asserted in Bicep tests).</a:t>
            </a:r>
          </a:p>
          <a:p>
            <a:pPr lvl="0"/>
            <a:r>
              <a:rPr>
                <a:latin typeface="Courier"/>
              </a:rPr>
              <a:t>traces</a:t>
            </a:r>
            <a:r>
              <a:rPr/>
              <a:t>: hierarchical partition key </a:t>
            </a:r>
            <a:r>
              <a:rPr>
                <a:latin typeface="Courier"/>
              </a:rPr>
              <a:t>/erp/system</a:t>
            </a:r>
            <a:r>
              <a:rPr/>
              <a:t> + </a:t>
            </a:r>
            <a:r>
              <a:rPr>
                <a:latin typeface="Courier"/>
              </a:rPr>
              <a:t>/month</a:t>
            </a:r>
            <a:r>
              <a:rPr/>
              <a:t>; </a:t>
            </a:r>
            <a:r>
              <a:rPr b="1"/>
              <a:t>no TTL</a:t>
            </a:r>
            <a:r>
              <a:rPr/>
              <a:t>; indexed on </a:t>
            </a:r>
            <a:r>
              <a:rPr>
                <a:latin typeface="Courier"/>
              </a:rPr>
              <a:t>investigation_id</a:t>
            </a:r>
            <a:r>
              <a:rPr/>
              <a:t>, entity names and kinds, tools, phase.</a:t>
            </a:r>
          </a:p>
          <a:p>
            <a:pPr lvl="0"/>
            <a:r>
              <a:rPr/>
              <a:t>Free text (</a:t>
            </a:r>
            <a:r>
              <a:rPr>
                <a:latin typeface="Courier"/>
              </a:rPr>
              <a:t>conclusion</a:t>
            </a:r>
            <a:r>
              <a:rPr/>
              <a:t>, </a:t>
            </a:r>
            <a:r>
              <a:rPr>
                <a:latin typeface="Courier"/>
              </a:rPr>
              <a:t>observations</a:t>
            </a:r>
            <a:r>
              <a:rPr/>
              <a:t>, </a:t>
            </a:r>
            <a:r>
              <a:rPr>
                <a:latin typeface="Courier"/>
              </a:rPr>
              <a:t>args</a:t>
            </a:r>
            <a:r>
              <a:rPr/>
              <a:t>, </a:t>
            </a:r>
            <a:r>
              <a:rPr>
                <a:latin typeface="Courier"/>
              </a:rPr>
              <a:t>note</a:t>
            </a:r>
            <a:r>
              <a:rPr/>
              <a:t>) </a:t>
            </a:r>
            <a:r>
              <a:rPr b="1"/>
              <a:t>excluded</a:t>
            </a:r>
            <a:r>
              <a:rPr/>
              <a:t> from the index.</a:t>
            </a:r>
          </a:p>
          <a:p>
            <a:pPr lvl="0"/>
            <a:r>
              <a:rPr>
                <a:latin typeface="Courier"/>
              </a:rPr>
              <a:t>deadletter</a:t>
            </a:r>
            <a:r>
              <a:rPr/>
              <a:t>: 30-day TTL, payload-free.</a:t>
            </a:r>
          </a:p>
          <a:p>
            <a:pPr lvl="0"/>
            <a:r>
              <a:rPr/>
              <a:t>≈ 2–10k records/day ≈ well under €1/day; €10/month cost alert.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Integration in this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One seam</a:t>
            </a:r>
            <a:r>
              <a:rPr/>
              <a:t>: </a:t>
            </a:r>
            <a:r>
              <a:rPr>
                <a:latin typeface="Courier"/>
              </a:rPr>
              <a:t>withRegistrationPolicy</a:t>
            </a:r>
            <a:r>
              <a:rPr/>
              <a:t> in </a:t>
            </a:r>
            <a:r>
              <a:rPr>
                <a:latin typeface="Courier"/>
              </a:rPr>
              <a:t>tool-sets.js</a:t>
            </a:r>
            <a:r>
              <a:rPr/>
              <a:t> — inject the </a:t>
            </a:r>
            <a:r>
              <a:rPr>
                <a:latin typeface="Courier"/>
              </a:rPr>
              <a:t>investigation_id</a:t>
            </a:r>
            <a:r>
              <a:rPr/>
              <a:t> parameter, then wrap with </a:t>
            </a:r>
            <a:r>
              <a:rPr>
                <a:latin typeface="Courier"/>
              </a:rPr>
              <a:t>withTrace</a:t>
            </a:r>
            <a:r>
              <a:rPr/>
              <a:t>. Zero per-tool edits; a static scan forbids the parameter in tool files.</a:t>
            </a:r>
          </a:p>
          <a:p>
            <a:pPr lvl="0"/>
            <a:r>
              <a:rPr>
                <a:latin typeface="Courier"/>
              </a:rPr>
              <a:t>trace_investigation</a:t>
            </a:r>
            <a:r>
              <a:rPr/>
              <a:t> is the last set of every server and joins </a:t>
            </a:r>
            <a:r>
              <a:rPr>
                <a:latin typeface="Courier"/>
              </a:rPr>
              <a:t>CORE_TOOLS</a:t>
            </a:r>
            <a:r>
              <a:rPr/>
              <a:t>; </a:t>
            </a:r>
            <a:r>
              <a:rPr>
                <a:latin typeface="Courier"/>
              </a:rPr>
              <a:t>effectiveProfile</a:t>
            </a:r>
            <a:r>
              <a:rPr/>
              <a:t> ignores it when deciding “zero tools”.</a:t>
            </a:r>
          </a:p>
          <a:p>
            <a:pPr lvl="0"/>
            <a:r>
              <a:rPr/>
              <a:t>New: </a:t>
            </a:r>
            <a:r>
              <a:rPr>
                <a:latin typeface="Courier"/>
              </a:rPr>
              <a:t>trace-extractors.js</a:t>
            </a:r>
            <a:r>
              <a:rPr/>
              <a:t> (per-tool structural extraction, default-deny args) and </a:t>
            </a:r>
            <a:r>
              <a:rPr>
                <a:latin typeface="Courier"/>
              </a:rPr>
              <a:t>trace-identity.js</a:t>
            </a:r>
            <a:r>
              <a:rPr/>
              <a:t> (ERP version/build from </a:t>
            </a:r>
            <a:r>
              <a:rPr>
                <a:latin typeface="Courier"/>
              </a:rPr>
              <a:t>model_versions</a:t>
            </a:r>
            <a:r>
              <a:rPr/>
              <a:t>).</a:t>
            </a:r>
          </a:p>
          <a:p>
            <a:pPr lvl="0"/>
            <a:r>
              <a:rPr/>
              <a:t>Entry points: </a:t>
            </a:r>
            <a:r>
              <a:rPr>
                <a:latin typeface="Courier"/>
              </a:rPr>
              <a:t>MCP_TRACE=on</a:t>
            </a:r>
            <a:r>
              <a:rPr/>
              <a:t>; stdio → </a:t>
            </a:r>
            <a:r>
              <a:rPr>
                <a:latin typeface="Courier"/>
              </a:rPr>
              <a:t>file</a:t>
            </a:r>
            <a:r>
              <a:rPr/>
              <a:t> sink; Azure → </a:t>
            </a:r>
            <a:r>
              <a:rPr>
                <a:latin typeface="Courier"/>
              </a:rPr>
              <a:t>queue</a:t>
            </a:r>
            <a:r>
              <a:rPr/>
              <a:t> sink.</a:t>
            </a:r>
          </a:p>
          <a:p>
            <a:pPr lvl="0"/>
            <a:r>
              <a:rPr>
                <a:latin typeface="Courier"/>
              </a:rPr>
              <a:t>src/trace/</a:t>
            </a:r>
            <a:r>
              <a:rPr/>
              <a:t> imports nothing from </a:t>
            </a:r>
            <a:r>
              <a:rPr>
                <a:latin typeface="Courier"/>
              </a:rPr>
              <a:t>src/azure/</a:t>
            </a:r>
            <a:r>
              <a:rPr/>
              <a:t>; the ingest app takes a hash-checked copy of the contract.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 items — 14, each with OK and KO tests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Contract, schema v1, Zod mirror, isolation scan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trace_investigation</a:t>
                      </a:r>
                      <a:r>
                        <a:rPr/>
                        <a:t> — three phases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Privacy sanitizer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D365FO identity adapter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Ids, session key, investigation registry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Registration policy, profile, budget, scans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TraceWriter + memory/file/null sinks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Ingest service — core, HTTP, queue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Queue and HTTP sinks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Bicep — Cosmos, Function App, roles (not executed)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D365FO extractors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Local push tooling, docs, plugin refs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withTrace</a:t>
                      </a:r>
                      <a:r>
                        <a:rPr/>
                        <a:t> + central parameter injection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Conformance kit for the next emitter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decisions for the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Session-key mode</a:t>
            </a:r>
            <a:r>
              <a:rPr/>
              <a:t>: keep </a:t>
            </a:r>
            <a:r>
              <a:rPr>
                <a:latin typeface="Courier"/>
              </a:rPr>
              <a:t>hour</a:t>
            </a:r>
            <a:r>
              <a:rPr/>
              <a:t> — the investigation id carries correlation; </a:t>
            </a:r>
            <a:r>
              <a:rPr>
                <a:latin typeface="Courier"/>
              </a:rPr>
              <a:t>principal-hash</a:t>
            </a:r>
            <a:r>
              <a:rPr/>
              <a:t> stays a governance opt-in.</a:t>
            </a:r>
          </a:p>
          <a:p>
            <a:pPr lvl="0"/>
            <a:r>
              <a:rPr b="1"/>
              <a:t>Loss on scale-in</a:t>
            </a:r>
            <a:r>
              <a:rPr/>
              <a:t>: accept best-effort (counted) vs. 20–50 ms to await the queue send.</a:t>
            </a:r>
          </a:p>
          <a:p>
            <a:pPr lvl="0"/>
            <a:r>
              <a:rPr b="1">
                <a:latin typeface="Courier"/>
              </a:rPr>
              <a:t>tools/list</a:t>
            </a:r>
            <a:r>
              <a:rPr b="1"/>
              <a:t> growth</a:t>
            </a:r>
            <a:r>
              <a:rPr/>
              <a:t>: +1 tool and the injected parameter ≈ +4 %; if any server exceeds +5 %, inject on </a:t>
            </a:r>
            <a:r>
              <a:rPr>
                <a:latin typeface="Courier"/>
              </a:rPr>
              <a:t>CORE_TOOLS</a:t>
            </a:r>
            <a:r>
              <a:rPr/>
              <a:t> only.</a:t>
            </a:r>
          </a:p>
          <a:p>
            <a:pPr lvl="0"/>
            <a:r>
              <a:rPr b="1"/>
              <a:t>Parameter discipline on Azure</a:t>
            </a:r>
            <a:r>
              <a:rPr/>
              <a:t>: the strong link needs the model to pass the id; locally the process default removes the need.</a:t>
            </a:r>
          </a:p>
          <a:p>
            <a:pPr lvl="0"/>
            <a:r>
              <a:rPr b="1"/>
              <a:t>Digit-run ≥ 7</a:t>
            </a:r>
            <a:r>
              <a:rPr/>
              <a:t> also redacts long legitimate identifiers inside prose.</a:t>
            </a:r>
          </a:p>
          <a:p>
            <a:pPr lvl="0"/>
            <a:r>
              <a:rPr/>
              <a:t>Bicep last, reviewed, </a:t>
            </a:r>
            <a:r>
              <a:rPr b="1"/>
              <a:t>run by the operator</a:t>
            </a:r>
            <a:r>
              <a:rPr/>
              <a:t> — </a:t>
            </a:r>
            <a:r>
              <a:rPr>
                <a:latin typeface="Courier"/>
              </a:rPr>
              <a:t>az</a:t>
            </a:r>
            <a:r>
              <a:rPr/>
              <a:t> stays human-gated.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 Capture and Persistence</dc:title>
  <dc:creator>Florian Dittgen · Trelleborg IT Services</dc:creator>
  <cp:keywords/>
  <dcterms:created xsi:type="dcterms:W3CDTF">2026-09-03T10:22:01Z</dcterms:created>
  <dcterms:modified xsi:type="dcterms:W3CDTF">2026-09-03T10:22:01Z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3 September 2026</vt:lpwstr>
  </property>
  <property fmtid="{D5CDD505-2E9C-101B-9397-08002B2CF9AE}" pid="3" name="subtitle">
    <vt:lpwstr>LLM → trace, MCP → trace, up to the store — Technical Design v1.0</vt:lpwstr>
  </property>
</Properties>
</file>